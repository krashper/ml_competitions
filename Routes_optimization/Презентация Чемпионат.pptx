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3.xml" ContentType="application/xml"/>
  <Override PartName="/customXml/itemProps3.xml" ContentType="application/vnd.openxmlformats-officedocument.customXml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0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_rels/slideMaster266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66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_rels/presentation.xml.rels" ContentType="application/vnd.openxmlformats-package.relationships+xml"/>
  <Override PartName="/ppt/slideLayouts/_rels/slideLayout462.xml.rels" ContentType="application/vnd.openxmlformats-package.relationships+xml"/>
  <Override PartName="/ppt/slideLayouts/_rels/slideLayout461.xml.rels" ContentType="application/vnd.openxmlformats-package.relationships+xml"/>
  <Override PartName="/ppt/slideLayouts/_rels/slideLayout428.xml.rels" ContentType="application/vnd.openxmlformats-package.relationships+xml"/>
  <Override PartName="/ppt/slideLayouts/_rels/slideLayout371.xml.rels" ContentType="application/vnd.openxmlformats-package.relationships+xml"/>
  <Override PartName="/ppt/slideLayouts/_rels/slideLayout481.xml.rels" ContentType="application/vnd.openxmlformats-package.relationships+xml"/>
  <Override PartName="/ppt/slideLayouts/_rels/slideLayout406.xml.rels" ContentType="application/vnd.openxmlformats-package.relationships+xml"/>
  <Override PartName="/ppt/slideLayouts/_rels/slideLayout448.xml.rels" ContentType="application/vnd.openxmlformats-package.relationships+xml"/>
  <Override PartName="/ppt/slideLayouts/_rels/slideLayout405.xml.rels" ContentType="application/vnd.openxmlformats-package.relationships+xml"/>
  <Override PartName="/ppt/slideLayouts/_rels/slideLayout447.xml.rels" ContentType="application/vnd.openxmlformats-package.relationships+xml"/>
  <Override PartName="/ppt/slideLayouts/_rels/slideLayout390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472.xml.rels" ContentType="application/vnd.openxmlformats-package.relationships+xml"/>
  <Override PartName="/ppt/slideLayouts/_rels/slideLayout457.xml.rels" ContentType="application/vnd.openxmlformats-package.relationships+xml"/>
  <Override PartName="/ppt/slideLayouts/_rels/slideLayout243.xml.rels" ContentType="application/vnd.openxmlformats-package.relationships+xml"/>
  <Override PartName="/ppt/slideLayouts/_rels/slideLayout490.xml.rels" ContentType="application/vnd.openxmlformats-package.relationships+xml"/>
  <Override PartName="/ppt/slideLayouts/_rels/slideLayout342.xml.rels" ContentType="application/vnd.openxmlformats-package.relationships+xml"/>
  <Override PartName="/ppt/slideLayouts/_rels/slideLayout471.xml.rels" ContentType="application/vnd.openxmlformats-package.relationships+xml"/>
  <Override PartName="/ppt/slideLayouts/_rels/slideLayout480.xml.rels" ContentType="application/vnd.openxmlformats-package.relationships+xml"/>
  <Override PartName="/ppt/slideLayouts/_rels/slideLayout438.xml.rels" ContentType="application/vnd.openxmlformats-package.relationships+xml"/>
  <Override PartName="/ppt/slideLayouts/_rels/slideLayout381.xml.rels" ContentType="application/vnd.openxmlformats-package.relationships+xml"/>
  <Override PartName="/ppt/slideLayouts/_rels/slideLayout456.xml.rels" ContentType="application/vnd.openxmlformats-package.relationships+xml"/>
  <Override PartName="/ppt/slideLayouts/_rels/slideLayout242.xml.rels" ContentType="application/vnd.openxmlformats-package.relationships+xml"/>
  <Override PartName="/ppt/slideLayouts/_rels/slideLayout470.xml.rels" ContentType="application/vnd.openxmlformats-package.relationships+xml"/>
  <Override PartName="/ppt/slideLayouts/_rels/slideLayout437.xml.rels" ContentType="application/vnd.openxmlformats-package.relationships+xml"/>
  <Override PartName="/ppt/slideLayouts/_rels/slideLayout380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455.xml.rels" ContentType="application/vnd.openxmlformats-package.relationships+xml"/>
  <Override PartName="/ppt/slideLayouts/_rels/slideLayout241.xml.rels" ContentType="application/vnd.openxmlformats-package.relationships+xml"/>
  <Override PartName="/ppt/slideLayouts/_rels/slideLayout460.xml.rels" ContentType="application/vnd.openxmlformats-package.relationships+xml"/>
  <Override PartName="/ppt/slideLayouts/_rels/slideLayout427.xml.rels" ContentType="application/vnd.openxmlformats-package.relationships+xml"/>
  <Override PartName="/ppt/slideLayouts/_rels/slideLayout370.xml.rels" ContentType="application/vnd.openxmlformats-package.relationships+xml"/>
  <Override PartName="/ppt/slideLayouts/_rels/slideLayout492.xml.rels" ContentType="application/vnd.openxmlformats-package.relationships+xml"/>
  <Override PartName="/ppt/slideLayouts/_rels/slideLayout417.xml.rels" ContentType="application/vnd.openxmlformats-package.relationships+xml"/>
  <Override PartName="/ppt/slideLayouts/_rels/slideLayout458.xml.rels" ContentType="application/vnd.openxmlformats-package.relationships+xml"/>
  <Override PartName="/ppt/slideLayouts/_rels/slideLayout491.xml.rels" ContentType="application/vnd.openxmlformats-package.relationships+xml"/>
  <Override PartName="/ppt/slideLayouts/_rels/slideLayout343.xml.rels" ContentType="application/vnd.openxmlformats-package.relationships+xml"/>
  <Override PartName="/ppt/slideLayouts/_rels/slideLayout454.xml.rels" ContentType="application/vnd.openxmlformats-package.relationships+xml"/>
  <Override PartName="/ppt/slideLayouts/_rels/slideLayout240.xml.rels" ContentType="application/vnd.openxmlformats-package.relationships+xml"/>
  <Override PartName="/ppt/slideLayouts/_rels/slideLayout453.xml.rels" ContentType="application/vnd.openxmlformats-package.relationships+xml"/>
  <Override PartName="/ppt/slideLayouts/_rels/slideLayout452.xml.rels" ContentType="application/vnd.openxmlformats-package.relationships+xml"/>
  <Override PartName="/ppt/slideLayouts/_rels/slideLayout451.xml.rels" ContentType="application/vnd.openxmlformats-package.relationships+xml"/>
  <Override PartName="/ppt/slideLayouts/_rels/slideLayout450.xml.rels" ContentType="application/vnd.openxmlformats-package.relationships+xml"/>
  <Override PartName="/ppt/slideLayouts/_rels/slideLayout482.xml.rels" ContentType="application/vnd.openxmlformats-package.relationships+xml"/>
  <Override PartName="/ppt/slideLayouts/_rels/slideLayout407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443.xml.rels" ContentType="application/vnd.openxmlformats-package.relationships+xml"/>
  <Override PartName="/ppt/slideLayouts/_rels/slideLayout442.xml.rels" ContentType="application/vnd.openxmlformats-package.relationships+xml"/>
  <Override PartName="/ppt/slideLayouts/_rels/slideLayout441.xml.rels" ContentType="application/vnd.openxmlformats-package.relationships+xml"/>
  <Override PartName="/ppt/slideLayouts/_rels/slideLayout236.xml.rels" ContentType="application/vnd.openxmlformats-package.relationships+xml"/>
  <Override PartName="/ppt/slideLayouts/_rels/slideLayout399.xml.rels" ContentType="application/vnd.openxmlformats-package.relationships+xml"/>
  <Override PartName="/ppt/slideLayouts/_rels/slideLayout440.xml.rels" ContentType="application/vnd.openxmlformats-package.relationships+xml"/>
  <Override PartName="/ppt/slideLayouts/_rels/slideLayout392.xml.rels" ContentType="application/vnd.openxmlformats-package.relationships+xml"/>
  <Override PartName="/ppt/slideLayouts/_rels/slideLayout449.xml.rels" ContentType="application/vnd.openxmlformats-package.relationships+xml"/>
  <Override PartName="/ppt/slideLayouts/_rels/slideLayout235.xml.rels" ContentType="application/vnd.openxmlformats-package.relationships+xml"/>
  <Override PartName="/ppt/slideLayouts/_rels/slideLayout398.xml.rels" ContentType="application/vnd.openxmlformats-package.relationships+xml"/>
  <Override PartName="/ppt/slideLayouts/_rels/slideLayout433.xml.rels" ContentType="application/vnd.openxmlformats-package.relationships+xml"/>
  <Override PartName="/ppt/slideLayouts/_rels/slideLayout432.xml.rels" ContentType="application/vnd.openxmlformats-package.relationships+xml"/>
  <Override PartName="/ppt/slideLayouts/_rels/slideLayout431.xml.rels" ContentType="application/vnd.openxmlformats-package.relationships+xml"/>
  <Override PartName="/ppt/slideLayouts/_rels/slideLayout226.xml.rels" ContentType="application/vnd.openxmlformats-package.relationships+xml"/>
  <Override PartName="/ppt/slideLayouts/_rels/slideLayout389.xml.rels" ContentType="application/vnd.openxmlformats-package.relationships+xml"/>
  <Override PartName="/ppt/slideLayouts/_rels/slideLayout430.xml.rels" ContentType="application/vnd.openxmlformats-package.relationships+xml"/>
  <Override PartName="/ppt/slideLayouts/_rels/slideLayout382.xml.rels" ContentType="application/vnd.openxmlformats-package.relationships+xml"/>
  <Override PartName="/ppt/slideLayouts/_rels/slideLayout439.xml.rels" ContentType="application/vnd.openxmlformats-package.relationships+xml"/>
  <Override PartName="/ppt/slideLayouts/_rels/slideLayout225.xml.rels" ContentType="application/vnd.openxmlformats-package.relationships+xml"/>
  <Override PartName="/ppt/slideLayouts/_rels/slideLayout388.xml.rels" ContentType="application/vnd.openxmlformats-package.relationships+xml"/>
  <Override PartName="/ppt/slideLayouts/_rels/slideLayout400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423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42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21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216.xml.rels" ContentType="application/vnd.openxmlformats-package.relationships+xml"/>
  <Override PartName="/ppt/slideLayouts/_rels/slideLayout379.xml.rels" ContentType="application/vnd.openxmlformats-package.relationships+xml"/>
  <Override PartName="/ppt/slideLayouts/_rels/slideLayout42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372.xml.rels" ContentType="application/vnd.openxmlformats-package.relationships+xml"/>
  <Override PartName="/ppt/slideLayouts/_rels/slideLayout215.xml.rels" ContentType="application/vnd.openxmlformats-package.relationships+xml"/>
  <Override PartName="/ppt/slideLayouts/_rels/slideLayout378.xml.rels" ContentType="application/vnd.openxmlformats-package.relationships+xml"/>
  <Override PartName="/ppt/slideLayouts/_rels/slideLayout429.xml.rels" ContentType="application/vnd.openxmlformats-package.relationships+xml"/>
  <Override PartName="/ppt/slideLayouts/_rels/slideLayout418.xml.rels" ContentType="application/vnd.openxmlformats-package.relationships+xml"/>
  <Override PartName="/ppt/slideLayouts/_rels/slideLayout413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412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411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206.xml.rels" ContentType="application/vnd.openxmlformats-package.relationships+xml"/>
  <Override PartName="/ppt/slideLayouts/_rels/slideLayout369.xml.rels" ContentType="application/vnd.openxmlformats-package.relationships+xml"/>
  <Override PartName="/ppt/slideLayouts/_rels/slideLayout410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62.xml.rels" ContentType="application/vnd.openxmlformats-package.relationships+xml"/>
  <Override PartName="/ppt/slideLayouts/_rels/slideLayout419.xml.rels" ContentType="application/vnd.openxmlformats-package.relationships+xml"/>
  <Override PartName="/ppt/slideLayouts/_rels/slideLayout205.xml.rels" ContentType="application/vnd.openxmlformats-package.relationships+xml"/>
  <Override PartName="/ppt/slideLayouts/_rels/slideLayout368.xml.rels" ContentType="application/vnd.openxmlformats-package.relationships+xml"/>
  <Override PartName="/ppt/slideLayouts/_rels/slideLayout409.xml.rels" ContentType="application/vnd.openxmlformats-package.relationships+xml"/>
  <Override PartName="/ppt/slideLayouts/_rels/slideLayout352.xml.rels" ContentType="application/vnd.openxmlformats-package.relationships+xml"/>
  <Override PartName="/ppt/slideLayouts/_rels/slideLayout327.xml.rels" ContentType="application/vnd.openxmlformats-package.relationships+xml"/>
  <Override PartName="/ppt/slideLayouts/_rels/slideLayout270.xml.rels" ContentType="application/vnd.openxmlformats-package.relationships+xml"/>
  <Override PartName="/ppt/slideLayouts/_rels/slideLayout408.xml.rels" ContentType="application/vnd.openxmlformats-package.relationships+xml"/>
  <Override PartName="/ppt/slideLayouts/_rels/slideLayout40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494.xml.rels" ContentType="application/vnd.openxmlformats-package.relationships+xml"/>
  <Override PartName="/ppt/slideLayouts/_rels/slideLayout331.xml.rels" ContentType="application/vnd.openxmlformats-package.relationships+xml"/>
  <Override PartName="/ppt/slideLayouts/_rels/slideLayout403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93.xml.rels" ContentType="application/vnd.openxmlformats-package.relationships+xml"/>
  <Override PartName="/ppt/slideLayouts/_rels/slideLayout330.xml.rels" ContentType="application/vnd.openxmlformats-package.relationships+xml"/>
  <Override PartName="/ppt/slideLayouts/_rels/slideLayout40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401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353.xml.rels" ContentType="application/vnd.openxmlformats-package.relationships+xml"/>
  <Override PartName="/ppt/slideLayouts/_rels/slideLayout484.xml.rels" ContentType="application/vnd.openxmlformats-package.relationships+xml"/>
  <Override PartName="/ppt/slideLayouts/_rels/slideLayout321.xml.rels" ContentType="application/vnd.openxmlformats-package.relationships+xml"/>
  <Override PartName="/ppt/slideLayouts/_rels/slideLayout483.xml.rels" ContentType="application/vnd.openxmlformats-package.relationships+xml"/>
  <Override PartName="/ppt/slideLayouts/_rels/slideLayout320.xml.rels" ContentType="application/vnd.openxmlformats-package.relationships+xml"/>
  <Override PartName="/ppt/slideLayouts/_rels/slideLayout474.xml.rels" ContentType="application/vnd.openxmlformats-package.relationships+xml"/>
  <Override PartName="/ppt/slideLayouts/_rels/slideLayout311.xml.rels" ContentType="application/vnd.openxmlformats-package.relationships+xml"/>
  <Override PartName="/ppt/slideLayouts/_rels/slideLayout473.xml.rels" ContentType="application/vnd.openxmlformats-package.relationships+xml"/>
  <Override PartName="/ppt/slideLayouts/_rels/slideLayout310.xml.rels" ContentType="application/vnd.openxmlformats-package.relationships+xml"/>
  <Override PartName="/ppt/slideLayouts/_rels/slideLayout464.xml.rels" ContentType="application/vnd.openxmlformats-package.relationships+xml"/>
  <Override PartName="/ppt/slideLayouts/_rels/slideLayout301.xml.rels" ContentType="application/vnd.openxmlformats-package.relationships+xml"/>
  <Override PartName="/ppt/slideLayouts/_rels/slideLayout307.xml.rels" ContentType="application/vnd.openxmlformats-package.relationships+xml"/>
  <Override PartName="/ppt/slideLayouts/_rels/slideLayout250.xml.rels" ContentType="application/vnd.openxmlformats-package.relationships+xml"/>
  <Override PartName="/ppt/slideLayouts/_rels/slideLayout463.xml.rels" ContentType="application/vnd.openxmlformats-package.relationships+xml"/>
  <Override PartName="/ppt/slideLayouts/_rels/slideLayout300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299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298.xml.rels" ContentType="application/vnd.openxmlformats-package.relationships+xml"/>
  <Override PartName="/ppt/slideLayouts/_rels/slideLayout349.xml.rels" ContentType="application/vnd.openxmlformats-package.relationships+xml"/>
  <Override PartName="/ppt/slideLayouts/_rels/slideLayout292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297.xml.rels" ContentType="application/vnd.openxmlformats-package.relationships+xml"/>
  <Override PartName="/ppt/slideLayouts/_rels/slideLayout348.xml.rels" ContentType="application/vnd.openxmlformats-package.relationships+xml"/>
  <Override PartName="/ppt/slideLayouts/_rels/slideLayout291.xml.rels" ContentType="application/vnd.openxmlformats-package.relationships+xml"/>
  <Override PartName="/ppt/slideLayouts/_rels/slideLayout497.xml.rels" ContentType="application/vnd.openxmlformats-package.relationships+xml"/>
  <Override PartName="/ppt/slideLayouts/_rels/slideLayout334.xml.rels" ContentType="application/vnd.openxmlformats-package.relationships+xml"/>
  <Override PartName="/ppt/slideLayouts/_rels/slideLayout283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289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496.xml.rels" ContentType="application/vnd.openxmlformats-package.relationships+xml"/>
  <Override PartName="/ppt/slideLayouts/_rels/slideLayout333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88.xml.rels" ContentType="application/vnd.openxmlformats-package.relationships+xml"/>
  <Override PartName="/ppt/slideLayouts/_rels/slideLayout495.xml.rels" ContentType="application/vnd.openxmlformats-package.relationships+xml"/>
  <Override PartName="/ppt/slideLayouts/_rels/slideLayout332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287.xml.rels" ContentType="application/vnd.openxmlformats-package.relationships+xml"/>
  <Override PartName="/ppt/slideLayouts/_rels/slideLayout273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487.xml.rels" ContentType="application/vnd.openxmlformats-package.relationships+xml"/>
  <Override PartName="/ppt/slideLayouts/_rels/slideLayout324.xml.rels" ContentType="application/vnd.openxmlformats-package.relationships+xml"/>
  <Override PartName="/ppt/slideLayouts/_rels/slideLayout279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486.xml.rels" ContentType="application/vnd.openxmlformats-package.relationships+xml"/>
  <Override PartName="/ppt/slideLayouts/_rels/slideLayout323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278.xml.rels" ContentType="application/vnd.openxmlformats-package.relationships+xml"/>
  <Override PartName="/ppt/slideLayouts/_rels/slideLayout329.xml.rels" ContentType="application/vnd.openxmlformats-package.relationships+xml"/>
  <Override PartName="/ppt/slideLayouts/_rels/slideLayout272.xml.rels" ContentType="application/vnd.openxmlformats-package.relationships+xml"/>
  <Override PartName="/ppt/slideLayouts/_rels/slideLayout485.xml.rels" ContentType="application/vnd.openxmlformats-package.relationships+xml"/>
  <Override PartName="/ppt/slideLayouts/_rels/slideLayout322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277.xml.rels" ContentType="application/vnd.openxmlformats-package.relationships+xml"/>
  <Override PartName="/ppt/slideLayouts/_rels/slideLayout328.xml.rels" ContentType="application/vnd.openxmlformats-package.relationships+xml"/>
  <Override PartName="/ppt/slideLayouts/_rels/slideLayout271.xml.rels" ContentType="application/vnd.openxmlformats-package.relationships+xml"/>
  <Override PartName="/ppt/slideLayouts/_rels/slideLayout263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477.xml.rels" ContentType="application/vnd.openxmlformats-package.relationships+xml"/>
  <Override PartName="/ppt/slideLayouts/_rels/slideLayout314.xml.rels" ContentType="application/vnd.openxmlformats-package.relationships+xml"/>
  <Override PartName="/ppt/slideLayouts/_rels/slideLayout269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268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267.xml.rels" ContentType="application/vnd.openxmlformats-package.relationships+xml"/>
  <Override PartName="/ppt/slideLayouts/_rels/slideLayout259.xml.rels" ContentType="application/vnd.openxmlformats-package.relationships+xml"/>
  <Override PartName="/ppt/slideLayouts/_rels/slideLayout258.xml.rels" ContentType="application/vnd.openxmlformats-package.relationships+xml"/>
  <Override PartName="/ppt/slideLayouts/_rels/slideLayout257.xml.rels" ContentType="application/vnd.openxmlformats-package.relationships+xml"/>
  <Override PartName="/ppt/slideLayouts/_rels/slideLayout256.xml.rels" ContentType="application/vnd.openxmlformats-package.relationships+xml"/>
  <Override PartName="/ppt/slideLayouts/_rels/slideLayout255.xml.rels" ContentType="application/vnd.openxmlformats-package.relationships+xml"/>
  <Override PartName="/ppt/slideLayouts/_rels/slideLayout469.xml.rels" ContentType="application/vnd.openxmlformats-package.relationships+xml"/>
  <Override PartName="/ppt/slideLayouts/_rels/slideLayout306.xml.rels" ContentType="application/vnd.openxmlformats-package.relationships+xml"/>
  <Override PartName="/ppt/slideLayouts/_rels/slideLayout246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245.xml.rels" ContentType="application/vnd.openxmlformats-package.relationships+xml"/>
  <Override PartName="/ppt/slideLayouts/_rels/slideLayout459.xml.rels" ContentType="application/vnd.openxmlformats-package.relationships+xml"/>
  <Override PartName="/ppt/slideLayouts/_rels/slideLayout393.xml.rels" ContentType="application/vnd.openxmlformats-package.relationships+xml"/>
  <Override PartName="/ppt/slideLayouts/_rels/slideLayout230.xml.rels" ContentType="application/vnd.openxmlformats-package.relationships+xml"/>
  <Override PartName="/ppt/slideLayouts/_rels/slideLayout444.xml.rels" ContentType="application/vnd.openxmlformats-package.relationships+xml"/>
  <Override PartName="/ppt/slideLayouts/_rels/slideLayout383.xml.rels" ContentType="application/vnd.openxmlformats-package.relationships+xml"/>
  <Override PartName="/ppt/slideLayouts/_rels/slideLayout220.xml.rels" ContentType="application/vnd.openxmlformats-package.relationships+xml"/>
  <Override PartName="/ppt/slideLayouts/_rels/slideLayout434.xml.rels" ContentType="application/vnd.openxmlformats-package.relationships+xml"/>
  <Override PartName="/ppt/slideLayouts/_rels/slideLayout373.xml.rels" ContentType="application/vnd.openxmlformats-package.relationships+xml"/>
  <Override PartName="/ppt/slideLayouts/_rels/slideLayout210.xml.rels" ContentType="application/vnd.openxmlformats-package.relationships+xml"/>
  <Override PartName="/ppt/slideLayouts/_rels/slideLayout424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363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414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248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247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238.xml.rels" ContentType="application/vnd.openxmlformats-package.relationships+xml"/>
  <Override PartName="/ppt/slideLayouts/_rels/slideLayout232.xml.rels" ContentType="application/vnd.openxmlformats-package.relationships+xml"/>
  <Override PartName="/ppt/slideLayouts/_rels/slideLayout395.xml.rels" ContentType="application/vnd.openxmlformats-package.relationships+xml"/>
  <Override PartName="/ppt/slideLayouts/_rels/slideLayout446.xml.rels" ContentType="application/vnd.openxmlformats-package.relationships+xml"/>
  <Override PartName="/ppt/slideLayouts/_rels/slideLayout445.xml.rels" ContentType="application/vnd.openxmlformats-package.relationships+xml"/>
  <Override PartName="/ppt/slideLayouts/_rels/slideLayout394.xml.rels" ContentType="application/vnd.openxmlformats-package.relationships+xml"/>
  <Override PartName="/ppt/slideLayouts/_rels/slideLayout231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237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228.xml.rels" ContentType="application/vnd.openxmlformats-package.relationships+xml"/>
  <Override PartName="/ppt/slideLayouts/_rels/slideLayout222.xml.rels" ContentType="application/vnd.openxmlformats-package.relationships+xml"/>
  <Override PartName="/ppt/slideLayouts/_rels/slideLayout385.xml.rels" ContentType="application/vnd.openxmlformats-package.relationships+xml"/>
  <Override PartName="/ppt/slideLayouts/_rels/slideLayout436.xml.rels" ContentType="application/vnd.openxmlformats-package.relationships+xml"/>
  <Override PartName="/ppt/slideLayouts/_rels/slideLayout435.xml.rels" ContentType="application/vnd.openxmlformats-package.relationships+xml"/>
  <Override PartName="/ppt/slideLayouts/_rels/slideLayout384.xml.rels" ContentType="application/vnd.openxmlformats-package.relationships+xml"/>
  <Override PartName="/ppt/slideLayouts/_rels/slideLayout221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227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218.xml.rels" ContentType="application/vnd.openxmlformats-package.relationships+xml"/>
  <Override PartName="/ppt/slideLayouts/_rels/slideLayout212.xml.rels" ContentType="application/vnd.openxmlformats-package.relationships+xml"/>
  <Override PartName="/ppt/slideLayouts/_rels/slideLayout375.xml.rels" ContentType="application/vnd.openxmlformats-package.relationships+xml"/>
  <Override PartName="/ppt/slideLayouts/_rels/slideLayout426.xml.rels" ContentType="application/vnd.openxmlformats-package.relationships+xml"/>
  <Override PartName="/ppt/slideLayouts/_rels/slideLayout42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374.xml.rels" ContentType="application/vnd.openxmlformats-package.relationships+xml"/>
  <Override PartName="/ppt/slideLayouts/_rels/slideLayout211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217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208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365.xml.rels" ContentType="application/vnd.openxmlformats-package.relationships+xml"/>
  <Override PartName="/ppt/slideLayouts/_rels/slideLayout416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364.xml.rels" ContentType="application/vnd.openxmlformats-package.relationships+xml"/>
  <Override PartName="/ppt/slideLayouts/_rels/slideLayout207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359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358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357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356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355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354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347.xml.rels" ContentType="application/vnd.openxmlformats-package.relationships+xml"/>
  <Override PartName="/ppt/slideLayouts/_rels/slideLayout290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296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346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295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345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294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293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276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275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89.xml.rels" ContentType="application/vnd.openxmlformats-package.relationships+xml"/>
  <Override PartName="/ppt/slideLayouts/_rels/slideLayout32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274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488.xml.rels" ContentType="application/vnd.openxmlformats-package.relationships+xml"/>
  <Override PartName="/ppt/slideLayouts/_rels/slideLayout325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265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479.xml.rels" ContentType="application/vnd.openxmlformats-package.relationships+xml"/>
  <Override PartName="/ppt/slideLayouts/_rels/slideLayout316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264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478.xml.rels" ContentType="application/vnd.openxmlformats-package.relationships+xml"/>
  <Override PartName="/ppt/slideLayouts/_rels/slideLayout315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253.xml.rels" ContentType="application/vnd.openxmlformats-package.relationships+xml"/>
  <Override PartName="/ppt/slideLayouts/_rels/slideLayout467.xml.rels" ContentType="application/vnd.openxmlformats-package.relationships+xml"/>
  <Override PartName="/ppt/slideLayouts/_rels/slideLayout304.xml.rels" ContentType="application/vnd.openxmlformats-package.relationships+xml"/>
  <Override PartName="/ppt/slideLayouts/_rels/slideLayout309.xml.rels" ContentType="application/vnd.openxmlformats-package.relationships+xml"/>
  <Override PartName="/ppt/slideLayouts/_rels/slideLayout252.xml.rels" ContentType="application/vnd.openxmlformats-package.relationships+xml"/>
  <Override PartName="/ppt/slideLayouts/_rels/slideLayout466.xml.rels" ContentType="application/vnd.openxmlformats-package.relationships+xml"/>
  <Override PartName="/ppt/slideLayouts/_rels/slideLayout303.xml.rels" ContentType="application/vnd.openxmlformats-package.relationships+xml"/>
  <Override PartName="/ppt/slideLayouts/_rels/slideLayout251.xml.rels" ContentType="application/vnd.openxmlformats-package.relationships+xml"/>
  <Override PartName="/ppt/slideLayouts/_rels/slideLayout302.xml.rels" ContentType="application/vnd.openxmlformats-package.relationships+xml"/>
  <Override PartName="/ppt/slideLayouts/_rels/slideLayout465.xml.rels" ContentType="application/vnd.openxmlformats-package.relationships+xml"/>
  <Override PartName="/ppt/slideLayouts/_rels/slideLayout308.xml.rels" ContentType="application/vnd.openxmlformats-package.relationships+xml"/>
  <Override PartName="/ppt/slideLayouts/_rels/slideLayout317.xml.rels" ContentType="application/vnd.openxmlformats-package.relationships+xml"/>
  <Override PartName="/ppt/slideLayouts/_rels/slideLayout260.xml.rels" ContentType="application/vnd.openxmlformats-package.relationships+xml"/>
  <Override PartName="/ppt/slideLayouts/_rels/slideLayout266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254.xml.rels" ContentType="application/vnd.openxmlformats-package.relationships+xml"/>
  <Override PartName="/ppt/slideLayouts/_rels/slideLayout468.xml.rels" ContentType="application/vnd.openxmlformats-package.relationships+xml"/>
  <Override PartName="/ppt/slideLayouts/_rels/slideLayout305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239.xml.rels" ContentType="application/vnd.openxmlformats-package.relationships+xml"/>
  <Override PartName="/ppt/slideLayouts/_rels/slideLayout396.xml.rels" ContentType="application/vnd.openxmlformats-package.relationships+xml"/>
  <Override PartName="/ppt/slideLayouts/_rels/slideLayout23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224.xml.rels" ContentType="application/vnd.openxmlformats-package.relationships+xml"/>
  <Override PartName="/ppt/slideLayouts/_rels/slideLayout38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29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386.xml.rels" ContentType="application/vnd.openxmlformats-package.relationships+xml"/>
  <Override PartName="/ppt/slideLayouts/_rels/slideLayout22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2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214.xml.rels" ContentType="application/vnd.openxmlformats-package.relationships+xml"/>
  <Override PartName="/ppt/slideLayouts/_rels/slideLayout37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19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213.xml.rels" ContentType="application/vnd.openxmlformats-package.relationships+xml"/>
  <Override PartName="/ppt/slideLayouts/_rels/slideLayout376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234.xml.rels" ContentType="application/vnd.openxmlformats-package.relationships+xml"/>
  <Override PartName="/ppt/slideLayouts/_rels/slideLayout397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391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15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0.xml.rels" ContentType="application/vnd.openxmlformats-package.relationships+xml"/>
  <Override PartName="/ppt/slideLayouts/_rels/slideLayout337.xml.rels" ContentType="application/vnd.openxmlformats-package.relationships+xml"/>
  <Override PartName="/ppt/slideLayouts/_rels/slideLayout286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99.xml.rels" ContentType="application/vnd.openxmlformats-package.relationships+xml"/>
  <Override PartName="/ppt/slideLayouts/_rels/slideLayout336.xml.rels" ContentType="application/vnd.openxmlformats-package.relationships+xml"/>
  <Override PartName="/ppt/slideLayouts/_rels/slideLayout285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350.xml.rels" ContentType="application/vnd.openxmlformats-package.relationships+xml"/>
  <Override PartName="/ppt/slideLayouts/_rels/slideLayout498.xml.rels" ContentType="application/vnd.openxmlformats-package.relationships+xml"/>
  <Override PartName="/ppt/slideLayouts/_rels/slideLayout335.xml.rels" ContentType="application/vnd.openxmlformats-package.relationships+xml"/>
  <Override PartName="/ppt/slideLayouts/_rels/slideLayout284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9.xml.rels" ContentType="application/vnd.openxmlformats-package.relationships+xml"/>
  <Override PartName="/ppt/slideLayouts/_rels/slideLayout282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244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36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40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09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36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4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81.xml.rels" ContentType="application/vnd.openxmlformats-package.relationships+xml"/>
  <Override PartName="/ppt/slideLayouts/_rels/slideLayout3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6.xml.rels" ContentType="application/vnd.openxmlformats-package.relationships+xml"/>
  <Override PartName="/ppt/slideLayouts/_rels/slideLayout3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75.xml.rels" ContentType="application/vnd.openxmlformats-package.relationships+xml"/>
  <Override PartName="/ppt/slideLayouts/_rels/slideLayout312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61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60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319.xml.rels" ContentType="application/vnd.openxmlformats-package.relationships+xml"/>
  <Override PartName="/ppt/slideLayouts/_rels/slideLayout26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18.xml.rels" ContentType="application/vnd.openxmlformats-package.relationships+xml"/>
  <Override PartName="/ppt/slideLayouts/_rels/slideLayout26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51.xml.rels" ContentType="application/vnd.openxmlformats-package.relationships+xml"/>
  <Override PartName="/ppt/slideLayouts/_rels/slideLayout36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462.xml" ContentType="application/vnd.openxmlformats-officedocument.presentationml.slideLayout+xml"/>
  <Override PartName="/ppt/media/image1.png" ContentType="image/png"/>
  <Override PartName="/ppt/media/image33.png" ContentType="image/png"/>
  <Override PartName="/ppt/media/image4.jpeg" ContentType="image/jpeg"/>
  <Override PartName="/ppt/media/image38.png" ContentType="image/png"/>
  <Override PartName="/ppt/media/image2.jpeg" ContentType="image/jpeg"/>
  <Override PartName="/ppt/media/image19.jpeg" ContentType="image/jpeg"/>
  <Override PartName="/ppt/media/image3.jpeg" ContentType="image/jpeg"/>
  <Override PartName="/ppt/media/image5.jpeg" ContentType="image/jpeg"/>
  <Override PartName="/ppt/media/image6.jpeg" ContentType="image/jpeg"/>
  <Override PartName="/ppt/media/image7.png" ContentType="image/png"/>
  <Override PartName="/ppt/media/image39.png" ContentType="image/png"/>
  <Override PartName="/ppt/media/image15.jpeg" ContentType="image/jpeg"/>
  <Override PartName="/ppt/media/image8.jpeg" ContentType="image/jpeg"/>
  <Override PartName="/ppt/media/image9.jpeg" ContentType="image/jpeg"/>
  <Override PartName="/ppt/media/image35.png" ContentType="image/png"/>
  <Override PartName="/ppt/media/image22.jpeg" ContentType="image/jpeg"/>
  <Override PartName="/ppt/media/image10.png" ContentType="image/png"/>
  <Override PartName="/ppt/media/image21.jpeg" ContentType="image/jpeg"/>
  <Override PartName="/ppt/media/image13.jpeg" ContentType="image/jpeg"/>
  <Override PartName="/ppt/media/image44.png" ContentType="image/png"/>
  <Override PartName="/ppt/media/image11.jpeg" ContentType="image/jpeg"/>
  <Override PartName="/ppt/media/image12.jpeg" ContentType="image/jpeg"/>
  <Override PartName="/ppt/media/image34.png" ContentType="image/png"/>
  <Override PartName="/ppt/media/image14.jpeg" ContentType="image/jpeg"/>
  <Override PartName="/ppt/media/image17.jpeg" ContentType="image/jpeg"/>
  <Override PartName="/ppt/media/image31.png" ContentType="image/png"/>
  <Override PartName="/ppt/media/image18.jpeg" ContentType="image/jpeg"/>
  <Override PartName="/ppt/media/image41.png" ContentType="image/png"/>
  <Override PartName="/ppt/media/image20.jpeg" ContentType="image/jpeg"/>
  <Override PartName="/ppt/media/image23.jpeg" ContentType="image/jpeg"/>
  <Override PartName="/ppt/media/image30.png" ContentType="image/png"/>
  <Override PartName="/ppt/media/image40.png" ContentType="image/png"/>
  <Override PartName="/ppt/media/image24.jpeg" ContentType="image/jpeg"/>
  <Override PartName="/ppt/media/image16.jpeg" ContentType="image/jpeg"/>
  <Override PartName="/ppt/media/image26.jpeg" ContentType="image/jpeg"/>
  <Override PartName="/ppt/media/image25.jpeg" ContentType="image/jpeg"/>
  <Override PartName="/ppt/media/image29.png" ContentType="image/png"/>
  <Override PartName="/ppt/media/image43.png" ContentType="image/png"/>
  <Override PartName="/ppt/media/image37.png" ContentType="image/png"/>
  <Override PartName="/ppt/media/image27.jpeg" ContentType="image/jpeg"/>
  <Override PartName="/ppt/media/image32.png" ContentType="image/png"/>
  <Override PartName="/ppt/media/image28.jpeg" ContentType="image/jpeg"/>
  <Override PartName="/ppt/media/image36.png" ContentType="image/png"/>
  <Override PartName="/ppt/media/image42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8" r:id="rId3"/>
    <p:sldMasterId id="214748391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0.xml"/><Relationship Id="rId4" Type="http://schemas.openxmlformats.org/officeDocument/2006/relationships/slideMaster" Target="slideMasters/slideMaster266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0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2" name="PlaceHolder 4"/>
          <p:cNvSpPr>
            <a:spLocks noGrp="1"/>
          </p:cNvSpPr>
          <p:nvPr>
            <p:ph type="dt" idx="49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3" name="PlaceHolder 5"/>
          <p:cNvSpPr>
            <a:spLocks noGrp="1"/>
          </p:cNvSpPr>
          <p:nvPr>
            <p:ph type="ftr" idx="49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4" name="PlaceHolder 6"/>
          <p:cNvSpPr>
            <a:spLocks noGrp="1"/>
          </p:cNvSpPr>
          <p:nvPr>
            <p:ph type="sldNum" idx="49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135475C-6164-4770-88CB-1245200AB95F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5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0" name="PlaceHolder 3"/>
          <p:cNvSpPr>
            <a:spLocks noGrp="1"/>
          </p:cNvSpPr>
          <p:nvPr>
            <p:ph type="sldNum" idx="50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95B814-6C55-4163-B739-0C527C3599A4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53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сменить дизайн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3.jpe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4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jpe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7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8.jpe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9.jpe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1.jpe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2.jpe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3.jpe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4.jpeg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5.jpeg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6.jpeg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7.jpeg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8.jpeg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9.jpeg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.jpeg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9.jpeg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0.jpeg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2.jpeg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0.jpeg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1.jpeg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2.jpeg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3.jpeg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4.jpeg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5.jpeg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6.jpeg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3.jpeg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4.jpeg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jpeg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7.png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8.jpeg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.png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1.jpeg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7.jpeg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2.jpeg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.png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3.jpeg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4.jpeg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.png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5.jpeg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6.jpeg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1.jpeg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3.jpeg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4.jpeg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5.jpeg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6.jpeg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7.jpeg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8.jpeg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9.jpeg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.jpeg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3.jpeg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9.jpeg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2.jpeg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0.jpeg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1.jpeg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2.jpeg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3.jpeg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4.jpeg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5.jpeg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6.jpeg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4.jpeg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3.jpeg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4.jpeg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jpeg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7.png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8.jpeg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.png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7.jpeg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1.jpeg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3.jpeg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jpeg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8.jpeg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7.png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8.jpeg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.png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4.jpeg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1.jpeg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3.jpeg"/>
</Relationships>
</file>

<file path=ppt/slideLayouts/_rels/slideLayout2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4.jpeg"/>
</Relationships>
</file>

<file path=ppt/slideLayouts/_rels/slideLayout2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5.jpeg"/>
</Relationships>
</file>

<file path=ppt/slideLayouts/_rels/slideLayout2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6.jpeg"/>
</Relationships>
</file>

<file path=ppt/slideLayouts/_rels/slideLayout2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7.jpeg"/>
</Relationships>
</file>

<file path=ppt/slideLayouts/_rels/slideLayout2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8.jpeg"/>
</Relationships>
</file>

<file path=ppt/slideLayouts/_rels/slideLayout2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5.jpeg"/>
</Relationships>
</file>

<file path=ppt/slideLayouts/_rels/slideLayout2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9.jpeg"/>
</Relationships>
</file>

<file path=ppt/slideLayouts/_rels/slideLayout2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.jpeg"/>
</Relationships>
</file>

<file path=ppt/slideLayouts/_rels/slideLayout2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9.jpeg"/>
</Relationships>
</file>

<file path=ppt/slideLayouts/_rels/slideLayout2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2.jpeg"/>
</Relationships>
</file>

<file path=ppt/slideLayouts/_rels/slideLayout2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0.jpeg"/>
</Relationships>
</file>

<file path=ppt/slideLayouts/_rels/slideLayout2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1.jpeg"/>
</Relationships>
</file>

<file path=ppt/slideLayouts/_rels/slideLayout2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2.jpeg"/>
</Relationships>
</file>

<file path=ppt/slideLayouts/_rels/slideLayout2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3.jpeg"/>
</Relationships>
</file>

<file path=ppt/slideLayouts/_rels/slideLayout2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4.jpeg"/>
</Relationships>
</file>

<file path=ppt/slideLayouts/_rels/slideLayout2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6.jpeg"/>
</Relationships>
</file>

<file path=ppt/slideLayouts/_rels/slideLayout2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5.jpeg"/>
</Relationships>
</file>

<file path=ppt/slideLayouts/_rels/slideLayout2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6.jpeg"/>
</Relationships>
</file>

<file path=ppt/slideLayouts/_rels/slideLayout2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3.jpeg"/>
</Relationships>
</file>

<file path=ppt/slideLayouts/_rels/slideLayout2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4.jpeg"/>
</Relationships>
</file>

<file path=ppt/slideLayouts/_rels/slideLayout2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
</Relationships>
</file>

<file path=ppt/slideLayouts/_rels/slideLayout2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jpeg"/>
</Relationships>
</file>

<file path=ppt/slideLayouts/_rels/slideLayout2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7.png"/>
</Relationships>
</file>

<file path=ppt/slideLayouts/_rels/slideLayout2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8.jpeg"/>
</Relationships>
</file>

<file path=ppt/slideLayouts/_rels/slideLayout2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.png"/>
</Relationships>
</file>

<file path=ppt/slideLayouts/_rels/slideLayout2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7.jpeg"/>
</Relationships>
</file>

<file path=ppt/slideLayouts/_rels/slideLayout2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
</Relationships>
</file>

<file path=ppt/slideLayouts/_rels/slideLayout2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7.jpeg"/>
</Relationships>
</file>

<file path=ppt/slideLayouts/_rels/slideLayout2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8.jpeg"/>
</Relationships>
</file>

<file path=ppt/slideLayouts/_rels/slideLayout2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8.jpeg"/>
</Relationships>
</file>

<file path=ppt/slideLayouts/_rels/slideLayout2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1.jpeg"/>
</Relationships>
</file>

<file path=ppt/slideLayouts/_rels/slideLayout2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3.jpeg"/>
</Relationships>
</file>

<file path=ppt/slideLayouts/_rels/slideLayout2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4.jpeg"/>
</Relationships>
</file>

<file path=ppt/slideLayouts/_rels/slideLayout2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5.jpeg"/>
</Relationships>
</file>

<file path=ppt/slideLayouts/_rels/slideLayout2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6.jpeg"/>
</Relationships>
</file>

<file path=ppt/slideLayouts/_rels/slideLayout2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7.jpeg"/>
</Relationships>
</file>

<file path=ppt/slideLayouts/_rels/slideLayout2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8.jpeg"/>
</Relationships>
</file>

<file path=ppt/slideLayouts/_rels/slideLayout2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9.jpeg"/>
</Relationships>
</file>

<file path=ppt/slideLayouts/_rels/slideLayout2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.jpeg"/>
</Relationships>
</file>

<file path=ppt/slideLayouts/_rels/slideLayout2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9.jpeg"/>
</Relationships>
</file>

<file path=ppt/slideLayouts/_rels/slideLayout2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9.jpeg"/>
</Relationships>
</file>

<file path=ppt/slideLayouts/_rels/slideLayout2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2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2.jpeg"/>
</Relationships>
</file>

<file path=ppt/slideLayouts/_rels/slideLayout2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0.jpeg"/>
</Relationships>
</file>

<file path=ppt/slideLayouts/_rels/slideLayout2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1.jpeg"/>
</Relationships>
</file>

<file path=ppt/slideLayouts/_rels/slideLayout2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2.jpeg"/>
</Relationships>
</file>

<file path=ppt/slideLayouts/_rels/slideLayout2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3.jpeg"/>
</Relationships>
</file>

<file path=ppt/slideLayouts/_rels/slideLayout2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4.jpeg"/>
</Relationships>
</file>

<file path=ppt/slideLayouts/_rels/slideLayout2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5.jpeg"/>
</Relationships>
</file>

<file path=ppt/slideLayouts/_rels/slideLayout2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26.jpeg"/>
</Relationships>
</file>

<file path=ppt/slideLayouts/_rels/slideLayout2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9.jpeg"/>
</Relationships>
</file>

<file path=ppt/slideLayouts/_rels/slideLayout2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4.jpeg"/>
</Relationships>
</file>

<file path=ppt/slideLayouts/_rels/slideLayout2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5.jpeg"/>
</Relationships>
</file>

<file path=ppt/slideLayouts/_rels/slideLayout2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6.jpeg"/>
</Relationships>
</file>

<file path=ppt/slideLayouts/_rels/slideLayout2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7.png"/>
</Relationships>
</file>

<file path=ppt/slideLayouts/_rels/slideLayout2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8.jpeg"/>
</Relationships>
</file>

<file path=ppt/slideLayouts/_rels/slideLayout2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.png"/>
</Relationships>
</file>

<file path=ppt/slideLayouts/_rels/slideLayout2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2.jpeg"/>
</Relationships>
</file>

<file path=ppt/slideLayouts/_rels/slideLayout2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0.png"/>
</Relationships>
</file>

<file path=ppt/slideLayouts/_rels/slideLayout2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1.jpeg"/>
</Relationships>
</file>

<file path=ppt/slideLayouts/_rels/slideLayout2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3.jpeg"/>
</Relationships>
</file>

<file path=ppt/slideLayouts/_rels/slideLayout2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0.jpeg"/>
</Relationships>
</file>

<file path=ppt/slideLayouts/_rels/slideLayout2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4.jpeg"/>
</Relationships>
</file>

<file path=ppt/slideLayouts/_rels/slideLayout2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5.jpeg"/>
</Relationships>
</file>

<file path=ppt/slideLayouts/_rels/slideLayout2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6.jpeg"/>
</Relationships>
</file>

<file path=ppt/slideLayouts/_rels/slideLayout2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7.jpeg"/>
</Relationships>
</file>

<file path=ppt/slideLayouts/_rels/slideLayout2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8.jpeg"/>
</Relationships>
</file>

<file path=ppt/slideLayouts/_rels/slideLayout2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2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9.jpeg"/>
</Relationships>
</file>

<file path=ppt/slideLayouts/_rels/slideLayout2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.jpeg"/>
</Relationships>
</file>

<file path=ppt/slideLayouts/_rels/slideLayout2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9.jpeg"/>
</Relationships>
</file>

<file path=ppt/slideLayouts/_rels/slideLayout2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2.jpeg"/>
</Relationships>
</file>

<file path=ppt/slideLayouts/_rels/slideLayout2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1.jpeg"/>
</Relationships>
</file>

<file path=ppt/slideLayouts/_rels/slideLayout3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0.jpeg"/>
</Relationships>
</file>

<file path=ppt/slideLayouts/_rels/slideLayout3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1.jpeg"/>
</Relationships>
</file>

<file path=ppt/slideLayouts/_rels/slideLayout3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2.jpeg"/>
</Relationships>
</file>

<file path=ppt/slideLayouts/_rels/slideLayout3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3.jpeg"/>
</Relationships>
</file>

<file path=ppt/slideLayouts/_rels/slideLayout3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4.jpeg"/>
</Relationships>
</file>

<file path=ppt/slideLayouts/_rels/slideLayout3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5.jpeg"/>
</Relationships>
</file>

<file path=ppt/slideLayouts/_rels/slideLayout3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6.jpeg"/>
</Relationships>
</file>

<file path=ppt/slideLayouts/_rels/slideLayout3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3.jpeg"/>
</Relationships>
</file>

<file path=ppt/slideLayouts/_rels/slideLayout3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4.jpeg"/>
</Relationships>
</file>

<file path=ppt/slideLayouts/_rels/slideLayout3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5.jpeg"/>
</Relationships>
</file>

<file path=ppt/slideLayouts/_rels/slideLayout3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6.jpeg"/>
</Relationships>
</file>

<file path=ppt/slideLayouts/_rels/slideLayout3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7.png"/>
</Relationships>
</file>

<file path=ppt/slideLayouts/_rels/slideLayout3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8.jpeg"/>
</Relationships>
</file>

<file path=ppt/slideLayouts/_rels/slideLayout3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.png"/>
</Relationships>
</file>

<file path=ppt/slideLayouts/_rels/slideLayout3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0.png"/>
</Relationships>
</file>

<file path=ppt/slideLayouts/_rels/slideLayout3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2.jpeg"/>
</Relationships>
</file>

<file path=ppt/slideLayouts/_rels/slideLayout3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7.jpeg"/>
</Relationships>
</file>

<file path=ppt/slideLayouts/_rels/slideLayout3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.png"/>
</Relationships>
</file>

<file path=ppt/slideLayouts/_rels/slideLayout3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3.jpeg"/>
</Relationships>
</file>

<file path=ppt/slideLayouts/_rels/slideLayout3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4.jpeg"/>
</Relationships>
</file>

<file path=ppt/slideLayouts/_rels/slideLayout3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5.jpeg"/>
</Relationships>
</file>

<file path=ppt/slideLayouts/_rels/slideLayout3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.png"/>
</Relationships>
</file>

<file path=ppt/slideLayouts/_rels/slideLayout3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6.jpeg"/>
</Relationships>
</file>

<file path=ppt/slideLayouts/_rels/slideLayout3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1.jpeg"/>
</Relationships>
</file>

<file path=ppt/slideLayouts/_rels/slideLayout3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3.jpeg"/>
</Relationships>
</file>

<file path=ppt/slideLayouts/_rels/slideLayout3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3.jpeg"/>
</Relationships>
</file>

<file path=ppt/slideLayouts/_rels/slideLayout3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4.jpeg"/>
</Relationships>
</file>

<file path=ppt/slideLayouts/_rels/slideLayout3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5.jpeg"/>
</Relationships>
</file>

<file path=ppt/slideLayouts/_rels/slideLayout3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6.jpeg"/>
</Relationships>
</file>

<file path=ppt/slideLayouts/_rels/slideLayout3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7.jpeg"/>
</Relationships>
</file>

<file path=ppt/slideLayouts/_rels/slideLayout3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8.jpeg"/>
</Relationships>
</file>

<file path=ppt/slideLayouts/_rels/slideLayout3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9.jpeg"/>
</Relationships>
</file>

<file path=ppt/slideLayouts/_rels/slideLayout3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.jpeg"/>
</Relationships>
</file>

<file path=ppt/slideLayouts/_rels/slideLayout3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9.jpeg"/>
</Relationships>
</file>

<file path=ppt/slideLayouts/_rels/slideLayout3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2.jpeg"/>
</Relationships>
</file>

<file path=ppt/slideLayouts/_rels/slideLayout3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4.jpeg"/>
</Relationships>
</file>

<file path=ppt/slideLayouts/_rels/slideLayout3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0.jpeg"/>
</Relationships>
</file>

<file path=ppt/slideLayouts/_rels/slideLayout3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1.jpeg"/>
</Relationships>
</file>

<file path=ppt/slideLayouts/_rels/slideLayout3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2.jpeg"/>
</Relationships>
</file>

<file path=ppt/slideLayouts/_rels/slideLayout3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3.jpeg"/>
</Relationships>
</file>

<file path=ppt/slideLayouts/_rels/slideLayout3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3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4.jpeg"/>
</Relationships>
</file>

<file path=ppt/slideLayouts/_rels/slideLayout3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5.jpeg"/>
</Relationships>
</file>

<file path=ppt/slideLayouts/_rels/slideLayout3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6.jpeg"/>
</Relationships>
</file>

<file path=ppt/slideLayouts/_rels/slideLayout3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3.jpeg"/>
</Relationships>
</file>

<file path=ppt/slideLayouts/_rels/slideLayout3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4.jpeg"/>
</Relationships>
</file>

<file path=ppt/slideLayouts/_rels/slideLayout3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5.jpeg"/>
</Relationships>
</file>

<file path=ppt/slideLayouts/_rels/slideLayout4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5.jpeg"/>
</Relationships>
</file>

<file path=ppt/slideLayouts/_rels/slideLayout4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6.jpeg"/>
</Relationships>
</file>

<file path=ppt/slideLayouts/_rels/slideLayout4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7.png"/>
</Relationships>
</file>

<file path=ppt/slideLayouts/_rels/slideLayout4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8.jpeg"/>
</Relationships>
</file>

<file path=ppt/slideLayouts/_rels/slideLayout4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.png"/>
</Relationships>
</file>

<file path=ppt/slideLayouts/_rels/slideLayout4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0.png"/>
</Relationships>
</file>

<file path=ppt/slideLayouts/_rels/slideLayout4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6.jpeg"/>
</Relationships>
</file>

<file path=ppt/slideLayouts/_rels/slideLayout4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7.jpeg"/>
</Relationships>
</file>

<file path=ppt/slideLayouts/_rels/slideLayout4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1.jpeg"/>
</Relationships>
</file>

<file path=ppt/slideLayouts/_rels/slideLayout4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3.jpeg"/>
</Relationships>
</file>

<file path=ppt/slideLayouts/_rels/slideLayout4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4.jpeg"/>
</Relationships>
</file>

<file path=ppt/slideLayouts/_rels/slideLayout4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8.jpeg"/>
</Relationships>
</file>

<file path=ppt/slideLayouts/_rels/slideLayout4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7.png"/>
</Relationships>
</file>

<file path=ppt/slideLayouts/_rels/slideLayout4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8.jpeg"/>
</Relationships>
</file>

<file path=ppt/slideLayouts/_rels/slideLayout4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.png"/>
</Relationships>
</file>

<file path=ppt/slideLayouts/_rels/slideLayout4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0.png"/>
</Relationships>
</file>

<file path=ppt/slideLayouts/_rels/slideLayout4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5.jpeg"/>
</Relationships>
</file>

<file path=ppt/slideLayouts/_rels/slideLayout4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1.jpeg"/>
</Relationships>
</file>

<file path=ppt/slideLayouts/_rels/slideLayout4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3.jpeg"/>
</Relationships>
</file>

<file path=ppt/slideLayouts/_rels/slideLayout4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4.jpeg"/>
</Relationships>
</file>

<file path=ppt/slideLayouts/_rels/slideLayout4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5.jpeg"/>
</Relationships>
</file>

<file path=ppt/slideLayouts/_rels/slideLayout4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6.jpeg"/>
</Relationships>
</file>

<file path=ppt/slideLayouts/_rels/slideLayout4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7.jpeg"/>
</Relationships>
</file>

<file path=ppt/slideLayouts/_rels/slideLayout4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8.jpeg"/>
</Relationships>
</file>

<file path=ppt/slideLayouts/_rels/slideLayout4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9.jpeg"/>
</Relationships>
</file>

<file path=ppt/slideLayouts/_rels/slideLayout4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6.jpeg"/>
</Relationships>
</file>

<file path=ppt/slideLayouts/_rels/slideLayout4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.jpeg"/>
</Relationships>
</file>

<file path=ppt/slideLayouts/_rels/slideLayout4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9.jpeg"/>
</Relationships>
</file>

<file path=ppt/slideLayouts/_rels/slideLayout4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2.jpeg"/>
</Relationships>
</file>

<file path=ppt/slideLayouts/_rels/slideLayout4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0.jpeg"/>
</Relationships>
</file>

<file path=ppt/slideLayouts/_rels/slideLayout4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1.jpeg"/>
</Relationships>
</file>

<file path=ppt/slideLayouts/_rels/slideLayout4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2.jpeg"/>
</Relationships>
</file>

<file path=ppt/slideLayouts/_rels/slideLayout4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3.jpeg"/>
</Relationships>
</file>

<file path=ppt/slideLayouts/_rels/slideLayout4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4.jpeg"/>
</Relationships>
</file>

<file path=ppt/slideLayouts/_rels/slideLayout4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5.jpeg"/>
</Relationships>
</file>

<file path=ppt/slideLayouts/_rels/slideLayout4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7.jpeg"/>
</Relationships>
</file>

<file path=ppt/slideLayouts/_rels/slideLayout4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6.jpeg"/>
</Relationships>
</file>

<file path=ppt/slideLayouts/_rels/slideLayout4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3.jpeg"/>
</Relationships>
</file>

<file path=ppt/slideLayouts/_rels/slideLayout4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4.jpeg"/>
</Relationships>
</file>

<file path=ppt/slideLayouts/_rels/slideLayout4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5.jpeg"/>
</Relationships>
</file>

<file path=ppt/slideLayouts/_rels/slideLayout4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6.jpeg"/>
</Relationships>
</file>

<file path=ppt/slideLayouts/_rels/slideLayout4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7.png"/>
</Relationships>
</file>

<file path=ppt/slideLayouts/_rels/slideLayout4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8.jpeg"/>
</Relationships>
</file>

<file path=ppt/slideLayouts/_rels/slideLayout4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.png"/>
</Relationships>
</file>

<file path=ppt/slideLayouts/_rels/slideLayout4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8.jpeg"/>
</Relationships>
</file>

<file path=ppt/slideLayouts/_rels/slideLayout4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0.png"/>
</Relationships>
</file>

<file path=ppt/slideLayouts/_rels/slideLayout4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7.jpeg"/>
</Relationships>
</file>

<file path=ppt/slideLayouts/_rels/slideLayout4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8.jpeg"/>
</Relationships>
</file>

<file path=ppt/slideLayouts/_rels/slideLayout4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1.jpeg"/>
</Relationships>
</file>

<file path=ppt/slideLayouts/_rels/slideLayout4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9.jpeg"/>
</Relationships>
</file>

<file path=ppt/slideLayouts/_rels/slideLayout4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3.jpeg"/>
</Relationships>
</file>

<file path=ppt/slideLayouts/_rels/slideLayout4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4.jpeg"/>
</Relationships>
</file>

<file path=ppt/slideLayouts/_rels/slideLayout4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5.jpeg"/>
</Relationships>
</file>

<file path=ppt/slideLayouts/_rels/slideLayout4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6.jpeg"/>
</Relationships>
</file>

<file path=ppt/slideLayouts/_rels/slideLayout4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7.jpeg"/>
</Relationships>
</file>

<file path=ppt/slideLayouts/_rels/slideLayout4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8.jpeg"/>
</Relationships>
</file>

<file path=ppt/slideLayouts/_rels/slideLayout4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9.jpeg"/>
</Relationships>
</file>

<file path=ppt/slideLayouts/_rels/slideLayout4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.jpeg"/>
</Relationships>
</file>

<file path=ppt/slideLayouts/_rels/slideLayout4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9.jpeg"/>
</Relationships>
</file>

<file path=ppt/slideLayouts/_rels/slideLayout4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.jpeg"/>
</Relationships>
</file>

<file path=ppt/slideLayouts/_rels/slideLayout4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12.jpeg"/>
</Relationships>
</file>

<file path=ppt/slideLayouts/_rels/slideLayout4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
</Relationships>
</file>

<file path=ppt/slideLayouts/_rels/slideLayout4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0.jpeg"/>
</Relationships>
</file>

<file path=ppt/slideLayouts/_rels/slideLayout4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1.jpeg"/>
</Relationships>
</file>

<file path=ppt/slideLayouts/_rels/slideLayout4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2.jpeg"/>
</Relationships>
</file>

<file path=ppt/slideLayouts/_rels/slideLayout4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3.jpeg"/>
</Relationships>
</file>

<file path=ppt/slideLayouts/_rels/slideLayout4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4.jpeg"/>
</Relationships>
</file>

<file path=ppt/slideLayouts/_rels/slideLayout4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5.jpeg"/>
</Relationships>
</file>

<file path=ppt/slideLayouts/_rels/slideLayout4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26.jpeg"/>
</Relationships>
</file>

<file path=ppt/slideLayouts/_rels/slideLayout4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6.xml"/><Relationship Id="rId2" Type="http://schemas.openxmlformats.org/officeDocument/2006/relationships/image" Target="../media/image3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-500040" y="-2071800"/>
            <a:ext cx="10143360" cy="811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A108862-1E08-4C1F-8549-8C8A0DA2A851}" type="slidenum">
              <a: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8;p67"/>
          <p:cNvSpPr/>
          <p:nvPr/>
        </p:nvSpPr>
        <p:spPr>
          <a:xfrm>
            <a:off x="8256960" y="4690080"/>
            <a:ext cx="254160" cy="254160"/>
          </a:xfrm>
          <a:prstGeom prst="ellipse">
            <a:avLst/>
          </a:prstGeom>
          <a:solidFill>
            <a:srgbClr val="00af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cxnSp>
        <p:nvCxnSpPr>
          <p:cNvPr id="3" name="Google Shape;79;p67"/>
          <p:cNvCxnSpPr/>
          <p:nvPr/>
        </p:nvCxnSpPr>
        <p:spPr>
          <a:xfrm flipH="1">
            <a:off x="1464480" y="4817520"/>
            <a:ext cx="6652800" cy="720"/>
          </a:xfrm>
          <a:prstGeom prst="straightConnector1">
            <a:avLst/>
          </a:prstGeom>
          <a:ln w="19050">
            <a:solidFill>
              <a:srgbClr val="00afd2"/>
            </a:solidFill>
            <a:miter/>
          </a:ln>
        </p:spPr>
      </p:cxnSp>
      <p:sp>
        <p:nvSpPr>
          <p:cNvPr id="4" name="Google Shape;80;p67"/>
          <p:cNvSpPr/>
          <p:nvPr/>
        </p:nvSpPr>
        <p:spPr>
          <a:xfrm>
            <a:off x="630000" y="4740480"/>
            <a:ext cx="888840" cy="1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00afd2"/>
                </a:solidFill>
                <a:effectLst/>
                <a:uFillTx/>
                <a:latin typeface="Helvetica Neue"/>
                <a:ea typeface="Helvetica Neue"/>
              </a:rPr>
              <a:t>Business </a:t>
            </a:r>
            <a:r>
              <a:rPr b="0" lang="ru" sz="800" strike="noStrike" u="none">
                <a:solidFill>
                  <a:srgbClr val="050a19"/>
                </a:solidFill>
                <a:effectLst/>
                <a:uFillTx/>
                <a:latin typeface="Helvetica Neue"/>
                <a:ea typeface="Helvetica Neue"/>
              </a:rPr>
              <a:t>Plan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628560" y="685080"/>
            <a:ext cx="78861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25680" y="187920"/>
            <a:ext cx="7891560" cy="524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303040" y="4721040"/>
            <a:ext cx="162000" cy="1602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BCF7C1D-B923-4B24-AC8E-E52775C5A554}" type="slidenum">
              <a: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757080" y="784080"/>
            <a:ext cx="7757280" cy="18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757080" y="271440"/>
            <a:ext cx="7757280" cy="50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Google Shape;87;p68"/>
          <p:cNvCxnSpPr/>
          <p:nvPr/>
        </p:nvCxnSpPr>
        <p:spPr>
          <a:xfrm>
            <a:off x="645840" y="342720"/>
            <a:ext cx="720" cy="60840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cxnSp>
        <p:nvCxnSpPr>
          <p:cNvPr id="11" name="Google Shape;88;p68"/>
          <p:cNvCxnSpPr/>
          <p:nvPr/>
        </p:nvCxnSpPr>
        <p:spPr>
          <a:xfrm>
            <a:off x="8497800" y="4800600"/>
            <a:ext cx="720" cy="14976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sp>
        <p:nvSpPr>
          <p:cNvPr id="12" name="PlaceHolder 3"/>
          <p:cNvSpPr>
            <a:spLocks noGrp="1"/>
          </p:cNvSpPr>
          <p:nvPr>
            <p:ph type="sldNum" idx="3"/>
          </p:nvPr>
        </p:nvSpPr>
        <p:spPr>
          <a:xfrm>
            <a:off x="8289720" y="4795920"/>
            <a:ext cx="131400" cy="13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F024F2-6B8E-410B-A1BB-B169FF392890}" type="slidenum">
              <a: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6;p17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" name="Google Shape;17;p17"/>
          <p:cNvSpPr/>
          <p:nvPr/>
        </p:nvSpPr>
        <p:spPr>
          <a:xfrm>
            <a:off x="293400" y="4792320"/>
            <a:ext cx="31622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chemeClr val="lt1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18;p17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91;p69"/>
          <p:cNvGrpSpPr/>
          <p:nvPr/>
        </p:nvGrpSpPr>
        <p:grpSpPr>
          <a:xfrm>
            <a:off x="413640" y="4518000"/>
            <a:ext cx="1564920" cy="611280"/>
            <a:chOff x="413640" y="4518000"/>
            <a:chExt cx="1564920" cy="611280"/>
          </a:xfrm>
        </p:grpSpPr>
        <p:sp>
          <p:nvSpPr>
            <p:cNvPr id="17" name="Google Shape;92;p69"/>
            <p:cNvSpPr/>
            <p:nvPr/>
          </p:nvSpPr>
          <p:spPr>
            <a:xfrm>
              <a:off x="413640" y="4518000"/>
              <a:ext cx="15649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df797d"/>
                  </a:solidFill>
                  <a:effectLst/>
                  <a:uFillTx/>
                  <a:latin typeface="Open Sans SemiBold"/>
                  <a:ea typeface="Open Sans SemiBold"/>
                </a:rPr>
                <a:t>Business Plan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93;p69"/>
            <p:cNvSpPr/>
            <p:nvPr/>
          </p:nvSpPr>
          <p:spPr>
            <a:xfrm>
              <a:off x="413640" y="4708800"/>
              <a:ext cx="1078920" cy="33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rIns="17280" tIns="17280" bIns="1728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sldNum" idx="4"/>
          </p:nvPr>
        </p:nvSpPr>
        <p:spPr>
          <a:xfrm>
            <a:off x="8622360" y="4686480"/>
            <a:ext cx="152280" cy="2116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just">
              <a:lnSpc>
                <a:spcPct val="15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fld id="{911E025A-D2CD-4365-B5C4-1026F46AC612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1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96;p70"/>
          <p:cNvGrpSpPr/>
          <p:nvPr/>
        </p:nvGrpSpPr>
        <p:grpSpPr>
          <a:xfrm>
            <a:off x="502920" y="4627080"/>
            <a:ext cx="974520" cy="174240"/>
            <a:chOff x="502920" y="4627080"/>
            <a:chExt cx="974520" cy="174240"/>
          </a:xfrm>
        </p:grpSpPr>
        <p:sp>
          <p:nvSpPr>
            <p:cNvPr id="21" name="Google Shape;97;p70"/>
            <p:cNvSpPr/>
            <p:nvPr/>
          </p:nvSpPr>
          <p:spPr>
            <a:xfrm>
              <a:off x="1293120" y="4653000"/>
              <a:ext cx="184320" cy="147960"/>
            </a:xfrm>
            <a:custGeom>
              <a:avLst/>
              <a:gdLst>
                <a:gd name="textAreaLeft" fmla="*/ 0 w 184320"/>
                <a:gd name="textAreaRight" fmla="*/ 185040 w 184320"/>
                <a:gd name="textAreaTop" fmla="*/ 0 h 147960"/>
                <a:gd name="textAreaBottom" fmla="*/ 148680 h 1479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21600" y="2606"/>
                  </a:moveTo>
                  <a:cubicBezTo>
                    <a:pt x="20757" y="3127"/>
                    <a:pt x="19913" y="3648"/>
                    <a:pt x="19117" y="3648"/>
                  </a:cubicBezTo>
                  <a:cubicBezTo>
                    <a:pt x="19913" y="3127"/>
                    <a:pt x="20757" y="2085"/>
                    <a:pt x="20757" y="579"/>
                  </a:cubicBezTo>
                  <a:cubicBezTo>
                    <a:pt x="19913" y="1100"/>
                    <a:pt x="19117" y="1564"/>
                    <a:pt x="18226" y="2085"/>
                  </a:cubicBezTo>
                  <a:cubicBezTo>
                    <a:pt x="17430" y="1100"/>
                    <a:pt x="16165" y="0"/>
                    <a:pt x="14947" y="0"/>
                  </a:cubicBezTo>
                  <a:cubicBezTo>
                    <a:pt x="12416" y="0"/>
                    <a:pt x="10355" y="2606"/>
                    <a:pt x="10355" y="5675"/>
                  </a:cubicBezTo>
                  <a:cubicBezTo>
                    <a:pt x="10355" y="6196"/>
                    <a:pt x="10355" y="6717"/>
                    <a:pt x="10777" y="6717"/>
                  </a:cubicBezTo>
                  <a:cubicBezTo>
                    <a:pt x="7075" y="6717"/>
                    <a:pt x="3702" y="4691"/>
                    <a:pt x="1640" y="1100"/>
                  </a:cubicBezTo>
                  <a:cubicBezTo>
                    <a:pt x="1218" y="2085"/>
                    <a:pt x="797" y="3127"/>
                    <a:pt x="797" y="4169"/>
                  </a:cubicBezTo>
                  <a:cubicBezTo>
                    <a:pt x="797" y="5675"/>
                    <a:pt x="1640" y="7760"/>
                    <a:pt x="2858" y="8744"/>
                  </a:cubicBezTo>
                  <a:cubicBezTo>
                    <a:pt x="2062" y="8281"/>
                    <a:pt x="1640" y="8281"/>
                    <a:pt x="797" y="7760"/>
                  </a:cubicBezTo>
                  <a:cubicBezTo>
                    <a:pt x="797" y="10308"/>
                    <a:pt x="2483" y="12856"/>
                    <a:pt x="4592" y="13377"/>
                  </a:cubicBezTo>
                  <a:cubicBezTo>
                    <a:pt x="4170" y="13377"/>
                    <a:pt x="3702" y="13377"/>
                    <a:pt x="3280" y="13377"/>
                  </a:cubicBezTo>
                  <a:cubicBezTo>
                    <a:pt x="2858" y="13377"/>
                    <a:pt x="2858" y="13377"/>
                    <a:pt x="2483" y="13377"/>
                  </a:cubicBezTo>
                  <a:cubicBezTo>
                    <a:pt x="2858" y="15404"/>
                    <a:pt x="4592" y="17025"/>
                    <a:pt x="6653" y="17025"/>
                  </a:cubicBezTo>
                  <a:cubicBezTo>
                    <a:pt x="4967" y="18473"/>
                    <a:pt x="3280" y="19573"/>
                    <a:pt x="1218" y="19573"/>
                  </a:cubicBezTo>
                  <a:cubicBezTo>
                    <a:pt x="797" y="19573"/>
                    <a:pt x="375" y="19573"/>
                    <a:pt x="0" y="19573"/>
                  </a:cubicBezTo>
                  <a:cubicBezTo>
                    <a:pt x="2062" y="21079"/>
                    <a:pt x="4170" y="21600"/>
                    <a:pt x="6653" y="21600"/>
                  </a:cubicBezTo>
                  <a:cubicBezTo>
                    <a:pt x="14947" y="21600"/>
                    <a:pt x="19117" y="13377"/>
                    <a:pt x="19117" y="6196"/>
                  </a:cubicBezTo>
                  <a:lnTo>
                    <a:pt x="19117" y="5675"/>
                  </a:lnTo>
                  <a:cubicBezTo>
                    <a:pt x="20335" y="4691"/>
                    <a:pt x="20757" y="4169"/>
                    <a:pt x="21600" y="2606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rgbClr val="5e5e5e"/>
                </a:solidFill>
                <a:effectLst/>
                <a:uFillTx/>
                <a:latin typeface="Helvetica Neue"/>
                <a:ea typeface="Helvetica Neue"/>
              </a:endParaRPr>
            </a:p>
          </p:txBody>
        </p:sp>
        <p:sp>
          <p:nvSpPr>
            <p:cNvPr id="22" name="Google Shape;98;p70"/>
            <p:cNvSpPr/>
            <p:nvPr/>
          </p:nvSpPr>
          <p:spPr>
            <a:xfrm>
              <a:off x="897840" y="4627080"/>
              <a:ext cx="170280" cy="17388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3880"/>
                <a:gd name="textAreaBottom" fmla="*/ 174600 h 1738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7534" y="10601"/>
                  </a:moveTo>
                  <a:cubicBezTo>
                    <a:pt x="17534" y="14135"/>
                    <a:pt x="14434" y="17220"/>
                    <a:pt x="10825" y="17220"/>
                  </a:cubicBezTo>
                  <a:cubicBezTo>
                    <a:pt x="7217" y="17220"/>
                    <a:pt x="4015" y="14135"/>
                    <a:pt x="4015" y="10601"/>
                  </a:cubicBezTo>
                  <a:cubicBezTo>
                    <a:pt x="4015" y="10103"/>
                    <a:pt x="4472" y="10103"/>
                    <a:pt x="4472" y="9705"/>
                  </a:cubicBezTo>
                  <a:cubicBezTo>
                    <a:pt x="0" y="9705"/>
                    <a:pt x="0" y="9705"/>
                    <a:pt x="0" y="9705"/>
                  </a:cubicBezTo>
                  <a:cubicBezTo>
                    <a:pt x="0" y="18066"/>
                    <a:pt x="0" y="18066"/>
                    <a:pt x="0" y="18066"/>
                  </a:cubicBezTo>
                  <a:cubicBezTo>
                    <a:pt x="0" y="19858"/>
                    <a:pt x="1321" y="21600"/>
                    <a:pt x="3151" y="21600"/>
                  </a:cubicBezTo>
                  <a:cubicBezTo>
                    <a:pt x="18449" y="21600"/>
                    <a:pt x="18449" y="21600"/>
                    <a:pt x="18449" y="21600"/>
                  </a:cubicBezTo>
                  <a:cubicBezTo>
                    <a:pt x="20228" y="21600"/>
                    <a:pt x="21600" y="19858"/>
                    <a:pt x="21600" y="18066"/>
                  </a:cubicBezTo>
                  <a:cubicBezTo>
                    <a:pt x="21600" y="9705"/>
                    <a:pt x="21600" y="9705"/>
                    <a:pt x="21600" y="9705"/>
                  </a:cubicBezTo>
                  <a:cubicBezTo>
                    <a:pt x="17128" y="9705"/>
                    <a:pt x="17128" y="9705"/>
                    <a:pt x="17128" y="9705"/>
                  </a:cubicBezTo>
                  <a:cubicBezTo>
                    <a:pt x="17128" y="10103"/>
                    <a:pt x="17534" y="10103"/>
                    <a:pt x="17534" y="10601"/>
                  </a:cubicBezTo>
                  <a:close/>
                  <a:moveTo>
                    <a:pt x="18449" y="0"/>
                  </a:moveTo>
                  <a:cubicBezTo>
                    <a:pt x="3151" y="0"/>
                    <a:pt x="3151" y="0"/>
                    <a:pt x="3151" y="0"/>
                  </a:cubicBezTo>
                  <a:cubicBezTo>
                    <a:pt x="1321" y="0"/>
                    <a:pt x="0" y="1792"/>
                    <a:pt x="0" y="3534"/>
                  </a:cubicBezTo>
                  <a:cubicBezTo>
                    <a:pt x="0" y="7067"/>
                    <a:pt x="0" y="7067"/>
                    <a:pt x="0" y="7067"/>
                  </a:cubicBezTo>
                  <a:cubicBezTo>
                    <a:pt x="5387" y="7067"/>
                    <a:pt x="5387" y="7067"/>
                    <a:pt x="5387" y="7067"/>
                  </a:cubicBezTo>
                  <a:cubicBezTo>
                    <a:pt x="6709" y="5276"/>
                    <a:pt x="8538" y="4429"/>
                    <a:pt x="10825" y="4429"/>
                  </a:cubicBezTo>
                  <a:cubicBezTo>
                    <a:pt x="13062" y="4429"/>
                    <a:pt x="14840" y="5276"/>
                    <a:pt x="16213" y="7067"/>
                  </a:cubicBezTo>
                  <a:cubicBezTo>
                    <a:pt x="21600" y="7067"/>
                    <a:pt x="21600" y="7067"/>
                    <a:pt x="21600" y="7067"/>
                  </a:cubicBezTo>
                  <a:cubicBezTo>
                    <a:pt x="21600" y="3534"/>
                    <a:pt x="21600" y="3534"/>
                    <a:pt x="21600" y="3534"/>
                  </a:cubicBezTo>
                  <a:cubicBezTo>
                    <a:pt x="21600" y="1792"/>
                    <a:pt x="20228" y="0"/>
                    <a:pt x="18449" y="0"/>
                  </a:cubicBezTo>
                  <a:close/>
                  <a:moveTo>
                    <a:pt x="19821" y="4429"/>
                  </a:moveTo>
                  <a:cubicBezTo>
                    <a:pt x="19821" y="4429"/>
                    <a:pt x="19821" y="4828"/>
                    <a:pt x="19364" y="4828"/>
                  </a:cubicBezTo>
                  <a:cubicBezTo>
                    <a:pt x="17534" y="4828"/>
                    <a:pt x="17534" y="4828"/>
                    <a:pt x="17534" y="4828"/>
                  </a:cubicBezTo>
                  <a:cubicBezTo>
                    <a:pt x="17128" y="4828"/>
                    <a:pt x="16670" y="4429"/>
                    <a:pt x="16670" y="4429"/>
                  </a:cubicBezTo>
                  <a:cubicBezTo>
                    <a:pt x="16670" y="2638"/>
                    <a:pt x="16670" y="2638"/>
                    <a:pt x="16670" y="2638"/>
                  </a:cubicBezTo>
                  <a:cubicBezTo>
                    <a:pt x="16670" y="2190"/>
                    <a:pt x="17128" y="1792"/>
                    <a:pt x="17534" y="1792"/>
                  </a:cubicBezTo>
                  <a:cubicBezTo>
                    <a:pt x="19364" y="1792"/>
                    <a:pt x="19364" y="1792"/>
                    <a:pt x="19364" y="1792"/>
                  </a:cubicBezTo>
                  <a:cubicBezTo>
                    <a:pt x="19821" y="1792"/>
                    <a:pt x="19821" y="2190"/>
                    <a:pt x="19821" y="2638"/>
                  </a:cubicBezTo>
                  <a:lnTo>
                    <a:pt x="19821" y="4429"/>
                  </a:lnTo>
                  <a:close/>
                  <a:moveTo>
                    <a:pt x="14840" y="10601"/>
                  </a:moveTo>
                  <a:cubicBezTo>
                    <a:pt x="14840" y="8361"/>
                    <a:pt x="13062" y="6619"/>
                    <a:pt x="10825" y="6619"/>
                  </a:cubicBezTo>
                  <a:cubicBezTo>
                    <a:pt x="8538" y="6619"/>
                    <a:pt x="6709" y="8361"/>
                    <a:pt x="6709" y="10601"/>
                  </a:cubicBezTo>
                  <a:cubicBezTo>
                    <a:pt x="6709" y="12791"/>
                    <a:pt x="8538" y="14582"/>
                    <a:pt x="10825" y="14582"/>
                  </a:cubicBezTo>
                  <a:cubicBezTo>
                    <a:pt x="13062" y="14582"/>
                    <a:pt x="14840" y="12791"/>
                    <a:pt x="14840" y="10601"/>
                  </a:cubicBezTo>
                  <a:close/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rgbClr val="5e5e5e"/>
                </a:solidFill>
                <a:effectLst/>
                <a:uFillTx/>
                <a:latin typeface="Helvetica Neue"/>
                <a:ea typeface="Helvetica Neue"/>
              </a:endParaRPr>
            </a:p>
          </p:txBody>
        </p:sp>
        <p:sp>
          <p:nvSpPr>
            <p:cNvPr id="23" name="Google Shape;99;p70"/>
            <p:cNvSpPr/>
            <p:nvPr/>
          </p:nvSpPr>
          <p:spPr>
            <a:xfrm>
              <a:off x="502920" y="4629960"/>
              <a:ext cx="170280" cy="17136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1360"/>
                <a:gd name="textAreaBottom" fmla="*/ 172080 h 171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8906" y="0"/>
                  </a:moveTo>
                  <a:cubicBezTo>
                    <a:pt x="2694" y="0"/>
                    <a:pt x="2694" y="0"/>
                    <a:pt x="2694" y="0"/>
                  </a:cubicBezTo>
                  <a:cubicBezTo>
                    <a:pt x="1372" y="0"/>
                    <a:pt x="0" y="1369"/>
                    <a:pt x="0" y="2687"/>
                  </a:cubicBezTo>
                  <a:cubicBezTo>
                    <a:pt x="0" y="18862"/>
                    <a:pt x="0" y="18862"/>
                    <a:pt x="0" y="18862"/>
                  </a:cubicBezTo>
                  <a:cubicBezTo>
                    <a:pt x="0" y="20231"/>
                    <a:pt x="1372" y="21600"/>
                    <a:pt x="2694" y="21600"/>
                  </a:cubicBezTo>
                  <a:cubicBezTo>
                    <a:pt x="10825" y="21600"/>
                    <a:pt x="10825" y="21600"/>
                    <a:pt x="10825" y="21600"/>
                  </a:cubicBezTo>
                  <a:cubicBezTo>
                    <a:pt x="10825" y="13893"/>
                    <a:pt x="10825" y="13893"/>
                    <a:pt x="10825" y="13893"/>
                  </a:cubicBezTo>
                  <a:cubicBezTo>
                    <a:pt x="8132" y="13893"/>
                    <a:pt x="8132" y="13893"/>
                    <a:pt x="8132" y="13893"/>
                  </a:cubicBezTo>
                  <a:cubicBezTo>
                    <a:pt x="8132" y="10344"/>
                    <a:pt x="8132" y="10344"/>
                    <a:pt x="8132" y="10344"/>
                  </a:cubicBezTo>
                  <a:cubicBezTo>
                    <a:pt x="10825" y="10344"/>
                    <a:pt x="10825" y="10344"/>
                    <a:pt x="10825" y="10344"/>
                  </a:cubicBezTo>
                  <a:cubicBezTo>
                    <a:pt x="10825" y="8518"/>
                    <a:pt x="10825" y="8518"/>
                    <a:pt x="10825" y="8518"/>
                  </a:cubicBezTo>
                  <a:cubicBezTo>
                    <a:pt x="10825" y="6287"/>
                    <a:pt x="13062" y="4056"/>
                    <a:pt x="15298" y="4056"/>
                  </a:cubicBezTo>
                  <a:cubicBezTo>
                    <a:pt x="17585" y="4056"/>
                    <a:pt x="17585" y="4056"/>
                    <a:pt x="17585" y="4056"/>
                  </a:cubicBezTo>
                  <a:cubicBezTo>
                    <a:pt x="17585" y="8113"/>
                    <a:pt x="17585" y="8113"/>
                    <a:pt x="17585" y="8113"/>
                  </a:cubicBezTo>
                  <a:cubicBezTo>
                    <a:pt x="15755" y="8113"/>
                    <a:pt x="15755" y="8113"/>
                    <a:pt x="15755" y="8113"/>
                  </a:cubicBezTo>
                  <a:cubicBezTo>
                    <a:pt x="14840" y="8113"/>
                    <a:pt x="14840" y="8113"/>
                    <a:pt x="14840" y="8518"/>
                  </a:cubicBezTo>
                  <a:cubicBezTo>
                    <a:pt x="14840" y="10344"/>
                    <a:pt x="14840" y="10344"/>
                    <a:pt x="14840" y="10344"/>
                  </a:cubicBezTo>
                  <a:cubicBezTo>
                    <a:pt x="17585" y="10344"/>
                    <a:pt x="17585" y="10344"/>
                    <a:pt x="17585" y="10344"/>
                  </a:cubicBezTo>
                  <a:cubicBezTo>
                    <a:pt x="17585" y="13893"/>
                    <a:pt x="17585" y="13893"/>
                    <a:pt x="17585" y="13893"/>
                  </a:cubicBezTo>
                  <a:cubicBezTo>
                    <a:pt x="14840" y="13893"/>
                    <a:pt x="14840" y="13893"/>
                    <a:pt x="14840" y="13893"/>
                  </a:cubicBezTo>
                  <a:cubicBezTo>
                    <a:pt x="14840" y="21600"/>
                    <a:pt x="14840" y="21600"/>
                    <a:pt x="14840" y="21600"/>
                  </a:cubicBezTo>
                  <a:cubicBezTo>
                    <a:pt x="18906" y="21600"/>
                    <a:pt x="18906" y="21600"/>
                    <a:pt x="18906" y="21600"/>
                  </a:cubicBezTo>
                  <a:cubicBezTo>
                    <a:pt x="20279" y="21600"/>
                    <a:pt x="21600" y="20231"/>
                    <a:pt x="21600" y="18862"/>
                  </a:cubicBezTo>
                  <a:cubicBezTo>
                    <a:pt x="21600" y="2687"/>
                    <a:pt x="21600" y="2687"/>
                    <a:pt x="21600" y="2687"/>
                  </a:cubicBezTo>
                  <a:cubicBezTo>
                    <a:pt x="21600" y="1369"/>
                    <a:pt x="20279" y="0"/>
                    <a:pt x="18906" y="0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rgbClr val="5e5e5e"/>
                </a:solidFill>
                <a:effectLst/>
                <a:uFillTx/>
                <a:latin typeface="Helvetica Neue"/>
                <a:ea typeface="Helvetica Neue"/>
              </a:endParaRPr>
            </a:p>
          </p:txBody>
        </p:sp>
      </p:grpSp>
      <p:sp>
        <p:nvSpPr>
          <p:cNvPr id="24" name="Google Shape;100;p70"/>
          <p:cNvSpPr/>
          <p:nvPr/>
        </p:nvSpPr>
        <p:spPr>
          <a:xfrm flipH="1" rot="16200000">
            <a:off x="8142480" y="3843720"/>
            <a:ext cx="234360" cy="1767240"/>
          </a:xfrm>
          <a:custGeom>
            <a:avLst/>
            <a:gdLst>
              <a:gd name="textAreaLeft" fmla="*/ 360 w 234360"/>
              <a:gd name="textAreaRight" fmla="*/ 235440 w 234360"/>
              <a:gd name="textAreaTop" fmla="*/ 0 h 1767240"/>
              <a:gd name="textAreaBottom" fmla="*/ 1767960 h 1767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cubicBezTo>
                  <a:pt x="16765" y="0"/>
                  <a:pt x="21600" y="643"/>
                  <a:pt x="21600" y="143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435"/>
                </a:lnTo>
                <a:cubicBezTo>
                  <a:pt x="0" y="643"/>
                  <a:pt x="4835" y="0"/>
                  <a:pt x="10800" y="0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25" name="Google Shape;101;p70"/>
          <p:cNvSpPr/>
          <p:nvPr/>
        </p:nvSpPr>
        <p:spPr>
          <a:xfrm>
            <a:off x="7527240" y="4633920"/>
            <a:ext cx="1540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www.website.com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5"/>
          </p:nvPr>
        </p:nvSpPr>
        <p:spPr>
          <a:xfrm>
            <a:off x="7964280" y="-91440"/>
            <a:ext cx="1004760" cy="10746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BD4468-99FC-41F3-8C57-13F245009DC8}" type="slidenum">
              <a: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6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ith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44064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6545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28681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08168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29560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65091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77227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body"/>
          </p:nvPr>
        </p:nvSpPr>
        <p:spPr>
          <a:xfrm>
            <a:off x="44064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9"/>
          <p:cNvSpPr>
            <a:spLocks noGrp="1"/>
          </p:cNvSpPr>
          <p:nvPr>
            <p:ph type="body"/>
          </p:nvPr>
        </p:nvSpPr>
        <p:spPr>
          <a:xfrm>
            <a:off x="16545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0"/>
          <p:cNvSpPr>
            <a:spLocks noGrp="1"/>
          </p:cNvSpPr>
          <p:nvPr>
            <p:ph type="body"/>
          </p:nvPr>
        </p:nvSpPr>
        <p:spPr>
          <a:xfrm>
            <a:off x="28681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1"/>
          <p:cNvSpPr>
            <a:spLocks noGrp="1"/>
          </p:cNvSpPr>
          <p:nvPr>
            <p:ph type="body"/>
          </p:nvPr>
        </p:nvSpPr>
        <p:spPr>
          <a:xfrm>
            <a:off x="408168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2"/>
          <p:cNvSpPr>
            <a:spLocks noGrp="1"/>
          </p:cNvSpPr>
          <p:nvPr>
            <p:ph type="body"/>
          </p:nvPr>
        </p:nvSpPr>
        <p:spPr>
          <a:xfrm>
            <a:off x="529560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3"/>
          <p:cNvSpPr>
            <a:spLocks noGrp="1"/>
          </p:cNvSpPr>
          <p:nvPr>
            <p:ph type="body"/>
          </p:nvPr>
        </p:nvSpPr>
        <p:spPr>
          <a:xfrm>
            <a:off x="65091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4"/>
          <p:cNvSpPr>
            <a:spLocks noGrp="1"/>
          </p:cNvSpPr>
          <p:nvPr>
            <p:ph type="body"/>
          </p:nvPr>
        </p:nvSpPr>
        <p:spPr>
          <a:xfrm>
            <a:off x="77227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5"/>
          <p:cNvSpPr>
            <a:spLocks noGrp="1"/>
          </p:cNvSpPr>
          <p:nvPr>
            <p:ph type="body"/>
          </p:nvPr>
        </p:nvSpPr>
        <p:spPr>
          <a:xfrm>
            <a:off x="44064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6"/>
          <p:cNvSpPr>
            <a:spLocks noGrp="1"/>
          </p:cNvSpPr>
          <p:nvPr>
            <p:ph type="body"/>
          </p:nvPr>
        </p:nvSpPr>
        <p:spPr>
          <a:xfrm>
            <a:off x="16545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7"/>
          <p:cNvSpPr>
            <a:spLocks noGrp="1"/>
          </p:cNvSpPr>
          <p:nvPr>
            <p:ph type="body"/>
          </p:nvPr>
        </p:nvSpPr>
        <p:spPr>
          <a:xfrm>
            <a:off x="28681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8"/>
          <p:cNvSpPr>
            <a:spLocks noGrp="1"/>
          </p:cNvSpPr>
          <p:nvPr>
            <p:ph type="body"/>
          </p:nvPr>
        </p:nvSpPr>
        <p:spPr>
          <a:xfrm>
            <a:off x="408168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9"/>
          <p:cNvSpPr>
            <a:spLocks noGrp="1"/>
          </p:cNvSpPr>
          <p:nvPr>
            <p:ph type="body"/>
          </p:nvPr>
        </p:nvSpPr>
        <p:spPr>
          <a:xfrm>
            <a:off x="529560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0"/>
          <p:cNvSpPr>
            <a:spLocks noGrp="1"/>
          </p:cNvSpPr>
          <p:nvPr>
            <p:ph type="body"/>
          </p:nvPr>
        </p:nvSpPr>
        <p:spPr>
          <a:xfrm>
            <a:off x="65091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1"/>
          <p:cNvSpPr>
            <a:spLocks noGrp="1"/>
          </p:cNvSpPr>
          <p:nvPr>
            <p:ph type="body"/>
          </p:nvPr>
        </p:nvSpPr>
        <p:spPr>
          <a:xfrm>
            <a:off x="77227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2"/>
          <p:cNvSpPr>
            <a:spLocks noGrp="1"/>
          </p:cNvSpPr>
          <p:nvPr>
            <p:ph type="sldNum" idx="6"/>
          </p:nvPr>
        </p:nvSpPr>
        <p:spPr>
          <a:xfrm>
            <a:off x="4484520" y="4905360"/>
            <a:ext cx="169560" cy="1760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05F4D98-16EB-45CD-AEB3-D6958312FCBD}" type="slidenum">
              <a: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2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27;p72"/>
          <p:cNvSpPr/>
          <p:nvPr/>
        </p:nvSpPr>
        <p:spPr>
          <a:xfrm rot="3493800">
            <a:off x="-468720" y="-1000440"/>
            <a:ext cx="1885320" cy="2469240"/>
          </a:xfrm>
          <a:prstGeom prst="roundRect">
            <a:avLst>
              <a:gd name="adj" fmla="val 3557"/>
            </a:avLst>
          </a:prstGeom>
          <a:solidFill>
            <a:srgbClr val="9fb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-1029240" y="-1136880"/>
            <a:ext cx="3004920" cy="274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29;p72"/>
          <p:cNvSpPr/>
          <p:nvPr/>
        </p:nvSpPr>
        <p:spPr>
          <a:xfrm>
            <a:off x="2390040" y="236160"/>
            <a:ext cx="9356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THEME. </a:t>
            </a:r>
            <a:r>
              <a:rPr b="0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multipurpose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130;p72"/>
          <p:cNvSpPr/>
          <p:nvPr/>
        </p:nvSpPr>
        <p:spPr>
          <a:xfrm>
            <a:off x="2197800" y="254880"/>
            <a:ext cx="93240" cy="73080"/>
          </a:xfrm>
          <a:custGeom>
            <a:avLst/>
            <a:gdLst>
              <a:gd name="textAreaLeft" fmla="*/ 0 w 93240"/>
              <a:gd name="textAreaRight" fmla="*/ 93960 w 93240"/>
              <a:gd name="textAreaTop" fmla="*/ 0 h 73080"/>
              <a:gd name="textAreaBottom" fmla="*/ 73800 h 73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5465" y="974"/>
                </a:moveTo>
                <a:cubicBezTo>
                  <a:pt x="15465" y="3086"/>
                  <a:pt x="15465" y="3086"/>
                  <a:pt x="15465" y="3086"/>
                </a:cubicBezTo>
                <a:cubicBezTo>
                  <a:pt x="15465" y="3248"/>
                  <a:pt x="15337" y="3573"/>
                  <a:pt x="15209" y="3735"/>
                </a:cubicBezTo>
                <a:cubicBezTo>
                  <a:pt x="15082" y="3898"/>
                  <a:pt x="14826" y="4060"/>
                  <a:pt x="14698" y="4060"/>
                </a:cubicBezTo>
                <a:cubicBezTo>
                  <a:pt x="767" y="4060"/>
                  <a:pt x="767" y="4060"/>
                  <a:pt x="767" y="4060"/>
                </a:cubicBezTo>
                <a:cubicBezTo>
                  <a:pt x="511" y="4060"/>
                  <a:pt x="383" y="3898"/>
                  <a:pt x="128" y="3735"/>
                </a:cubicBezTo>
                <a:cubicBezTo>
                  <a:pt x="0" y="3573"/>
                  <a:pt x="0" y="3248"/>
                  <a:pt x="0" y="3086"/>
                </a:cubicBezTo>
                <a:cubicBezTo>
                  <a:pt x="0" y="974"/>
                  <a:pt x="0" y="974"/>
                  <a:pt x="0" y="974"/>
                </a:cubicBezTo>
                <a:cubicBezTo>
                  <a:pt x="0" y="812"/>
                  <a:pt x="0" y="487"/>
                  <a:pt x="128" y="325"/>
                </a:cubicBezTo>
                <a:cubicBezTo>
                  <a:pt x="383" y="162"/>
                  <a:pt x="511" y="0"/>
                  <a:pt x="767" y="0"/>
                </a:cubicBezTo>
                <a:cubicBezTo>
                  <a:pt x="14698" y="0"/>
                  <a:pt x="14698" y="0"/>
                  <a:pt x="14698" y="0"/>
                </a:cubicBezTo>
                <a:cubicBezTo>
                  <a:pt x="14826" y="0"/>
                  <a:pt x="15082" y="162"/>
                  <a:pt x="15209" y="325"/>
                </a:cubicBezTo>
                <a:cubicBezTo>
                  <a:pt x="15337" y="487"/>
                  <a:pt x="15465" y="812"/>
                  <a:pt x="15465" y="974"/>
                </a:cubicBezTo>
                <a:close/>
                <a:moveTo>
                  <a:pt x="20066" y="6983"/>
                </a:moveTo>
                <a:cubicBezTo>
                  <a:pt x="20066" y="8932"/>
                  <a:pt x="20066" y="8932"/>
                  <a:pt x="20066" y="8932"/>
                </a:cubicBezTo>
                <a:cubicBezTo>
                  <a:pt x="20066" y="9095"/>
                  <a:pt x="19938" y="9420"/>
                  <a:pt x="19811" y="9582"/>
                </a:cubicBezTo>
                <a:cubicBezTo>
                  <a:pt x="19683" y="9744"/>
                  <a:pt x="19555" y="9907"/>
                  <a:pt x="19299" y="9907"/>
                </a:cubicBezTo>
                <a:cubicBezTo>
                  <a:pt x="767" y="9907"/>
                  <a:pt x="767" y="9907"/>
                  <a:pt x="767" y="9907"/>
                </a:cubicBezTo>
                <a:cubicBezTo>
                  <a:pt x="511" y="9907"/>
                  <a:pt x="383" y="9744"/>
                  <a:pt x="128" y="9582"/>
                </a:cubicBezTo>
                <a:cubicBezTo>
                  <a:pt x="0" y="9420"/>
                  <a:pt x="0" y="9095"/>
                  <a:pt x="0" y="8932"/>
                </a:cubicBezTo>
                <a:cubicBezTo>
                  <a:pt x="0" y="6983"/>
                  <a:pt x="0" y="6983"/>
                  <a:pt x="0" y="6983"/>
                </a:cubicBezTo>
                <a:cubicBezTo>
                  <a:pt x="0" y="6659"/>
                  <a:pt x="0" y="6496"/>
                  <a:pt x="128" y="6171"/>
                </a:cubicBezTo>
                <a:cubicBezTo>
                  <a:pt x="383" y="6009"/>
                  <a:pt x="511" y="6009"/>
                  <a:pt x="767" y="6009"/>
                </a:cubicBezTo>
                <a:cubicBezTo>
                  <a:pt x="19299" y="6009"/>
                  <a:pt x="19299" y="6009"/>
                  <a:pt x="19299" y="6009"/>
                </a:cubicBezTo>
                <a:cubicBezTo>
                  <a:pt x="19555" y="6009"/>
                  <a:pt x="19683" y="6009"/>
                  <a:pt x="19811" y="6171"/>
                </a:cubicBezTo>
                <a:cubicBezTo>
                  <a:pt x="19938" y="6496"/>
                  <a:pt x="20066" y="6659"/>
                  <a:pt x="20066" y="6983"/>
                </a:cubicBezTo>
                <a:close/>
                <a:moveTo>
                  <a:pt x="16999" y="12830"/>
                </a:moveTo>
                <a:cubicBezTo>
                  <a:pt x="16999" y="14779"/>
                  <a:pt x="16999" y="14779"/>
                  <a:pt x="16999" y="14779"/>
                </a:cubicBezTo>
                <a:cubicBezTo>
                  <a:pt x="16999" y="15104"/>
                  <a:pt x="16871" y="15266"/>
                  <a:pt x="16743" y="15429"/>
                </a:cubicBezTo>
                <a:cubicBezTo>
                  <a:pt x="16615" y="15753"/>
                  <a:pt x="16360" y="15753"/>
                  <a:pt x="16232" y="15753"/>
                </a:cubicBezTo>
                <a:cubicBezTo>
                  <a:pt x="767" y="15753"/>
                  <a:pt x="767" y="15753"/>
                  <a:pt x="767" y="15753"/>
                </a:cubicBezTo>
                <a:cubicBezTo>
                  <a:pt x="511" y="15753"/>
                  <a:pt x="383" y="15753"/>
                  <a:pt x="128" y="15429"/>
                </a:cubicBezTo>
                <a:cubicBezTo>
                  <a:pt x="0" y="15266"/>
                  <a:pt x="0" y="15104"/>
                  <a:pt x="0" y="14779"/>
                </a:cubicBezTo>
                <a:cubicBezTo>
                  <a:pt x="0" y="12830"/>
                  <a:pt x="0" y="12830"/>
                  <a:pt x="0" y="12830"/>
                </a:cubicBezTo>
                <a:cubicBezTo>
                  <a:pt x="0" y="12505"/>
                  <a:pt x="0" y="12343"/>
                  <a:pt x="128" y="12180"/>
                </a:cubicBezTo>
                <a:cubicBezTo>
                  <a:pt x="383" y="12018"/>
                  <a:pt x="511" y="11856"/>
                  <a:pt x="767" y="11856"/>
                </a:cubicBezTo>
                <a:cubicBezTo>
                  <a:pt x="16232" y="11856"/>
                  <a:pt x="16232" y="11856"/>
                  <a:pt x="16232" y="11856"/>
                </a:cubicBezTo>
                <a:cubicBezTo>
                  <a:pt x="16360" y="11856"/>
                  <a:pt x="16615" y="12018"/>
                  <a:pt x="16743" y="12180"/>
                </a:cubicBezTo>
                <a:cubicBezTo>
                  <a:pt x="16871" y="12343"/>
                  <a:pt x="16999" y="12505"/>
                  <a:pt x="16999" y="12830"/>
                </a:cubicBezTo>
                <a:close/>
                <a:moveTo>
                  <a:pt x="21600" y="18677"/>
                </a:moveTo>
                <a:cubicBezTo>
                  <a:pt x="21600" y="20626"/>
                  <a:pt x="21600" y="20626"/>
                  <a:pt x="21600" y="20626"/>
                </a:cubicBezTo>
                <a:cubicBezTo>
                  <a:pt x="21600" y="20950"/>
                  <a:pt x="21472" y="21113"/>
                  <a:pt x="21344" y="21438"/>
                </a:cubicBezTo>
                <a:cubicBezTo>
                  <a:pt x="21217" y="21600"/>
                  <a:pt x="21089" y="21600"/>
                  <a:pt x="20833" y="21600"/>
                </a:cubicBezTo>
                <a:cubicBezTo>
                  <a:pt x="767" y="21600"/>
                  <a:pt x="767" y="21600"/>
                  <a:pt x="767" y="21600"/>
                </a:cubicBezTo>
                <a:cubicBezTo>
                  <a:pt x="511" y="21600"/>
                  <a:pt x="383" y="21600"/>
                  <a:pt x="128" y="21438"/>
                </a:cubicBezTo>
                <a:cubicBezTo>
                  <a:pt x="0" y="21113"/>
                  <a:pt x="0" y="20950"/>
                  <a:pt x="0" y="20626"/>
                </a:cubicBezTo>
                <a:cubicBezTo>
                  <a:pt x="0" y="18677"/>
                  <a:pt x="0" y="18677"/>
                  <a:pt x="0" y="18677"/>
                </a:cubicBezTo>
                <a:cubicBezTo>
                  <a:pt x="0" y="18514"/>
                  <a:pt x="0" y="18189"/>
                  <a:pt x="128" y="18027"/>
                </a:cubicBezTo>
                <a:cubicBezTo>
                  <a:pt x="383" y="17865"/>
                  <a:pt x="511" y="17702"/>
                  <a:pt x="767" y="17702"/>
                </a:cubicBezTo>
                <a:cubicBezTo>
                  <a:pt x="20833" y="17702"/>
                  <a:pt x="20833" y="17702"/>
                  <a:pt x="20833" y="17702"/>
                </a:cubicBezTo>
                <a:cubicBezTo>
                  <a:pt x="21089" y="17702"/>
                  <a:pt x="21217" y="17865"/>
                  <a:pt x="21344" y="18027"/>
                </a:cubicBezTo>
                <a:cubicBezTo>
                  <a:pt x="21472" y="18189"/>
                  <a:pt x="21600" y="18514"/>
                  <a:pt x="21600" y="18677"/>
                </a:cubicBezTo>
                <a:close/>
              </a:path>
            </a:pathLst>
          </a:custGeom>
          <a:solidFill>
            <a:srgbClr val="5358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cxnSp>
        <p:nvCxnSpPr>
          <p:cNvPr id="53" name="Google Shape;131;p72"/>
          <p:cNvCxnSpPr/>
          <p:nvPr/>
        </p:nvCxnSpPr>
        <p:spPr>
          <a:xfrm flipV="1">
            <a:off x="7538760" y="243000"/>
            <a:ext cx="720" cy="91080"/>
          </a:xfrm>
          <a:prstGeom prst="straightConnector1">
            <a:avLst/>
          </a:prstGeom>
          <a:ln w="12700">
            <a:solidFill>
              <a:srgbClr val="a6aaa9"/>
            </a:solidFill>
            <a:miter/>
          </a:ln>
        </p:spPr>
      </p:cxnSp>
      <p:sp>
        <p:nvSpPr>
          <p:cNvPr id="54" name="Google Shape;132;p72"/>
          <p:cNvSpPr/>
          <p:nvPr/>
        </p:nvSpPr>
        <p:spPr>
          <a:xfrm>
            <a:off x="7616520" y="243000"/>
            <a:ext cx="1118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Creative &amp; Professional Projects.</a:t>
            </a:r>
            <a:endParaRPr b="0" lang="ru-RU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7"/>
          </p:nvPr>
        </p:nvSpPr>
        <p:spPr>
          <a:xfrm>
            <a:off x="7385760" y="243000"/>
            <a:ext cx="88920" cy="9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8194041-4E4D-43BE-A2F9-37DDCF518890}" type="slidenum"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35;p73"/>
          <p:cNvSpPr/>
          <p:nvPr/>
        </p:nvSpPr>
        <p:spPr>
          <a:xfrm>
            <a:off x="834048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57" name="Google Shape;136;p73"/>
          <p:cNvSpPr/>
          <p:nvPr/>
        </p:nvSpPr>
        <p:spPr>
          <a:xfrm>
            <a:off x="882612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421d5a"/>
          </a:solidFill>
          <a:ln w="0">
            <a:noFill/>
          </a:ln>
          <a:effectLst>
            <a:outerShdw blurRad="127080" dir="2388334" dist="50610" rotWithShape="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58" name="Google Shape;137;p73"/>
          <p:cNvSpPr/>
          <p:nvPr/>
        </p:nvSpPr>
        <p:spPr>
          <a:xfrm>
            <a:off x="8899920" y="4913640"/>
            <a:ext cx="43200" cy="67320"/>
          </a:xfrm>
          <a:custGeom>
            <a:avLst/>
            <a:gdLst>
              <a:gd name="textAreaLeft" fmla="*/ 0 w 43200"/>
              <a:gd name="textAreaRight" fmla="*/ 4392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59" name="Google Shape;138;p73"/>
          <p:cNvSpPr/>
          <p:nvPr/>
        </p:nvSpPr>
        <p:spPr>
          <a:xfrm flipH="1">
            <a:off x="8413200" y="4913640"/>
            <a:ext cx="43200" cy="67320"/>
          </a:xfrm>
          <a:custGeom>
            <a:avLst/>
            <a:gdLst>
              <a:gd name="textAreaLeft" fmla="*/ -360 w 43200"/>
              <a:gd name="textAreaRight" fmla="*/ 4356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60" name="Google Shape;139;p73"/>
          <p:cNvSpPr/>
          <p:nvPr/>
        </p:nvSpPr>
        <p:spPr>
          <a:xfrm>
            <a:off x="387360" y="265320"/>
            <a:ext cx="492876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2100" strike="noStrike" u="none">
                <a:solidFill>
                  <a:srgbClr val="494949"/>
                </a:solidFill>
                <a:effectLst/>
                <a:uFillTx/>
                <a:latin typeface="Helvetica Neue"/>
                <a:ea typeface="Helvetica Neue"/>
              </a:rPr>
              <a:t>Infographic Collection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Google Shape;140;p73"/>
          <p:cNvCxnSpPr/>
          <p:nvPr/>
        </p:nvCxnSpPr>
        <p:spPr>
          <a:xfrm>
            <a:off x="4228920" y="485640"/>
            <a:ext cx="4415400" cy="720"/>
          </a:xfrm>
          <a:prstGeom prst="straightConnector1">
            <a:avLst/>
          </a:prstGeom>
          <a:ln w="12700">
            <a:solidFill>
              <a:srgbClr val="c2c2c2"/>
            </a:solidFill>
            <a:miter/>
          </a:ln>
        </p:spPr>
      </p:cxnSp>
      <p:sp>
        <p:nvSpPr>
          <p:cNvPr id="62" name="PlaceHolder 1"/>
          <p:cNvSpPr>
            <a:spLocks noGrp="1"/>
          </p:cNvSpPr>
          <p:nvPr>
            <p:ph type="sldNum" idx="8"/>
          </p:nvPr>
        </p:nvSpPr>
        <p:spPr>
          <a:xfrm>
            <a:off x="8589240" y="4856760"/>
            <a:ext cx="17856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7F6C2E2-F42A-405A-B921-C8CE45A31744}" type="slidenum">
              <a: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143;p74"/>
          <p:cNvCxnSpPr/>
          <p:nvPr/>
        </p:nvCxnSpPr>
        <p:spPr>
          <a:xfrm>
            <a:off x="473040" y="4964400"/>
            <a:ext cx="8271720" cy="720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876240" y="270720"/>
            <a:ext cx="7390800" cy="416160"/>
          </a:xfrm>
          <a:prstGeom prst="rect">
            <a:avLst/>
          </a:prstGeom>
          <a:noFill/>
          <a:ln w="0">
            <a:noFill/>
          </a:ln>
          <a:effectLst>
            <a:outerShdw dist="0" dir="0" blurRad="127080" rotWithShape="0">
              <a:srgbClr val="000000">
                <a:alpha val="40000"/>
              </a:srgbClr>
            </a:outerShdw>
          </a:effectLst>
        </p:spPr>
        <p:txBody>
          <a:bodyPr lIns="34200" rIns="34200" tIns="34200" bIns="342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876240" y="659520"/>
            <a:ext cx="7390800" cy="236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9"/>
          </p:nvPr>
        </p:nvSpPr>
        <p:spPr>
          <a:xfrm>
            <a:off x="117360" y="4860720"/>
            <a:ext cx="192600" cy="206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5F5D71B-E8DE-4201-8D69-32B83ADE0CE5}" type="slidenum">
              <a: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0;p1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" name="Google Shape;11;p15"/>
          <p:cNvSpPr/>
          <p:nvPr/>
        </p:nvSpPr>
        <p:spPr>
          <a:xfrm>
            <a:off x="293400" y="4792320"/>
            <a:ext cx="31622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chemeClr val="lt1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48;p75"/>
          <p:cNvSpPr/>
          <p:nvPr/>
        </p:nvSpPr>
        <p:spPr>
          <a:xfrm>
            <a:off x="198360" y="187920"/>
            <a:ext cx="3913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startup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Google Shape;149;p75"/>
          <p:cNvCxnSpPr/>
          <p:nvPr/>
        </p:nvCxnSpPr>
        <p:spPr>
          <a:xfrm>
            <a:off x="8783640" y="459360"/>
            <a:ext cx="720" cy="298800"/>
          </a:xfrm>
          <a:prstGeom prst="straightConnector1">
            <a:avLst/>
          </a:prstGeom>
          <a:ln w="38100">
            <a:solidFill>
              <a:srgbClr val="344046"/>
            </a:solidFill>
            <a:miter/>
          </a:ln>
        </p:spPr>
      </p:cxnSp>
      <p:sp>
        <p:nvSpPr>
          <p:cNvPr id="73" name="Google Shape;150;p75"/>
          <p:cNvSpPr/>
          <p:nvPr/>
        </p:nvSpPr>
        <p:spPr>
          <a:xfrm flipH="1" rot="2700000">
            <a:off x="8732520" y="4778640"/>
            <a:ext cx="98640" cy="99000"/>
          </a:xfrm>
          <a:custGeom>
            <a:avLst/>
            <a:gdLst>
              <a:gd name="textAreaLeft" fmla="*/ 0 w 98640"/>
              <a:gd name="textAreaRight" fmla="*/ 99360 w 98640"/>
              <a:gd name="textAreaTop" fmla="*/ 0 h 99000"/>
              <a:gd name="textAreaBottom" fmla="*/ 99720 h 9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35"/>
                </a:moveTo>
                <a:lnTo>
                  <a:pt x="21565" y="35"/>
                </a:lnTo>
                <a:lnTo>
                  <a:pt x="21565" y="0"/>
                </a:lnTo>
                <a:lnTo>
                  <a:pt x="0" y="0"/>
                </a:lnTo>
                <a:lnTo>
                  <a:pt x="0" y="2875"/>
                </a:lnTo>
                <a:lnTo>
                  <a:pt x="18725" y="2875"/>
                </a:lnTo>
                <a:lnTo>
                  <a:pt x="18725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4404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rgbClr val="5e5e5e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93480" y="95040"/>
            <a:ext cx="4281480" cy="176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0"/>
          </p:nvPr>
        </p:nvSpPr>
        <p:spPr>
          <a:xfrm>
            <a:off x="8670960" y="185760"/>
            <a:ext cx="222480" cy="2293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CCCCDD6-3036-4B86-B270-0081D263A6AF}" type="slidenum"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54;p76"/>
          <p:cNvSpPr/>
          <p:nvPr/>
        </p:nvSpPr>
        <p:spPr>
          <a:xfrm>
            <a:off x="663120" y="1418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610600" y="1436760"/>
            <a:ext cx="2475000" cy="243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42960" y="1436760"/>
            <a:ext cx="2948760" cy="28580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Google Shape;158;p76" descr="Google Shape;22;p83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4"/>
          <p:cNvSpPr>
            <a:spLocks noGrp="1"/>
          </p:cNvSpPr>
          <p:nvPr>
            <p:ph type="sldNum" idx="11"/>
          </p:nvPr>
        </p:nvSpPr>
        <p:spPr>
          <a:xfrm>
            <a:off x="6553080" y="4497120"/>
            <a:ext cx="549360" cy="5868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B050C0C-D275-4A56-AAAF-98605AF03BDF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Sub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161;p77"/>
          <p:cNvGrpSpPr/>
          <p:nvPr/>
        </p:nvGrpSpPr>
        <p:grpSpPr>
          <a:xfrm>
            <a:off x="444960" y="407520"/>
            <a:ext cx="1466280" cy="473400"/>
            <a:chOff x="444960" y="407520"/>
            <a:chExt cx="1466280" cy="473400"/>
          </a:xfrm>
        </p:grpSpPr>
        <p:sp>
          <p:nvSpPr>
            <p:cNvPr id="83" name="Google Shape;162;p77"/>
            <p:cNvSpPr/>
            <p:nvPr/>
          </p:nvSpPr>
          <p:spPr>
            <a:xfrm>
              <a:off x="727200" y="531360"/>
              <a:ext cx="1184040" cy="34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000001"/>
                  </a:solidFill>
                  <a:effectLst/>
                  <a:uFillTx/>
                  <a:latin typeface="Open Sans SemiBold"/>
                  <a:ea typeface="Open Sans SemiBold"/>
                </a:rPr>
                <a:t>BUSINESS TOOLS </a:t>
              </a:r>
              <a:r>
                <a:rPr b="1" lang="ru" sz="600" strike="noStrike" u="none">
                  <a:solidFill>
                    <a:srgbClr val="000001"/>
                  </a:solidFill>
                  <a:effectLst/>
                  <a:uFillTx/>
                  <a:latin typeface="Open Sans"/>
                  <a:ea typeface="Open Sans"/>
                </a:rPr>
                <a:t>PRO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Google Shape;163;p77"/>
            <p:cNvSpPr/>
            <p:nvPr/>
          </p:nvSpPr>
          <p:spPr>
            <a:xfrm>
              <a:off x="444960" y="407520"/>
              <a:ext cx="199440" cy="221760"/>
            </a:xfrm>
            <a:custGeom>
              <a:avLst/>
              <a:gdLst>
                <a:gd name="textAreaLeft" fmla="*/ 0 w 199440"/>
                <a:gd name="textAreaRight" fmla="*/ 200160 w 199440"/>
                <a:gd name="textAreaTop" fmla="*/ 0 h 221760"/>
                <a:gd name="textAreaBottom" fmla="*/ 222480 h 221760"/>
              </a:gdLst>
              <a:ahLst/>
              <a:cxnLst/>
              <a:rect l="textAreaLeft" t="textAreaTop" r="textAreaRight" b="textAreaBottom"/>
              <a:pathLst>
                <a:path w="21575" h="21600">
                  <a:moveTo>
                    <a:pt x="5602" y="0"/>
                  </a:moveTo>
                  <a:cubicBezTo>
                    <a:pt x="5252" y="29"/>
                    <a:pt x="4921" y="153"/>
                    <a:pt x="4651" y="356"/>
                  </a:cubicBezTo>
                  <a:cubicBezTo>
                    <a:pt x="4352" y="581"/>
                    <a:pt x="4145" y="891"/>
                    <a:pt x="4064" y="1234"/>
                  </a:cubicBezTo>
                  <a:lnTo>
                    <a:pt x="0" y="21600"/>
                  </a:lnTo>
                  <a:lnTo>
                    <a:pt x="20473" y="15097"/>
                  </a:lnTo>
                  <a:cubicBezTo>
                    <a:pt x="20837" y="14990"/>
                    <a:pt x="21145" y="14768"/>
                    <a:pt x="21343" y="14473"/>
                  </a:cubicBezTo>
                  <a:cubicBezTo>
                    <a:pt x="21502" y="14236"/>
                    <a:pt x="21581" y="13962"/>
                    <a:pt x="21570" y="13685"/>
                  </a:cubicBezTo>
                  <a:lnTo>
                    <a:pt x="21570" y="1341"/>
                  </a:lnTo>
                  <a:cubicBezTo>
                    <a:pt x="21600" y="1015"/>
                    <a:pt x="21487" y="692"/>
                    <a:pt x="21255" y="441"/>
                  </a:cubicBezTo>
                  <a:cubicBezTo>
                    <a:pt x="21028" y="195"/>
                    <a:pt x="20705" y="37"/>
                    <a:pt x="20352" y="0"/>
                  </a:cubicBezTo>
                  <a:lnTo>
                    <a:pt x="5602" y="0"/>
                  </a:lnTo>
                  <a:close/>
                  <a:moveTo>
                    <a:pt x="9446" y="2655"/>
                  </a:moveTo>
                  <a:cubicBezTo>
                    <a:pt x="9939" y="2660"/>
                    <a:pt x="10346" y="3005"/>
                    <a:pt x="10380" y="3449"/>
                  </a:cubicBezTo>
                  <a:lnTo>
                    <a:pt x="10380" y="6492"/>
                  </a:lnTo>
                  <a:cubicBezTo>
                    <a:pt x="13122" y="4877"/>
                    <a:pt x="16786" y="6465"/>
                    <a:pt x="17101" y="9404"/>
                  </a:cubicBezTo>
                  <a:cubicBezTo>
                    <a:pt x="17343" y="11666"/>
                    <a:pt x="15308" y="13594"/>
                    <a:pt x="12765" y="13570"/>
                  </a:cubicBezTo>
                  <a:cubicBezTo>
                    <a:pt x="10462" y="13548"/>
                    <a:pt x="8580" y="11907"/>
                    <a:pt x="8478" y="9832"/>
                  </a:cubicBezTo>
                  <a:lnTo>
                    <a:pt x="8478" y="3496"/>
                  </a:lnTo>
                  <a:cubicBezTo>
                    <a:pt x="8491" y="3024"/>
                    <a:pt x="8922" y="2650"/>
                    <a:pt x="9446" y="2655"/>
                  </a:cubicBezTo>
                  <a:close/>
                  <a:moveTo>
                    <a:pt x="12799" y="7557"/>
                  </a:moveTo>
                  <a:cubicBezTo>
                    <a:pt x="12185" y="7557"/>
                    <a:pt x="11571" y="7768"/>
                    <a:pt x="11102" y="8191"/>
                  </a:cubicBezTo>
                  <a:cubicBezTo>
                    <a:pt x="10165" y="9035"/>
                    <a:pt x="10165" y="10405"/>
                    <a:pt x="11102" y="11250"/>
                  </a:cubicBezTo>
                  <a:cubicBezTo>
                    <a:pt x="12039" y="12095"/>
                    <a:pt x="13558" y="12095"/>
                    <a:pt x="14495" y="11250"/>
                  </a:cubicBezTo>
                  <a:cubicBezTo>
                    <a:pt x="15432" y="10405"/>
                    <a:pt x="15432" y="9035"/>
                    <a:pt x="14495" y="8191"/>
                  </a:cubicBezTo>
                  <a:cubicBezTo>
                    <a:pt x="14027" y="7768"/>
                    <a:pt x="13413" y="7557"/>
                    <a:pt x="12799" y="7557"/>
                  </a:cubicBezTo>
                  <a:close/>
                </a:path>
              </a:pathLst>
            </a:custGeom>
            <a:solidFill>
              <a:srgbClr val="326e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rgbClr val="5e5e5e"/>
                </a:solidFill>
                <a:effectLst/>
                <a:uFillTx/>
                <a:latin typeface="Helvetica Neue"/>
                <a:ea typeface="Helvetica Neue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sldNum" idx="12"/>
          </p:nvPr>
        </p:nvSpPr>
        <p:spPr>
          <a:xfrm>
            <a:off x="8528760" y="425520"/>
            <a:ext cx="150480" cy="1299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6FA6838-D261-48A7-931B-440BAE113E97}" type="slidenum">
              <a: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166;p78"/>
          <p:cNvGrpSpPr/>
          <p:nvPr/>
        </p:nvGrpSpPr>
        <p:grpSpPr>
          <a:xfrm>
            <a:off x="423360" y="4540320"/>
            <a:ext cx="1567800" cy="611280"/>
            <a:chOff x="423360" y="4540320"/>
            <a:chExt cx="1567800" cy="611280"/>
          </a:xfrm>
        </p:grpSpPr>
        <p:sp>
          <p:nvSpPr>
            <p:cNvPr id="87" name="Google Shape;167;p78"/>
            <p:cNvSpPr/>
            <p:nvPr/>
          </p:nvSpPr>
          <p:spPr>
            <a:xfrm>
              <a:off x="426240" y="4540320"/>
              <a:ext cx="15649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0077bf"/>
                  </a:solidFill>
                  <a:effectLst/>
                  <a:uFillTx/>
                  <a:latin typeface="Open Sans SemiBold"/>
                  <a:ea typeface="Open Sans SemiBold"/>
                </a:rPr>
                <a:t>Funnel Pack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Google Shape;168;p78"/>
            <p:cNvSpPr/>
            <p:nvPr/>
          </p:nvSpPr>
          <p:spPr>
            <a:xfrm>
              <a:off x="423360" y="4742280"/>
              <a:ext cx="1078920" cy="360"/>
            </a:xfrm>
            <a:custGeom>
              <a:avLst/>
              <a:gdLst>
                <a:gd name="textAreaLeft" fmla="*/ 0 w 1078920"/>
                <a:gd name="textAreaRight" fmla="*/ 1079640 w 1078920"/>
                <a:gd name="textAreaTop" fmla="*/ 0 h 360"/>
                <a:gd name="textAreaBottom" fmla="*/ 1440 h 360"/>
              </a:gdLst>
              <a:ahLst/>
              <a:cxnLst/>
              <a:rect l="textAreaLeft" t="textAreaTop" r="textAreaRight" b="textAreaBottom"/>
              <a:pathLst>
                <a:path w="21600" h="1200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rIns="17280" tIns="360" bIns="360" anchor="t">
              <a:no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95240" y="854280"/>
            <a:ext cx="7313400" cy="8161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851760" y="1751400"/>
            <a:ext cx="7678080" cy="26319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3"/>
          </p:nvPr>
        </p:nvSpPr>
        <p:spPr>
          <a:xfrm>
            <a:off x="8551440" y="4686480"/>
            <a:ext cx="141480" cy="1508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46D652D-7DE6-4666-A9D2-2639523AAD93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Num" idx="14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B55E4E0-5165-452B-871D-9D16EAA8DA8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450360" y="4447440"/>
            <a:ext cx="8238600" cy="23796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452520" y="96552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0360" y="2708640"/>
            <a:ext cx="8238600" cy="71352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15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F9B59B7-23E8-47E6-B5A5-49C1D3A4199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 фото (вариант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>
            <a:off x="4114800" y="-76320"/>
            <a:ext cx="4553640" cy="529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452520" y="476280"/>
            <a:ext cx="3666600" cy="22053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52520" y="2647800"/>
            <a:ext cx="3666600" cy="2018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16"/>
          </p:nvPr>
        </p:nvSpPr>
        <p:spPr>
          <a:xfrm>
            <a:off x="4500720" y="490716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64788D5-3BA1-4335-A759-189CA3A303C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унк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67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17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B57ADE6-21DA-4839-87EB-92C71A795D0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нк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18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CA73743-3085-45DF-8B45-F0CFE8769FA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2520" y="170028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19"/>
          </p:nvPr>
        </p:nvSpPr>
        <p:spPr>
          <a:xfrm>
            <a:off x="4500720" y="490716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22FB69A-77C4-4C97-8754-B4960F313DD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, пункты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452520" y="889920"/>
            <a:ext cx="3666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2520" y="1593360"/>
            <a:ext cx="3666600" cy="30956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572000" y="-152640"/>
            <a:ext cx="4093200" cy="545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title"/>
          </p:nvPr>
        </p:nvSpPr>
        <p:spPr>
          <a:xfrm>
            <a:off x="452520" y="404640"/>
            <a:ext cx="3666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sldNum" idx="20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2DE4F8D-FDD4-40B0-9921-9BFDFA737EB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1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F003FB1-69A6-4DBE-9350-5851A2EA3B1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вестка д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22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1B02C59-B466-4954-B29A-7BE3CC4CE05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рмационное сообщ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452520" y="1845360"/>
            <a:ext cx="8238600" cy="14522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23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C584767-9143-4926-9287-327AF4433CD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жный фа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body"/>
          </p:nvPr>
        </p:nvSpPr>
        <p:spPr>
          <a:xfrm>
            <a:off x="452520" y="403560"/>
            <a:ext cx="8238600" cy="27147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2520" y="309816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24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7F31230-F659-429F-AC23-6D40C7F1505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body"/>
          </p:nvPr>
        </p:nvSpPr>
        <p:spPr>
          <a:xfrm>
            <a:off x="911160" y="4003200"/>
            <a:ext cx="7574400" cy="23796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57720" y="1852560"/>
            <a:ext cx="7827840" cy="14382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25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728432F-696F-44AB-BE9F-D9D1D1AB82A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(3 шт.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body"/>
          </p:nvPr>
        </p:nvSpPr>
        <p:spPr>
          <a:xfrm>
            <a:off x="5910120" y="380880"/>
            <a:ext cx="2788920" cy="223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62680" y="1491840"/>
            <a:ext cx="3913920" cy="45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-52560" y="185760"/>
            <a:ext cx="6228720" cy="467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sldNum" idx="26"/>
          </p:nvPr>
        </p:nvSpPr>
        <p:spPr>
          <a:xfrm>
            <a:off x="4500720" y="4905720"/>
            <a:ext cx="13752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C829548-9F95-42F9-8C6A-54FC3BCD62A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2091;g130e7787a26_1_368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Google Shape;2092;g130e7787a26_1_3689" descr="Google Shape;532;p2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Google Shape;2093;g130e7787a26_1_368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sldNum" idx="2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CEF514F-38CC-404B-9364-92E1E5EE392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582;g130e7787a26_1_418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Google Shape;2583;g130e7787a26_1_4180" descr="Google Shape;874;g11b39afd45e_0_23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Google Shape;2584;g130e7787a26_1_418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sldNum" idx="2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CDB3A27-8C1D-47B8-97AA-57467473198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587;g130e7787a26_1_418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Google Shape;2588;g130e7787a26_1_4185" descr="Google Shape;877;g11b39afd45e_0_24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Google Shape;2589;g130e7787a26_1_418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sldNum" idx="2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35B0912-DEA6-451C-8200-7E4F0C14A9C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body"/>
          </p:nvPr>
        </p:nvSpPr>
        <p:spPr>
          <a:xfrm>
            <a:off x="5910120" y="380880"/>
            <a:ext cx="2788920" cy="223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062680" y="1491840"/>
            <a:ext cx="3913920" cy="45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-52560" y="185760"/>
            <a:ext cx="6228720" cy="467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sldNum" idx="30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C0C1E0E-D286-4365-A693-29A907FA59A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592;g130e7787a26_1_419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Google Shape;2593;g130e7787a26_1_4190" descr="Google Shape;880;g11b39afd45e_0_24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Google Shape;2594;g130e7787a26_1_419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3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07EDED5-99C4-4194-B5E6-8FDC8B3DE28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597;g130e7787a26_1_419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Google Shape;2598;g130e7787a26_1_4195" descr="Google Shape;883;g11b39afd45e_0_24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sldNum" idx="3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9F0394D-5573-44DD-BB2B-E5CBE6175C5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601;g130e7787a26_1_419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Google Shape;2602;g130e7787a26_1_4199" descr="Google Shape;885;g11b39afd45e_0_249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Google Shape;2603;g130e7787a26_1_419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sldNum" idx="3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7425AC-9486-417A-B537-F8B6AC0759D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606;g130e7787a26_1_420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Google Shape;2607;g130e7787a26_1_4204" descr="Google Shape;888;g11b39afd45e_0_25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Google Shape;2608;g130e7787a26_1_420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609;g130e7787a26_1_4204"/>
          <p:cNvSpPr/>
          <p:nvPr/>
        </p:nvSpPr>
        <p:spPr>
          <a:xfrm>
            <a:off x="0" y="0"/>
            <a:ext cx="2999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sldNum" idx="3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D642F22-7BD7-4DFD-A6E9-E469C26B380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с подписью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612;g130e7787a26_1_421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840" cy="30474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Google Shape;2616;g130e7787a26_1_4210" descr="Google Shape;896;g11b39afd45e_0_25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7"/>
          <p:cNvSpPr>
            <a:spLocks noGrp="1"/>
          </p:cNvSpPr>
          <p:nvPr>
            <p:ph type="sldNum" idx="3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3521426-F808-4F13-8EE9-4997CA4C136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622;g130e7787a26_1_422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5" name="Google Shape;2623;g130e7787a26_1_4220"/>
          <p:cNvGrpSpPr/>
          <p:nvPr/>
        </p:nvGrpSpPr>
        <p:grpSpPr>
          <a:xfrm>
            <a:off x="6458040" y="0"/>
            <a:ext cx="2685240" cy="5142960"/>
            <a:chOff x="6458040" y="0"/>
            <a:chExt cx="2685240" cy="5142960"/>
          </a:xfrm>
        </p:grpSpPr>
        <p:sp>
          <p:nvSpPr>
            <p:cNvPr id="196" name="Google Shape;2624;g130e7787a26_1_4220"/>
            <p:cNvSpPr/>
            <p:nvPr/>
          </p:nvSpPr>
          <p:spPr>
            <a:xfrm>
              <a:off x="6458040" y="0"/>
              <a:ext cx="268524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7" name="Google Shape;2625;g130e7787a26_1_4220"/>
            <p:cNvSpPr/>
            <p:nvPr/>
          </p:nvSpPr>
          <p:spPr>
            <a:xfrm>
              <a:off x="6483600" y="2318040"/>
              <a:ext cx="263376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" name="Google Shape;2626;g130e7787a26_1_4220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199" name="Google Shape;2627;g130e7787a26_1_4220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0" name="Google Shape;2628;g130e7787a26_1_4220"/>
            <p:cNvSpPr/>
            <p:nvPr/>
          </p:nvSpPr>
          <p:spPr>
            <a:xfrm>
              <a:off x="25560" y="2480040"/>
              <a:ext cx="639936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3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C77A3D0-A861-41D7-A0D6-24451ACC555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633;g130e7787a26_1_423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634;g130e7787a26_1_4231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8" name="Google Shape;2635;g130e7787a26_1_423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638;g130e7787a26_1_4231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640;g130e7787a26_1_4231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641;g130e7787a26_1_4231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sldNum" idx="37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1774141-CAAE-4D37-8DCF-31FE324C8296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096;g130e7787a26_1_369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Google Shape;2097;g130e7787a26_1_3694" descr="Google Shape;535;p2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Google Shape;2098;g130e7787a26_1_369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sldNum" idx="3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6D1EB4D-17EF-495E-A90C-04E34F942EF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644;g130e7787a26_1_424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645;g130e7787a26_1_4242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" name="Google Shape;2646;g130e7787a26_1_4242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7" name="Google Shape;2647;g130e7787a26_1_4242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8" name="Google Shape;2648;g130e7787a26_1_4242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9" name="Google Shape;2649;g130e7787a26_1_4242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" name="Google Shape;2650;g130e7787a26_1_4242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1" name="Google Shape;2651;g130e7787a26_1_4242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2" name="Google Shape;2652;g130e7787a26_1_4242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3" name="Google Shape;2653;g130e7787a26_1_4242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4" name="Google Shape;2654;g130e7787a26_1_424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5" name="Google Shape;2655;g130e7787a26_1_424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658;g130e7787a26_1_424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660;g130e7787a26_1_424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661;g130e7787a26_1_4242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sldNum" idx="39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90B585A-43C7-46BC-9324-BCD4597C7161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664;g130e7787a26_1_426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665;g130e7787a26_1_426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7" name="Google Shape;2666;g130e7787a26_1_426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8" name="Google Shape;2667;g130e7787a26_1_426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668;g130e7787a26_1_426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2669;g130e7787a26_1_4262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Google Shape;2670;g130e7787a26_1_4262" descr="Google Shape;940;g11b39afd45e_0_299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PlaceHolder 1"/>
          <p:cNvSpPr>
            <a:spLocks noGrp="1"/>
          </p:cNvSpPr>
          <p:nvPr>
            <p:ph type="sldNum" idx="40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B22BC16-D2BE-4665-96AD-038517903D54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2673;g130e7787a26_1_427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2674;g130e7787a26_1_4271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7" name="Google Shape;2675;g130e7787a26_1_427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8" name="Google Shape;2676;g130e7787a26_1_4271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677;g130e7787a26_1_4271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678;g130e7787a26_1_4271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sldNum" idx="41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A170E9A-67EB-46D6-BB38-83D067596D3E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1496;g130e7787a26_1_3094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5" name="Google Shape;1497;g130e7787a26_1_309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sldNum" idx="4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924A794-D68C-426E-B391-46C7E682C0A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body"/>
          </p:nvPr>
        </p:nvSpPr>
        <p:spPr>
          <a:xfrm>
            <a:off x="-500040" y="-2071800"/>
            <a:ext cx="10143360" cy="811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43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8611593-2002-4DB5-B15A-EA152761ABCD}" type="slidenum">
              <a: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2681;g130e7787a26_1_427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2682;g130e7787a26_1_4279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7" name="Google Shape;2683;g130e7787a26_1_427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sldNum" idx="4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22660AE-0743-42AE-AC4F-4835161FB6D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2686;g130e7787a26_1_428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2687;g130e7787a26_1_4284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sldNum" idx="4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9ABC383-8903-4507-BC89-B8299FF4A31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2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2690;g130e7787a26_1_4288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2691;g130e7787a26_1_4288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8" name="Google Shape;2692;g130e7787a26_1_4288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sldNum" idx="4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A8A0328-0EB8-4365-B05B-9EEBDC2E34B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2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2695;g130e7787a26_1_4293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2696;g130e7787a26_1_4293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4" name="Google Shape;2697;g130e7787a26_1_4293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2698;g130e7787a26_1_4293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sldNum" idx="4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23B4EF0-D909-4670-8141-29F7B58E28B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2701;g130e7787a26_1_429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Google Shape;2702;g130e7787a26_1_4299" descr="Google Shape;968;g11b39afd45e_0_82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Google Shape;2703;g130e7787a26_1_429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sldNum" idx="4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CF4ABC2-80AE-406F-89B4-1BC038E4896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2101;g130e7787a26_1_369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Google Shape;2102;g130e7787a26_1_3699" descr="Google Shape;538;p3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Google Shape;2103;g130e7787a26_1_369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1"/>
          <p:cNvSpPr>
            <a:spLocks noGrp="1"/>
          </p:cNvSpPr>
          <p:nvPr>
            <p:ph type="sldNum" idx="4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EDBAC4B-A4D7-4525-8914-F8785353C6E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2706;g130e7787a26_1_430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Google Shape;2707;g130e7787a26_1_4304" descr="Google Shape;971;g11b39afd45e_0_82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Google Shape;2708;g130e7787a26_1_430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1"/>
          <p:cNvSpPr>
            <a:spLocks noGrp="1"/>
          </p:cNvSpPr>
          <p:nvPr>
            <p:ph type="sldNum" idx="5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9F77BFA-1608-42FD-92B0-49F5359306B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2711;g130e7787a26_1_430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Google Shape;2712;g130e7787a26_1_4309" descr="Google Shape;974;g11b39afd45e_0_83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Google Shape;2713;g130e7787a26_1_430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sldNum" idx="5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41CE183-5058-4017-B02E-65BC94B67F9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2716;g130e7787a26_1_431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4" name="Google Shape;2717;g130e7787a26_1_4314" descr="Google Shape;977;g11b39afd45e_0_83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Google Shape;2718;g130e7787a26_1_431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sldNum" idx="5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D4B3566-F16E-4F08-9BB8-74BE2D5974B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2721;g130e7787a26_1_431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0" name="Google Shape;2722;g130e7787a26_1_4319" descr="Google Shape;980;g11b39afd45e_0_83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Google Shape;2723;g130e7787a26_1_431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sldNum" idx="5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68B8E7F-01E8-4EAA-98BE-473D4225C0B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2726;g130e7787a26_1_432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Google Shape;2727;g130e7787a26_1_4324" descr="Google Shape;983;g11b39afd45e_0_83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Google Shape;2728;g130e7787a26_1_432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sldNum" idx="5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F65204B-6FE2-4F34-A0A6-C8158DB2736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1572;g130e7787a26_1_3170"/>
          <p:cNvSpPr/>
          <p:nvPr/>
        </p:nvSpPr>
        <p:spPr>
          <a:xfrm>
            <a:off x="8256960" y="4690080"/>
            <a:ext cx="254160" cy="254160"/>
          </a:xfrm>
          <a:prstGeom prst="ellipse">
            <a:avLst/>
          </a:prstGeom>
          <a:solidFill>
            <a:srgbClr val="00af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342" name="Google Shape;1573;g130e7787a26_1_3170"/>
          <p:cNvCxnSpPr/>
          <p:nvPr/>
        </p:nvCxnSpPr>
        <p:spPr>
          <a:xfrm flipH="1">
            <a:off x="1464480" y="4818600"/>
            <a:ext cx="6652800" cy="720"/>
          </a:xfrm>
          <a:prstGeom prst="straightConnector1">
            <a:avLst/>
          </a:prstGeom>
          <a:ln w="19050">
            <a:solidFill>
              <a:srgbClr val="00afd2"/>
            </a:solidFill>
            <a:miter/>
          </a:ln>
        </p:spPr>
      </p:cxnSp>
      <p:sp>
        <p:nvSpPr>
          <p:cNvPr id="343" name="Google Shape;1574;g130e7787a26_1_3170"/>
          <p:cNvSpPr/>
          <p:nvPr/>
        </p:nvSpPr>
        <p:spPr>
          <a:xfrm>
            <a:off x="630000" y="4738320"/>
            <a:ext cx="888840" cy="1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00afd2"/>
                </a:solidFill>
                <a:effectLst/>
                <a:uFillTx/>
                <a:latin typeface="Helvetica Neue"/>
                <a:ea typeface="Helvetica Neue"/>
              </a:rPr>
              <a:t>Business </a:t>
            </a:r>
            <a:r>
              <a:rPr b="0" lang="ru" sz="800" strike="noStrike" u="none">
                <a:solidFill>
                  <a:srgbClr val="050a19"/>
                </a:solidFill>
                <a:effectLst/>
                <a:uFillTx/>
                <a:latin typeface="Helvetica Neue"/>
                <a:ea typeface="Helvetica Neue"/>
              </a:rPr>
              <a:t>Plan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body"/>
          </p:nvPr>
        </p:nvSpPr>
        <p:spPr>
          <a:xfrm>
            <a:off x="628560" y="685080"/>
            <a:ext cx="78861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title"/>
          </p:nvPr>
        </p:nvSpPr>
        <p:spPr>
          <a:xfrm>
            <a:off x="625680" y="187920"/>
            <a:ext cx="7891560" cy="524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5"/>
          </p:nvPr>
        </p:nvSpPr>
        <p:spPr>
          <a:xfrm>
            <a:off x="8302320" y="4721040"/>
            <a:ext cx="163080" cy="1602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FFBC2BB-0E59-4C4E-BA3D-16755AB13067}" type="slidenum">
              <a: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2731;g130e7787a26_1_432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Google Shape;2732;g130e7787a26_1_4329" descr="Google Shape;986;g11b39afd45e_0_84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Google Shape;2733;g130e7787a26_1_432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sldNum" idx="5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8F22A97-10EF-434E-BE05-8C31E47DF0C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2736;g130e7787a26_1_433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Google Shape;2737;g130e7787a26_1_4334" descr="Google Shape;989;g11b39afd45e_0_84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Google Shape;2738;g130e7787a26_1_433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sldNum" idx="5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4550BCA-EEFF-45E9-B6C0-39F2E687C9E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6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2741;g130e7787a26_1_433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2" name="Google Shape;2742;g130e7787a26_1_4339" descr="Google Shape;992;g11b39afd45e_0_84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Google Shape;2743;g130e7787a26_1_433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sldNum" idx="5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08C1BA6-036F-4E90-AE74-560575AF68A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6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2746;g130e7787a26_1_434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Google Shape;2747;g130e7787a26_1_4344" descr="Google Shape;995;g11b39afd45e_0_85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Google Shape;2748;g130e7787a26_1_434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sldNum" idx="5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09B2018-C064-4528-A23F-FFAB400B55B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7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2106;g130e7787a26_1_370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Google Shape;2107;g130e7787a26_1_3704" descr="Google Shape;541;p3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Google Shape;2108;g130e7787a26_1_370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sldNum" idx="6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72A1641-802B-451C-815D-A9B1EFE9307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7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2751;g130e7787a26_1_434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Google Shape;2752;g130e7787a26_1_4349" descr="Google Shape;998;g11b39afd45e_0_85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Google Shape;2753;g130e7787a26_1_434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sldNum" idx="6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A7FC7FF-6745-4378-9BCF-2AAE5B9AAEA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8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2756;g130e7787a26_1_435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Google Shape;2757;g130e7787a26_1_4354" descr="Google Shape;1001;g11b39afd45e_0_85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Google Shape;2758;g130e7787a26_1_435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1"/>
          <p:cNvSpPr>
            <a:spLocks noGrp="1"/>
          </p:cNvSpPr>
          <p:nvPr>
            <p:ph type="sldNum" idx="6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7096A85-234A-4270-8E6A-3AF912B3D33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9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2761;g130e7787a26_1_435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Google Shape;2762;g130e7787a26_1_4359" descr="Google Shape;1004;g11b39afd45e_0_86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Google Shape;2763;g130e7787a26_1_435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1"/>
          <p:cNvSpPr>
            <a:spLocks noGrp="1"/>
          </p:cNvSpPr>
          <p:nvPr>
            <p:ph type="sldNum" idx="6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9C61EF7-4AB7-4B55-A38C-559C380FA6C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9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2766;g130e7787a26_1_436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8" name="Google Shape;2767;g130e7787a26_1_4364" descr="Google Shape;1007;g11b39afd45e_0_86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Google Shape;2768;g130e7787a26_1_436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1"/>
          <p:cNvSpPr>
            <a:spLocks noGrp="1"/>
          </p:cNvSpPr>
          <p:nvPr>
            <p:ph type="sldNum" idx="6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BB8AAC8-8EE5-4A22-9776-C50D46198D3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0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2771;g130e7787a26_1_436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Google Shape;2772;g130e7787a26_1_4369" descr="Google Shape;1010;g11b39afd45e_0_86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Google Shape;2773;g130e7787a26_1_436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sldNum" idx="6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B064EAB-7330-4102-B054-08B13BFD876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0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2776;g130e7787a26_1_437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0" name="Google Shape;2777;g130e7787a26_1_4374" descr="Google Shape;1013;g11b39afd45e_0_86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Google Shape;2778;g130e7787a26_1_437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1"/>
          <p:cNvSpPr>
            <a:spLocks noGrp="1"/>
          </p:cNvSpPr>
          <p:nvPr>
            <p:ph type="sldNum" idx="6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CE52CD1-8C1F-4784-B380-95E488A4033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1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body"/>
          </p:nvPr>
        </p:nvSpPr>
        <p:spPr>
          <a:xfrm>
            <a:off x="757080" y="784080"/>
            <a:ext cx="7757280" cy="18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title"/>
          </p:nvPr>
        </p:nvSpPr>
        <p:spPr>
          <a:xfrm>
            <a:off x="757080" y="271440"/>
            <a:ext cx="7757280" cy="50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7" name="Google Shape;1581;g130e7787a26_1_3177"/>
          <p:cNvCxnSpPr/>
          <p:nvPr/>
        </p:nvCxnSpPr>
        <p:spPr>
          <a:xfrm>
            <a:off x="645840" y="342720"/>
            <a:ext cx="720" cy="60804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cxnSp>
        <p:nvCxnSpPr>
          <p:cNvPr id="418" name="Google Shape;1582;g130e7787a26_1_3177"/>
          <p:cNvCxnSpPr/>
          <p:nvPr/>
        </p:nvCxnSpPr>
        <p:spPr>
          <a:xfrm>
            <a:off x="8497800" y="4800240"/>
            <a:ext cx="720" cy="15012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sp>
        <p:nvSpPr>
          <p:cNvPr id="419" name="PlaceHolder 3"/>
          <p:cNvSpPr>
            <a:spLocks noGrp="1"/>
          </p:cNvSpPr>
          <p:nvPr>
            <p:ph type="sldNum" idx="67"/>
          </p:nvPr>
        </p:nvSpPr>
        <p:spPr>
          <a:xfrm>
            <a:off x="8281800" y="4795920"/>
            <a:ext cx="138960" cy="13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F536B5-6C6E-4CC5-84AC-8D081501E48D}" type="slidenum">
              <a: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2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Google Shape;2781;g130e7787a26_1_437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Google Shape;2782;g130e7787a26_1_4379" descr="Google Shape;1016;g11b39afd45e_0_87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Google Shape;2783;g130e7787a26_1_437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sldNum" idx="6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8B753E7-3981-4D40-A5E4-43E04D75C34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2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2786;g130e7787a26_1_438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9" name="Google Shape;2787;g130e7787a26_1_4384" descr="Google Shape;1019;g11b39afd45e_0_87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Google Shape;2788;g130e7787a26_1_438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1"/>
          <p:cNvSpPr>
            <a:spLocks noGrp="1"/>
          </p:cNvSpPr>
          <p:nvPr>
            <p:ph type="sldNum" idx="6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7D63415-12FB-4810-AE51-49CCA4D4CDB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3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Google Shape;2791;g130e7787a26_1_438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5" name="Google Shape;2792;g130e7787a26_1_4389" descr="Google Shape;1022;g11b39afd45e_0_87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Google Shape;2793;g130e7787a26_1_438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sldNum" idx="7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EAFCCDE-6F33-437E-BC87-BA6052DB7B3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3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sldNum" idx="71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A9228EC-F33F-4B16-9D06-3EB19544038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4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2796;g130e7787a26_1_439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5" name="Google Shape;2797;g130e7787a26_1_4394" descr="Google Shape;1025;g11b39afd45e_0_88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Google Shape;2798;g130e7787a26_1_439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1"/>
          <p:cNvSpPr>
            <a:spLocks noGrp="1"/>
          </p:cNvSpPr>
          <p:nvPr>
            <p:ph type="sldNum" idx="7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A6DCF17-77A1-4596-9157-AA6E6CFAA18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1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4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2801;g130e7787a26_1_439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1" name="Google Shape;2802;g130e7787a26_1_4399" descr="Google Shape;1028;g11b39afd45e_0_88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Google Shape;2803;g130e7787a26_1_439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1"/>
          <p:cNvSpPr>
            <a:spLocks noGrp="1"/>
          </p:cNvSpPr>
          <p:nvPr>
            <p:ph type="sldNum" idx="7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9A9CC4A-9CB7-4F3C-B331-06D210387AF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ш макет 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5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2806;g130e7787a26_1_440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Google Shape;2807;g130e7787a26_1_4404" descr="Google Shape;1031;g11b39afd45e_0_88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PlaceHolder 1"/>
          <p:cNvSpPr>
            <a:spLocks noGrp="1"/>
          </p:cNvSpPr>
          <p:nvPr>
            <p:ph type="sldNum" idx="7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D8B259B-DFE8-48E8-ADDC-EFD0E3828F4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6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2810;g130e7787a26_1_4408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Google Shape;2811;g130e7787a26_1_4408" descr="Google Shape;1033;g11b39afd45e_0_889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Google Shape;2812;g130e7787a26_1_4408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sldNum" idx="7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A8A916F-E0EE-4AEB-AA29-1DCD47A89F9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6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2815;g130e7787a26_1_4413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Google Shape;2816;g130e7787a26_1_4413" descr="Google Shape;1036;g11b39afd45e_0_89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Google Shape;2817;g130e7787a26_1_4413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2818;g130e7787a26_1_4413"/>
          <p:cNvSpPr/>
          <p:nvPr/>
        </p:nvSpPr>
        <p:spPr>
          <a:xfrm>
            <a:off x="0" y="0"/>
            <a:ext cx="2999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1"/>
          <p:cNvSpPr>
            <a:spLocks noGrp="1"/>
          </p:cNvSpPr>
          <p:nvPr>
            <p:ph type="sldNum" idx="7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1B18186-E936-4358-ABC1-19BBB5DB176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с подписью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7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Google Shape;2821;g130e7787a26_1_441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480" cy="304740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8" name="Google Shape;2825;g130e7787a26_1_4419" descr="Google Shape;1044;g11b39afd45e_0_89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7"/>
          <p:cNvSpPr>
            <a:spLocks noGrp="1"/>
          </p:cNvSpPr>
          <p:nvPr>
            <p:ph type="sldNum" idx="7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AB4E767-407C-4828-BBA8-78510D6A6D0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8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Google Shape;2831;g130e7787a26_1_442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6" name="Google Shape;2832;g130e7787a26_1_4429"/>
          <p:cNvGrpSpPr/>
          <p:nvPr/>
        </p:nvGrpSpPr>
        <p:grpSpPr>
          <a:xfrm>
            <a:off x="6458040" y="0"/>
            <a:ext cx="2685600" cy="5142960"/>
            <a:chOff x="6458040" y="0"/>
            <a:chExt cx="2685600" cy="5142960"/>
          </a:xfrm>
        </p:grpSpPr>
        <p:sp>
          <p:nvSpPr>
            <p:cNvPr id="487" name="Google Shape;2833;g130e7787a26_1_4429"/>
            <p:cNvSpPr/>
            <p:nvPr/>
          </p:nvSpPr>
          <p:spPr>
            <a:xfrm>
              <a:off x="6458040" y="0"/>
              <a:ext cx="268560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88" name="Google Shape;2834;g130e7787a26_1_4429"/>
            <p:cNvSpPr/>
            <p:nvPr/>
          </p:nvSpPr>
          <p:spPr>
            <a:xfrm>
              <a:off x="6483600" y="2318040"/>
              <a:ext cx="263412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9" name="Google Shape;2835;g130e7787a26_1_4429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490" name="Google Shape;2836;g130e7787a26_1_4429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1" name="Google Shape;2837;g130e7787a26_1_4429"/>
            <p:cNvSpPr/>
            <p:nvPr/>
          </p:nvSpPr>
          <p:spPr>
            <a:xfrm>
              <a:off x="25560" y="2480040"/>
              <a:ext cx="639936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7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F9EA87E-AD2D-4DF6-8D29-175F689FE4F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9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7" name="Google Shape;1585;g130e7787a26_1_3183"/>
          <p:cNvGrpSpPr/>
          <p:nvPr/>
        </p:nvGrpSpPr>
        <p:grpSpPr>
          <a:xfrm>
            <a:off x="413640" y="4518000"/>
            <a:ext cx="1564920" cy="318600"/>
            <a:chOff x="413640" y="4518000"/>
            <a:chExt cx="1564920" cy="318600"/>
          </a:xfrm>
        </p:grpSpPr>
        <p:sp>
          <p:nvSpPr>
            <p:cNvPr id="498" name="Google Shape;1586;g130e7787a26_1_3183"/>
            <p:cNvSpPr/>
            <p:nvPr/>
          </p:nvSpPr>
          <p:spPr>
            <a:xfrm>
              <a:off x="413640" y="4518000"/>
              <a:ext cx="1564920" cy="22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df797d"/>
                  </a:solidFill>
                  <a:effectLst/>
                  <a:uFillTx/>
                  <a:latin typeface="Open Sans SemiBold"/>
                  <a:ea typeface="Open Sans SemiBold"/>
                </a:rPr>
                <a:t>Business Plan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1587;g130e7787a26_1_3183"/>
            <p:cNvSpPr/>
            <p:nvPr/>
          </p:nvSpPr>
          <p:spPr>
            <a:xfrm>
              <a:off x="413640" y="4708800"/>
              <a:ext cx="1078920" cy="1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rIns="17280" tIns="17280" bIns="1728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0" name="PlaceHolder 1"/>
          <p:cNvSpPr>
            <a:spLocks noGrp="1"/>
          </p:cNvSpPr>
          <p:nvPr>
            <p:ph type="sldNum" idx="79"/>
          </p:nvPr>
        </p:nvSpPr>
        <p:spPr>
          <a:xfrm>
            <a:off x="8622360" y="4686480"/>
            <a:ext cx="153360" cy="2116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just">
              <a:lnSpc>
                <a:spcPct val="15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fld id="{940D0497-6AD4-480D-AC20-16FE7C6EC38C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0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2842;g130e7787a26_1_444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Google Shape;2843;g130e7787a26_1_4440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05" name="Google Shape;2844;g130e7787a26_1_4440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Google Shape;2847;g130e7787a26_1_4440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2849;g130e7787a26_1_4440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Google Shape;2850;g130e7787a26_1_4440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 type="sldNum" idx="80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5584902-077E-41EF-BCDF-17B14A23B525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1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2853;g130e7787a26_1_445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2854;g130e7787a26_1_4451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17" name="Google Shape;2855;g130e7787a26_1_4451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18" name="Google Shape;2856;g130e7787a26_1_4451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19" name="Google Shape;2857;g130e7787a26_1_4451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0" name="Google Shape;2858;g130e7787a26_1_4451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1" name="Google Shape;2859;g130e7787a26_1_4451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2" name="Google Shape;2860;g130e7787a26_1_4451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3" name="Google Shape;2861;g130e7787a26_1_4451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4" name="Google Shape;2862;g130e7787a26_1_4451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5" name="Google Shape;2863;g130e7787a26_1_445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6" name="Google Shape;2864;g130e7787a26_1_4451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Google Shape;2867;g130e7787a26_1_4451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Google Shape;2869;g130e7787a26_1_4451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Google Shape;2870;g130e7787a26_1_4451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sldNum" idx="81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80A3EA-4B75-4AF2-8CE0-DEE63D182D45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3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Google Shape;2111;g130e7787a26_1_370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7" name="Google Shape;2112;g130e7787a26_1_3709" descr="Google Shape;544;p3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Google Shape;2113;g130e7787a26_1_370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1"/>
          <p:cNvSpPr>
            <a:spLocks noGrp="1"/>
          </p:cNvSpPr>
          <p:nvPr>
            <p:ph type="sldNum" idx="8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73F970B-9930-465C-B25D-F98C09E0F3D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4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Google Shape;2873;g130e7787a26_1_447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Google Shape;2874;g130e7787a26_1_4471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44" name="Google Shape;2875;g130e7787a26_1_447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45" name="Google Shape;2876;g130e7787a26_1_4471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Google Shape;2877;g130e7787a26_1_4471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Google Shape;2878;g130e7787a26_1_4471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8" name="Google Shape;2879;g130e7787a26_1_4471" descr="Google Shape;1088;g11b39afd45e_0_939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PlaceHolder 1"/>
          <p:cNvSpPr>
            <a:spLocks noGrp="1"/>
          </p:cNvSpPr>
          <p:nvPr>
            <p:ph type="sldNum" idx="83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BF1CBC1-20F9-422B-BD48-A4EE2C6A84C7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5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Google Shape;2882;g130e7787a26_1_448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Google Shape;2883;g130e7787a26_1_4480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54" name="Google Shape;2884;g130e7787a26_1_4480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55" name="Google Shape;2885;g130e7787a26_1_4480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Google Shape;2886;g130e7787a26_1_4480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Google Shape;2887;g130e7787a26_1_4480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1"/>
          <p:cNvSpPr>
            <a:spLocks noGrp="1"/>
          </p:cNvSpPr>
          <p:nvPr>
            <p:ph type="sldNum" idx="84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7CDADA2-4411-4913-A9AA-61E4018CAC3E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Церт содержание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6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Google Shape;2890;g130e7787a26_1_4488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2" name="Google Shape;2891;g130e7787a26_1_4488"/>
          <p:cNvCxnSpPr/>
          <p:nvPr/>
        </p:nvCxnSpPr>
        <p:spPr>
          <a:xfrm flipV="1">
            <a:off x="7164000" y="617760"/>
            <a:ext cx="1980360" cy="10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563" name="Google Shape;2892;g130e7787a26_1_4488"/>
          <p:cNvSpPr/>
          <p:nvPr/>
        </p:nvSpPr>
        <p:spPr>
          <a:xfrm>
            <a:off x="8280000" y="123480"/>
            <a:ext cx="863280" cy="503280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sldNum" idx="85"/>
          </p:nvPr>
        </p:nvSpPr>
        <p:spPr>
          <a:xfrm>
            <a:off x="8617680" y="267480"/>
            <a:ext cx="224280" cy="2041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2B9063E-9F84-4E13-BDBF-AFD27585CD98}" type="slidenum">
              <a: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&lt;number&gt;</a:t>
            </a:fld>
            <a:endParaRPr b="0" lang="ru-RU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5" name="Google Shape;2894;g130e7787a26_1_4488" descr="Google Shape;1101;g11b39afd45e_0_954"/>
          <p:cNvPicPr/>
          <p:nvPr/>
        </p:nvPicPr>
        <p:blipFill>
          <a:blip r:embed="rId2"/>
          <a:stretch/>
        </p:blipFill>
        <p:spPr>
          <a:xfrm>
            <a:off x="7164360" y="299520"/>
            <a:ext cx="1007280" cy="151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Церт титул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6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Google Shape;2896;g130e7787a26_1_449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sldNum" idx="8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E964A60-F5A1-4EB2-9F0E-CE38BEB5D78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7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2" name="Google Shape;1590;g130e7787a26_1_3188"/>
          <p:cNvGrpSpPr/>
          <p:nvPr/>
        </p:nvGrpSpPr>
        <p:grpSpPr>
          <a:xfrm>
            <a:off x="502920" y="4627080"/>
            <a:ext cx="974520" cy="174240"/>
            <a:chOff x="502920" y="4627080"/>
            <a:chExt cx="974520" cy="174240"/>
          </a:xfrm>
        </p:grpSpPr>
        <p:sp>
          <p:nvSpPr>
            <p:cNvPr id="573" name="Google Shape;1591;g130e7787a26_1_3188"/>
            <p:cNvSpPr/>
            <p:nvPr/>
          </p:nvSpPr>
          <p:spPr>
            <a:xfrm>
              <a:off x="1293120" y="4653000"/>
              <a:ext cx="184320" cy="147960"/>
            </a:xfrm>
            <a:custGeom>
              <a:avLst/>
              <a:gdLst>
                <a:gd name="textAreaLeft" fmla="*/ 0 w 184320"/>
                <a:gd name="textAreaRight" fmla="*/ 185040 w 184320"/>
                <a:gd name="textAreaTop" fmla="*/ 0 h 147960"/>
                <a:gd name="textAreaBottom" fmla="*/ 148680 h 1479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21600" y="2606"/>
                  </a:moveTo>
                  <a:cubicBezTo>
                    <a:pt x="20757" y="3127"/>
                    <a:pt x="19913" y="3648"/>
                    <a:pt x="19117" y="3648"/>
                  </a:cubicBezTo>
                  <a:cubicBezTo>
                    <a:pt x="19913" y="3127"/>
                    <a:pt x="20757" y="2085"/>
                    <a:pt x="20757" y="579"/>
                  </a:cubicBezTo>
                  <a:cubicBezTo>
                    <a:pt x="19913" y="1100"/>
                    <a:pt x="19117" y="1564"/>
                    <a:pt x="18226" y="2085"/>
                  </a:cubicBezTo>
                  <a:cubicBezTo>
                    <a:pt x="17430" y="1100"/>
                    <a:pt x="16165" y="0"/>
                    <a:pt x="14947" y="0"/>
                  </a:cubicBezTo>
                  <a:cubicBezTo>
                    <a:pt x="12416" y="0"/>
                    <a:pt x="10355" y="2606"/>
                    <a:pt x="10355" y="5675"/>
                  </a:cubicBezTo>
                  <a:cubicBezTo>
                    <a:pt x="10355" y="6196"/>
                    <a:pt x="10355" y="6717"/>
                    <a:pt x="10777" y="6717"/>
                  </a:cubicBezTo>
                  <a:cubicBezTo>
                    <a:pt x="7075" y="6717"/>
                    <a:pt x="3702" y="4691"/>
                    <a:pt x="1640" y="1100"/>
                  </a:cubicBezTo>
                  <a:cubicBezTo>
                    <a:pt x="1218" y="2085"/>
                    <a:pt x="797" y="3127"/>
                    <a:pt x="797" y="4169"/>
                  </a:cubicBezTo>
                  <a:cubicBezTo>
                    <a:pt x="797" y="5675"/>
                    <a:pt x="1640" y="7760"/>
                    <a:pt x="2858" y="8744"/>
                  </a:cubicBezTo>
                  <a:cubicBezTo>
                    <a:pt x="2062" y="8281"/>
                    <a:pt x="1640" y="8281"/>
                    <a:pt x="797" y="7760"/>
                  </a:cubicBezTo>
                  <a:cubicBezTo>
                    <a:pt x="797" y="10308"/>
                    <a:pt x="2483" y="12856"/>
                    <a:pt x="4592" y="13377"/>
                  </a:cubicBezTo>
                  <a:cubicBezTo>
                    <a:pt x="4170" y="13377"/>
                    <a:pt x="3702" y="13377"/>
                    <a:pt x="3280" y="13377"/>
                  </a:cubicBezTo>
                  <a:cubicBezTo>
                    <a:pt x="2858" y="13377"/>
                    <a:pt x="2858" y="13377"/>
                    <a:pt x="2483" y="13377"/>
                  </a:cubicBezTo>
                  <a:cubicBezTo>
                    <a:pt x="2858" y="15404"/>
                    <a:pt x="4592" y="17025"/>
                    <a:pt x="6653" y="17025"/>
                  </a:cubicBezTo>
                  <a:cubicBezTo>
                    <a:pt x="4967" y="18473"/>
                    <a:pt x="3280" y="19573"/>
                    <a:pt x="1218" y="19573"/>
                  </a:cubicBezTo>
                  <a:cubicBezTo>
                    <a:pt x="797" y="19573"/>
                    <a:pt x="375" y="19573"/>
                    <a:pt x="0" y="19573"/>
                  </a:cubicBezTo>
                  <a:cubicBezTo>
                    <a:pt x="2062" y="21079"/>
                    <a:pt x="4170" y="21600"/>
                    <a:pt x="6653" y="21600"/>
                  </a:cubicBezTo>
                  <a:cubicBezTo>
                    <a:pt x="14947" y="21600"/>
                    <a:pt x="19117" y="13377"/>
                    <a:pt x="19117" y="6196"/>
                  </a:cubicBezTo>
                  <a:lnTo>
                    <a:pt x="19117" y="5675"/>
                  </a:lnTo>
                  <a:cubicBezTo>
                    <a:pt x="20335" y="4691"/>
                    <a:pt x="20757" y="4169"/>
                    <a:pt x="21600" y="2606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74" name="Google Shape;1592;g130e7787a26_1_3188"/>
            <p:cNvSpPr/>
            <p:nvPr/>
          </p:nvSpPr>
          <p:spPr>
            <a:xfrm>
              <a:off x="897840" y="4627080"/>
              <a:ext cx="170280" cy="17388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3880"/>
                <a:gd name="textAreaBottom" fmla="*/ 174600 h 1738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7534" y="10601"/>
                  </a:moveTo>
                  <a:cubicBezTo>
                    <a:pt x="17534" y="14135"/>
                    <a:pt x="14434" y="17220"/>
                    <a:pt x="10825" y="17220"/>
                  </a:cubicBezTo>
                  <a:cubicBezTo>
                    <a:pt x="7217" y="17220"/>
                    <a:pt x="4015" y="14135"/>
                    <a:pt x="4015" y="10601"/>
                  </a:cubicBezTo>
                  <a:cubicBezTo>
                    <a:pt x="4015" y="10103"/>
                    <a:pt x="4472" y="10103"/>
                    <a:pt x="4472" y="9705"/>
                  </a:cubicBezTo>
                  <a:cubicBezTo>
                    <a:pt x="0" y="9705"/>
                    <a:pt x="0" y="9705"/>
                    <a:pt x="0" y="9705"/>
                  </a:cubicBezTo>
                  <a:cubicBezTo>
                    <a:pt x="0" y="18066"/>
                    <a:pt x="0" y="18066"/>
                    <a:pt x="0" y="18066"/>
                  </a:cubicBezTo>
                  <a:cubicBezTo>
                    <a:pt x="0" y="19858"/>
                    <a:pt x="1321" y="21600"/>
                    <a:pt x="3151" y="21600"/>
                  </a:cubicBezTo>
                  <a:cubicBezTo>
                    <a:pt x="18449" y="21600"/>
                    <a:pt x="18449" y="21600"/>
                    <a:pt x="18449" y="21600"/>
                  </a:cubicBezTo>
                  <a:cubicBezTo>
                    <a:pt x="20228" y="21600"/>
                    <a:pt x="21600" y="19858"/>
                    <a:pt x="21600" y="18066"/>
                  </a:cubicBezTo>
                  <a:cubicBezTo>
                    <a:pt x="21600" y="9705"/>
                    <a:pt x="21600" y="9705"/>
                    <a:pt x="21600" y="9705"/>
                  </a:cubicBezTo>
                  <a:cubicBezTo>
                    <a:pt x="17128" y="9705"/>
                    <a:pt x="17128" y="9705"/>
                    <a:pt x="17128" y="9705"/>
                  </a:cubicBezTo>
                  <a:cubicBezTo>
                    <a:pt x="17128" y="10103"/>
                    <a:pt x="17534" y="10103"/>
                    <a:pt x="17534" y="10601"/>
                  </a:cubicBezTo>
                  <a:close/>
                  <a:moveTo>
                    <a:pt x="18449" y="0"/>
                  </a:moveTo>
                  <a:cubicBezTo>
                    <a:pt x="3151" y="0"/>
                    <a:pt x="3151" y="0"/>
                    <a:pt x="3151" y="0"/>
                  </a:cubicBezTo>
                  <a:cubicBezTo>
                    <a:pt x="1321" y="0"/>
                    <a:pt x="0" y="1792"/>
                    <a:pt x="0" y="3534"/>
                  </a:cubicBezTo>
                  <a:cubicBezTo>
                    <a:pt x="0" y="7067"/>
                    <a:pt x="0" y="7067"/>
                    <a:pt x="0" y="7067"/>
                  </a:cubicBezTo>
                  <a:cubicBezTo>
                    <a:pt x="5387" y="7067"/>
                    <a:pt x="5387" y="7067"/>
                    <a:pt x="5387" y="7067"/>
                  </a:cubicBezTo>
                  <a:cubicBezTo>
                    <a:pt x="6709" y="5276"/>
                    <a:pt x="8538" y="4429"/>
                    <a:pt x="10825" y="4429"/>
                  </a:cubicBezTo>
                  <a:cubicBezTo>
                    <a:pt x="13062" y="4429"/>
                    <a:pt x="14840" y="5276"/>
                    <a:pt x="16213" y="7067"/>
                  </a:cubicBezTo>
                  <a:cubicBezTo>
                    <a:pt x="21600" y="7067"/>
                    <a:pt x="21600" y="7067"/>
                    <a:pt x="21600" y="7067"/>
                  </a:cubicBezTo>
                  <a:cubicBezTo>
                    <a:pt x="21600" y="3534"/>
                    <a:pt x="21600" y="3534"/>
                    <a:pt x="21600" y="3534"/>
                  </a:cubicBezTo>
                  <a:cubicBezTo>
                    <a:pt x="21600" y="1792"/>
                    <a:pt x="20228" y="0"/>
                    <a:pt x="18449" y="0"/>
                  </a:cubicBezTo>
                  <a:close/>
                  <a:moveTo>
                    <a:pt x="19821" y="4429"/>
                  </a:moveTo>
                  <a:cubicBezTo>
                    <a:pt x="19821" y="4429"/>
                    <a:pt x="19821" y="4828"/>
                    <a:pt x="19364" y="4828"/>
                  </a:cubicBezTo>
                  <a:cubicBezTo>
                    <a:pt x="17534" y="4828"/>
                    <a:pt x="17534" y="4828"/>
                    <a:pt x="17534" y="4828"/>
                  </a:cubicBezTo>
                  <a:cubicBezTo>
                    <a:pt x="17128" y="4828"/>
                    <a:pt x="16670" y="4429"/>
                    <a:pt x="16670" y="4429"/>
                  </a:cubicBezTo>
                  <a:cubicBezTo>
                    <a:pt x="16670" y="2638"/>
                    <a:pt x="16670" y="2638"/>
                    <a:pt x="16670" y="2638"/>
                  </a:cubicBezTo>
                  <a:cubicBezTo>
                    <a:pt x="16670" y="2190"/>
                    <a:pt x="17128" y="1792"/>
                    <a:pt x="17534" y="1792"/>
                  </a:cubicBezTo>
                  <a:cubicBezTo>
                    <a:pt x="19364" y="1792"/>
                    <a:pt x="19364" y="1792"/>
                    <a:pt x="19364" y="1792"/>
                  </a:cubicBezTo>
                  <a:cubicBezTo>
                    <a:pt x="19821" y="1792"/>
                    <a:pt x="19821" y="2190"/>
                    <a:pt x="19821" y="2638"/>
                  </a:cubicBezTo>
                  <a:lnTo>
                    <a:pt x="19821" y="4429"/>
                  </a:lnTo>
                  <a:close/>
                  <a:moveTo>
                    <a:pt x="14840" y="10601"/>
                  </a:moveTo>
                  <a:cubicBezTo>
                    <a:pt x="14840" y="8361"/>
                    <a:pt x="13062" y="6619"/>
                    <a:pt x="10825" y="6619"/>
                  </a:cubicBezTo>
                  <a:cubicBezTo>
                    <a:pt x="8538" y="6619"/>
                    <a:pt x="6709" y="8361"/>
                    <a:pt x="6709" y="10601"/>
                  </a:cubicBezTo>
                  <a:cubicBezTo>
                    <a:pt x="6709" y="12791"/>
                    <a:pt x="8538" y="14582"/>
                    <a:pt x="10825" y="14582"/>
                  </a:cubicBezTo>
                  <a:cubicBezTo>
                    <a:pt x="13062" y="14582"/>
                    <a:pt x="14840" y="12791"/>
                    <a:pt x="14840" y="10601"/>
                  </a:cubicBezTo>
                  <a:close/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75" name="Google Shape;1593;g130e7787a26_1_3188"/>
            <p:cNvSpPr/>
            <p:nvPr/>
          </p:nvSpPr>
          <p:spPr>
            <a:xfrm>
              <a:off x="502920" y="4629960"/>
              <a:ext cx="170280" cy="17136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1360"/>
                <a:gd name="textAreaBottom" fmla="*/ 172080 h 171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8906" y="0"/>
                  </a:moveTo>
                  <a:cubicBezTo>
                    <a:pt x="2694" y="0"/>
                    <a:pt x="2694" y="0"/>
                    <a:pt x="2694" y="0"/>
                  </a:cubicBezTo>
                  <a:cubicBezTo>
                    <a:pt x="1372" y="0"/>
                    <a:pt x="0" y="1369"/>
                    <a:pt x="0" y="2687"/>
                  </a:cubicBezTo>
                  <a:cubicBezTo>
                    <a:pt x="0" y="18862"/>
                    <a:pt x="0" y="18862"/>
                    <a:pt x="0" y="18862"/>
                  </a:cubicBezTo>
                  <a:cubicBezTo>
                    <a:pt x="0" y="20231"/>
                    <a:pt x="1372" y="21600"/>
                    <a:pt x="2694" y="21600"/>
                  </a:cubicBezTo>
                  <a:cubicBezTo>
                    <a:pt x="10825" y="21600"/>
                    <a:pt x="10825" y="21600"/>
                    <a:pt x="10825" y="21600"/>
                  </a:cubicBezTo>
                  <a:cubicBezTo>
                    <a:pt x="10825" y="13893"/>
                    <a:pt x="10825" y="13893"/>
                    <a:pt x="10825" y="13893"/>
                  </a:cubicBezTo>
                  <a:cubicBezTo>
                    <a:pt x="8132" y="13893"/>
                    <a:pt x="8132" y="13893"/>
                    <a:pt x="8132" y="13893"/>
                  </a:cubicBezTo>
                  <a:cubicBezTo>
                    <a:pt x="8132" y="10344"/>
                    <a:pt x="8132" y="10344"/>
                    <a:pt x="8132" y="10344"/>
                  </a:cubicBezTo>
                  <a:cubicBezTo>
                    <a:pt x="10825" y="10344"/>
                    <a:pt x="10825" y="10344"/>
                    <a:pt x="10825" y="10344"/>
                  </a:cubicBezTo>
                  <a:cubicBezTo>
                    <a:pt x="10825" y="8518"/>
                    <a:pt x="10825" y="8518"/>
                    <a:pt x="10825" y="8518"/>
                  </a:cubicBezTo>
                  <a:cubicBezTo>
                    <a:pt x="10825" y="6287"/>
                    <a:pt x="13062" y="4056"/>
                    <a:pt x="15298" y="4056"/>
                  </a:cubicBezTo>
                  <a:cubicBezTo>
                    <a:pt x="17585" y="4056"/>
                    <a:pt x="17585" y="4056"/>
                    <a:pt x="17585" y="4056"/>
                  </a:cubicBezTo>
                  <a:cubicBezTo>
                    <a:pt x="17585" y="8113"/>
                    <a:pt x="17585" y="8113"/>
                    <a:pt x="17585" y="8113"/>
                  </a:cubicBezTo>
                  <a:cubicBezTo>
                    <a:pt x="15755" y="8113"/>
                    <a:pt x="15755" y="8113"/>
                    <a:pt x="15755" y="8113"/>
                  </a:cubicBezTo>
                  <a:cubicBezTo>
                    <a:pt x="14840" y="8113"/>
                    <a:pt x="14840" y="8113"/>
                    <a:pt x="14840" y="8518"/>
                  </a:cubicBezTo>
                  <a:cubicBezTo>
                    <a:pt x="14840" y="10344"/>
                    <a:pt x="14840" y="10344"/>
                    <a:pt x="14840" y="10344"/>
                  </a:cubicBezTo>
                  <a:cubicBezTo>
                    <a:pt x="17585" y="10344"/>
                    <a:pt x="17585" y="10344"/>
                    <a:pt x="17585" y="10344"/>
                  </a:cubicBezTo>
                  <a:cubicBezTo>
                    <a:pt x="17585" y="13893"/>
                    <a:pt x="17585" y="13893"/>
                    <a:pt x="17585" y="13893"/>
                  </a:cubicBezTo>
                  <a:cubicBezTo>
                    <a:pt x="14840" y="13893"/>
                    <a:pt x="14840" y="13893"/>
                    <a:pt x="14840" y="13893"/>
                  </a:cubicBezTo>
                  <a:cubicBezTo>
                    <a:pt x="14840" y="21600"/>
                    <a:pt x="14840" y="21600"/>
                    <a:pt x="14840" y="21600"/>
                  </a:cubicBezTo>
                  <a:cubicBezTo>
                    <a:pt x="18906" y="21600"/>
                    <a:pt x="18906" y="21600"/>
                    <a:pt x="18906" y="21600"/>
                  </a:cubicBezTo>
                  <a:cubicBezTo>
                    <a:pt x="20279" y="21600"/>
                    <a:pt x="21600" y="20231"/>
                    <a:pt x="21600" y="18862"/>
                  </a:cubicBezTo>
                  <a:cubicBezTo>
                    <a:pt x="21600" y="2687"/>
                    <a:pt x="21600" y="2687"/>
                    <a:pt x="21600" y="2687"/>
                  </a:cubicBezTo>
                  <a:cubicBezTo>
                    <a:pt x="21600" y="1369"/>
                    <a:pt x="20279" y="0"/>
                    <a:pt x="18906" y="0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576" name="Google Shape;1594;g130e7787a26_1_3188"/>
          <p:cNvSpPr/>
          <p:nvPr/>
        </p:nvSpPr>
        <p:spPr>
          <a:xfrm flipH="1" rot="16200000">
            <a:off x="8142480" y="3843720"/>
            <a:ext cx="234360" cy="1767240"/>
          </a:xfrm>
          <a:custGeom>
            <a:avLst/>
            <a:gdLst>
              <a:gd name="textAreaLeft" fmla="*/ 360 w 234360"/>
              <a:gd name="textAreaRight" fmla="*/ 235440 w 234360"/>
              <a:gd name="textAreaTop" fmla="*/ 0 h 1767240"/>
              <a:gd name="textAreaBottom" fmla="*/ 1767960 h 1767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cubicBezTo>
                  <a:pt x="16765" y="0"/>
                  <a:pt x="21600" y="643"/>
                  <a:pt x="21600" y="143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435"/>
                </a:lnTo>
                <a:cubicBezTo>
                  <a:pt x="0" y="643"/>
                  <a:pt x="4835" y="0"/>
                  <a:pt x="10800" y="0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77" name="Google Shape;1595;g130e7787a26_1_3188"/>
          <p:cNvSpPr/>
          <p:nvPr/>
        </p:nvSpPr>
        <p:spPr>
          <a:xfrm>
            <a:off x="7527240" y="4633920"/>
            <a:ext cx="1540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www.website.com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1"/>
          <p:cNvSpPr>
            <a:spLocks noGrp="1"/>
          </p:cNvSpPr>
          <p:nvPr>
            <p:ph type="sldNum" idx="87"/>
          </p:nvPr>
        </p:nvSpPr>
        <p:spPr>
          <a:xfrm>
            <a:off x="7956360" y="-91440"/>
            <a:ext cx="1013040" cy="10746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65EE2D-CC77-40B0-A856-D530AD59906E}" type="slidenum">
              <a: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6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8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1"/>
          <p:cNvSpPr>
            <a:spLocks noGrp="1"/>
          </p:cNvSpPr>
          <p:nvPr>
            <p:ph type="body"/>
          </p:nvPr>
        </p:nvSpPr>
        <p:spPr>
          <a:xfrm>
            <a:off x="44064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16545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body"/>
          </p:nvPr>
        </p:nvSpPr>
        <p:spPr>
          <a:xfrm>
            <a:off x="28681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4"/>
          <p:cNvSpPr>
            <a:spLocks noGrp="1"/>
          </p:cNvSpPr>
          <p:nvPr>
            <p:ph type="body"/>
          </p:nvPr>
        </p:nvSpPr>
        <p:spPr>
          <a:xfrm>
            <a:off x="408168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5"/>
          <p:cNvSpPr>
            <a:spLocks noGrp="1"/>
          </p:cNvSpPr>
          <p:nvPr>
            <p:ph type="body"/>
          </p:nvPr>
        </p:nvSpPr>
        <p:spPr>
          <a:xfrm>
            <a:off x="529560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6"/>
          <p:cNvSpPr>
            <a:spLocks noGrp="1"/>
          </p:cNvSpPr>
          <p:nvPr>
            <p:ph type="body"/>
          </p:nvPr>
        </p:nvSpPr>
        <p:spPr>
          <a:xfrm>
            <a:off x="65091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7"/>
          <p:cNvSpPr>
            <a:spLocks noGrp="1"/>
          </p:cNvSpPr>
          <p:nvPr>
            <p:ph type="body"/>
          </p:nvPr>
        </p:nvSpPr>
        <p:spPr>
          <a:xfrm>
            <a:off x="77227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8"/>
          <p:cNvSpPr>
            <a:spLocks noGrp="1"/>
          </p:cNvSpPr>
          <p:nvPr>
            <p:ph type="body"/>
          </p:nvPr>
        </p:nvSpPr>
        <p:spPr>
          <a:xfrm>
            <a:off x="44064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9"/>
          <p:cNvSpPr>
            <a:spLocks noGrp="1"/>
          </p:cNvSpPr>
          <p:nvPr>
            <p:ph type="body"/>
          </p:nvPr>
        </p:nvSpPr>
        <p:spPr>
          <a:xfrm>
            <a:off x="16545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10"/>
          <p:cNvSpPr>
            <a:spLocks noGrp="1"/>
          </p:cNvSpPr>
          <p:nvPr>
            <p:ph type="body"/>
          </p:nvPr>
        </p:nvSpPr>
        <p:spPr>
          <a:xfrm>
            <a:off x="28681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11"/>
          <p:cNvSpPr>
            <a:spLocks noGrp="1"/>
          </p:cNvSpPr>
          <p:nvPr>
            <p:ph type="body"/>
          </p:nvPr>
        </p:nvSpPr>
        <p:spPr>
          <a:xfrm>
            <a:off x="408168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12"/>
          <p:cNvSpPr>
            <a:spLocks noGrp="1"/>
          </p:cNvSpPr>
          <p:nvPr>
            <p:ph type="body"/>
          </p:nvPr>
        </p:nvSpPr>
        <p:spPr>
          <a:xfrm>
            <a:off x="529560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13"/>
          <p:cNvSpPr>
            <a:spLocks noGrp="1"/>
          </p:cNvSpPr>
          <p:nvPr>
            <p:ph type="body"/>
          </p:nvPr>
        </p:nvSpPr>
        <p:spPr>
          <a:xfrm>
            <a:off x="65091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14"/>
          <p:cNvSpPr>
            <a:spLocks noGrp="1"/>
          </p:cNvSpPr>
          <p:nvPr>
            <p:ph type="body"/>
          </p:nvPr>
        </p:nvSpPr>
        <p:spPr>
          <a:xfrm>
            <a:off x="77227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15"/>
          <p:cNvSpPr>
            <a:spLocks noGrp="1"/>
          </p:cNvSpPr>
          <p:nvPr>
            <p:ph type="body"/>
          </p:nvPr>
        </p:nvSpPr>
        <p:spPr>
          <a:xfrm>
            <a:off x="44064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16"/>
          <p:cNvSpPr>
            <a:spLocks noGrp="1"/>
          </p:cNvSpPr>
          <p:nvPr>
            <p:ph type="body"/>
          </p:nvPr>
        </p:nvSpPr>
        <p:spPr>
          <a:xfrm>
            <a:off x="16545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17"/>
          <p:cNvSpPr>
            <a:spLocks noGrp="1"/>
          </p:cNvSpPr>
          <p:nvPr>
            <p:ph type="body"/>
          </p:nvPr>
        </p:nvSpPr>
        <p:spPr>
          <a:xfrm>
            <a:off x="28681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18"/>
          <p:cNvSpPr>
            <a:spLocks noGrp="1"/>
          </p:cNvSpPr>
          <p:nvPr>
            <p:ph type="body"/>
          </p:nvPr>
        </p:nvSpPr>
        <p:spPr>
          <a:xfrm>
            <a:off x="408168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19"/>
          <p:cNvSpPr>
            <a:spLocks noGrp="1"/>
          </p:cNvSpPr>
          <p:nvPr>
            <p:ph type="body"/>
          </p:nvPr>
        </p:nvSpPr>
        <p:spPr>
          <a:xfrm>
            <a:off x="529560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20"/>
          <p:cNvSpPr>
            <a:spLocks noGrp="1"/>
          </p:cNvSpPr>
          <p:nvPr>
            <p:ph type="body"/>
          </p:nvPr>
        </p:nvSpPr>
        <p:spPr>
          <a:xfrm>
            <a:off x="65091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21"/>
          <p:cNvSpPr>
            <a:spLocks noGrp="1"/>
          </p:cNvSpPr>
          <p:nvPr>
            <p:ph type="body"/>
          </p:nvPr>
        </p:nvSpPr>
        <p:spPr>
          <a:xfrm>
            <a:off x="77227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22"/>
          <p:cNvSpPr>
            <a:spLocks noGrp="1"/>
          </p:cNvSpPr>
          <p:nvPr>
            <p:ph type="sldNum" idx="88"/>
          </p:nvPr>
        </p:nvSpPr>
        <p:spPr>
          <a:xfrm>
            <a:off x="4480560" y="4905360"/>
            <a:ext cx="177120" cy="1760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97AB43A-0952-4A91-8726-4857E814202E}" type="slidenum">
              <a: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0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Google Shape;1621;g130e7787a26_1_3219"/>
          <p:cNvSpPr/>
          <p:nvPr/>
        </p:nvSpPr>
        <p:spPr>
          <a:xfrm rot="3493800">
            <a:off x="-468720" y="-1000440"/>
            <a:ext cx="1885320" cy="2469240"/>
          </a:xfrm>
          <a:prstGeom prst="roundRect">
            <a:avLst>
              <a:gd name="adj" fmla="val 3557"/>
            </a:avLst>
          </a:prstGeom>
          <a:solidFill>
            <a:srgbClr val="9fb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06" name="PlaceHolder 1"/>
          <p:cNvSpPr>
            <a:spLocks noGrp="1"/>
          </p:cNvSpPr>
          <p:nvPr>
            <p:ph type="body"/>
          </p:nvPr>
        </p:nvSpPr>
        <p:spPr>
          <a:xfrm>
            <a:off x="-1029240" y="-1136880"/>
            <a:ext cx="3004920" cy="274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Google Shape;1623;g130e7787a26_1_3219"/>
          <p:cNvSpPr/>
          <p:nvPr/>
        </p:nvSpPr>
        <p:spPr>
          <a:xfrm>
            <a:off x="2390040" y="234000"/>
            <a:ext cx="9356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THEME. </a:t>
            </a:r>
            <a:r>
              <a:rPr b="0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multipurpose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Google Shape;1624;g130e7787a26_1_3219"/>
          <p:cNvSpPr/>
          <p:nvPr/>
        </p:nvSpPr>
        <p:spPr>
          <a:xfrm>
            <a:off x="2197800" y="254880"/>
            <a:ext cx="93240" cy="73080"/>
          </a:xfrm>
          <a:custGeom>
            <a:avLst/>
            <a:gdLst>
              <a:gd name="textAreaLeft" fmla="*/ 0 w 93240"/>
              <a:gd name="textAreaRight" fmla="*/ 93960 w 93240"/>
              <a:gd name="textAreaTop" fmla="*/ 0 h 73080"/>
              <a:gd name="textAreaBottom" fmla="*/ 73800 h 73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5465" y="974"/>
                </a:moveTo>
                <a:cubicBezTo>
                  <a:pt x="15465" y="3086"/>
                  <a:pt x="15465" y="3086"/>
                  <a:pt x="15465" y="3086"/>
                </a:cubicBezTo>
                <a:cubicBezTo>
                  <a:pt x="15465" y="3248"/>
                  <a:pt x="15337" y="3573"/>
                  <a:pt x="15209" y="3735"/>
                </a:cubicBezTo>
                <a:cubicBezTo>
                  <a:pt x="15082" y="3898"/>
                  <a:pt x="14826" y="4060"/>
                  <a:pt x="14698" y="4060"/>
                </a:cubicBezTo>
                <a:cubicBezTo>
                  <a:pt x="767" y="4060"/>
                  <a:pt x="767" y="4060"/>
                  <a:pt x="767" y="4060"/>
                </a:cubicBezTo>
                <a:cubicBezTo>
                  <a:pt x="511" y="4060"/>
                  <a:pt x="383" y="3898"/>
                  <a:pt x="128" y="3735"/>
                </a:cubicBezTo>
                <a:cubicBezTo>
                  <a:pt x="0" y="3573"/>
                  <a:pt x="0" y="3248"/>
                  <a:pt x="0" y="3086"/>
                </a:cubicBezTo>
                <a:cubicBezTo>
                  <a:pt x="0" y="974"/>
                  <a:pt x="0" y="974"/>
                  <a:pt x="0" y="974"/>
                </a:cubicBezTo>
                <a:cubicBezTo>
                  <a:pt x="0" y="812"/>
                  <a:pt x="0" y="487"/>
                  <a:pt x="128" y="325"/>
                </a:cubicBezTo>
                <a:cubicBezTo>
                  <a:pt x="383" y="162"/>
                  <a:pt x="511" y="0"/>
                  <a:pt x="767" y="0"/>
                </a:cubicBezTo>
                <a:cubicBezTo>
                  <a:pt x="14698" y="0"/>
                  <a:pt x="14698" y="0"/>
                  <a:pt x="14698" y="0"/>
                </a:cubicBezTo>
                <a:cubicBezTo>
                  <a:pt x="14826" y="0"/>
                  <a:pt x="15082" y="162"/>
                  <a:pt x="15209" y="325"/>
                </a:cubicBezTo>
                <a:cubicBezTo>
                  <a:pt x="15337" y="487"/>
                  <a:pt x="15465" y="812"/>
                  <a:pt x="15465" y="974"/>
                </a:cubicBezTo>
                <a:close/>
                <a:moveTo>
                  <a:pt x="20066" y="6983"/>
                </a:moveTo>
                <a:cubicBezTo>
                  <a:pt x="20066" y="8932"/>
                  <a:pt x="20066" y="8932"/>
                  <a:pt x="20066" y="8932"/>
                </a:cubicBezTo>
                <a:cubicBezTo>
                  <a:pt x="20066" y="9095"/>
                  <a:pt x="19938" y="9420"/>
                  <a:pt x="19811" y="9582"/>
                </a:cubicBezTo>
                <a:cubicBezTo>
                  <a:pt x="19683" y="9744"/>
                  <a:pt x="19555" y="9907"/>
                  <a:pt x="19299" y="9907"/>
                </a:cubicBezTo>
                <a:cubicBezTo>
                  <a:pt x="767" y="9907"/>
                  <a:pt x="767" y="9907"/>
                  <a:pt x="767" y="9907"/>
                </a:cubicBezTo>
                <a:cubicBezTo>
                  <a:pt x="511" y="9907"/>
                  <a:pt x="383" y="9744"/>
                  <a:pt x="128" y="9582"/>
                </a:cubicBezTo>
                <a:cubicBezTo>
                  <a:pt x="0" y="9420"/>
                  <a:pt x="0" y="9095"/>
                  <a:pt x="0" y="8932"/>
                </a:cubicBezTo>
                <a:cubicBezTo>
                  <a:pt x="0" y="6983"/>
                  <a:pt x="0" y="6983"/>
                  <a:pt x="0" y="6983"/>
                </a:cubicBezTo>
                <a:cubicBezTo>
                  <a:pt x="0" y="6659"/>
                  <a:pt x="0" y="6496"/>
                  <a:pt x="128" y="6171"/>
                </a:cubicBezTo>
                <a:cubicBezTo>
                  <a:pt x="383" y="6009"/>
                  <a:pt x="511" y="6009"/>
                  <a:pt x="767" y="6009"/>
                </a:cubicBezTo>
                <a:cubicBezTo>
                  <a:pt x="19299" y="6009"/>
                  <a:pt x="19299" y="6009"/>
                  <a:pt x="19299" y="6009"/>
                </a:cubicBezTo>
                <a:cubicBezTo>
                  <a:pt x="19555" y="6009"/>
                  <a:pt x="19683" y="6009"/>
                  <a:pt x="19811" y="6171"/>
                </a:cubicBezTo>
                <a:cubicBezTo>
                  <a:pt x="19938" y="6496"/>
                  <a:pt x="20066" y="6659"/>
                  <a:pt x="20066" y="6983"/>
                </a:cubicBezTo>
                <a:close/>
                <a:moveTo>
                  <a:pt x="16999" y="12830"/>
                </a:moveTo>
                <a:cubicBezTo>
                  <a:pt x="16999" y="14779"/>
                  <a:pt x="16999" y="14779"/>
                  <a:pt x="16999" y="14779"/>
                </a:cubicBezTo>
                <a:cubicBezTo>
                  <a:pt x="16999" y="15104"/>
                  <a:pt x="16871" y="15266"/>
                  <a:pt x="16743" y="15429"/>
                </a:cubicBezTo>
                <a:cubicBezTo>
                  <a:pt x="16615" y="15753"/>
                  <a:pt x="16360" y="15753"/>
                  <a:pt x="16232" y="15753"/>
                </a:cubicBezTo>
                <a:cubicBezTo>
                  <a:pt x="767" y="15753"/>
                  <a:pt x="767" y="15753"/>
                  <a:pt x="767" y="15753"/>
                </a:cubicBezTo>
                <a:cubicBezTo>
                  <a:pt x="511" y="15753"/>
                  <a:pt x="383" y="15753"/>
                  <a:pt x="128" y="15429"/>
                </a:cubicBezTo>
                <a:cubicBezTo>
                  <a:pt x="0" y="15266"/>
                  <a:pt x="0" y="15104"/>
                  <a:pt x="0" y="14779"/>
                </a:cubicBezTo>
                <a:cubicBezTo>
                  <a:pt x="0" y="12830"/>
                  <a:pt x="0" y="12830"/>
                  <a:pt x="0" y="12830"/>
                </a:cubicBezTo>
                <a:cubicBezTo>
                  <a:pt x="0" y="12505"/>
                  <a:pt x="0" y="12343"/>
                  <a:pt x="128" y="12180"/>
                </a:cubicBezTo>
                <a:cubicBezTo>
                  <a:pt x="383" y="12018"/>
                  <a:pt x="511" y="11856"/>
                  <a:pt x="767" y="11856"/>
                </a:cubicBezTo>
                <a:cubicBezTo>
                  <a:pt x="16232" y="11856"/>
                  <a:pt x="16232" y="11856"/>
                  <a:pt x="16232" y="11856"/>
                </a:cubicBezTo>
                <a:cubicBezTo>
                  <a:pt x="16360" y="11856"/>
                  <a:pt x="16615" y="12018"/>
                  <a:pt x="16743" y="12180"/>
                </a:cubicBezTo>
                <a:cubicBezTo>
                  <a:pt x="16871" y="12343"/>
                  <a:pt x="16999" y="12505"/>
                  <a:pt x="16999" y="12830"/>
                </a:cubicBezTo>
                <a:close/>
                <a:moveTo>
                  <a:pt x="21600" y="18677"/>
                </a:moveTo>
                <a:cubicBezTo>
                  <a:pt x="21600" y="20626"/>
                  <a:pt x="21600" y="20626"/>
                  <a:pt x="21600" y="20626"/>
                </a:cubicBezTo>
                <a:cubicBezTo>
                  <a:pt x="21600" y="20950"/>
                  <a:pt x="21472" y="21113"/>
                  <a:pt x="21344" y="21438"/>
                </a:cubicBezTo>
                <a:cubicBezTo>
                  <a:pt x="21217" y="21600"/>
                  <a:pt x="21089" y="21600"/>
                  <a:pt x="20833" y="21600"/>
                </a:cubicBezTo>
                <a:cubicBezTo>
                  <a:pt x="767" y="21600"/>
                  <a:pt x="767" y="21600"/>
                  <a:pt x="767" y="21600"/>
                </a:cubicBezTo>
                <a:cubicBezTo>
                  <a:pt x="511" y="21600"/>
                  <a:pt x="383" y="21600"/>
                  <a:pt x="128" y="21438"/>
                </a:cubicBezTo>
                <a:cubicBezTo>
                  <a:pt x="0" y="21113"/>
                  <a:pt x="0" y="20950"/>
                  <a:pt x="0" y="20626"/>
                </a:cubicBezTo>
                <a:cubicBezTo>
                  <a:pt x="0" y="18677"/>
                  <a:pt x="0" y="18677"/>
                  <a:pt x="0" y="18677"/>
                </a:cubicBezTo>
                <a:cubicBezTo>
                  <a:pt x="0" y="18514"/>
                  <a:pt x="0" y="18189"/>
                  <a:pt x="128" y="18027"/>
                </a:cubicBezTo>
                <a:cubicBezTo>
                  <a:pt x="383" y="17865"/>
                  <a:pt x="511" y="17702"/>
                  <a:pt x="767" y="17702"/>
                </a:cubicBezTo>
                <a:cubicBezTo>
                  <a:pt x="20833" y="17702"/>
                  <a:pt x="20833" y="17702"/>
                  <a:pt x="20833" y="17702"/>
                </a:cubicBezTo>
                <a:cubicBezTo>
                  <a:pt x="21089" y="17702"/>
                  <a:pt x="21217" y="17865"/>
                  <a:pt x="21344" y="18027"/>
                </a:cubicBezTo>
                <a:cubicBezTo>
                  <a:pt x="21472" y="18189"/>
                  <a:pt x="21600" y="18514"/>
                  <a:pt x="21600" y="18677"/>
                </a:cubicBezTo>
                <a:close/>
              </a:path>
            </a:pathLst>
          </a:custGeom>
          <a:solidFill>
            <a:srgbClr val="5358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609" name="Google Shape;1625;g130e7787a26_1_3219"/>
          <p:cNvCxnSpPr/>
          <p:nvPr/>
        </p:nvCxnSpPr>
        <p:spPr>
          <a:xfrm flipV="1">
            <a:off x="7539840" y="243000"/>
            <a:ext cx="720" cy="91080"/>
          </a:xfrm>
          <a:prstGeom prst="straightConnector1">
            <a:avLst/>
          </a:prstGeom>
          <a:ln w="12700">
            <a:solidFill>
              <a:srgbClr val="a6aaa9"/>
            </a:solidFill>
            <a:miter/>
          </a:ln>
        </p:spPr>
      </p:cxnSp>
      <p:sp>
        <p:nvSpPr>
          <p:cNvPr id="610" name="Google Shape;1626;g130e7787a26_1_3219"/>
          <p:cNvSpPr/>
          <p:nvPr/>
        </p:nvSpPr>
        <p:spPr>
          <a:xfrm>
            <a:off x="7616520" y="225720"/>
            <a:ext cx="1118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Creative &amp; Professional Projects.</a:t>
            </a:r>
            <a:endParaRPr b="0" lang="ru-RU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sldNum" idx="89"/>
          </p:nvPr>
        </p:nvSpPr>
        <p:spPr>
          <a:xfrm>
            <a:off x="7385760" y="243000"/>
            <a:ext cx="126360" cy="9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0F23F9D-95D4-4E0A-A3CF-EFE25788D340}" type="slidenum"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1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Google Shape;1629;g130e7787a26_1_3227"/>
          <p:cNvSpPr/>
          <p:nvPr/>
        </p:nvSpPr>
        <p:spPr>
          <a:xfrm>
            <a:off x="834048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15" name="Google Shape;1630;g130e7787a26_1_3227"/>
          <p:cNvSpPr/>
          <p:nvPr/>
        </p:nvSpPr>
        <p:spPr>
          <a:xfrm>
            <a:off x="882612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421d5a"/>
          </a:solidFill>
          <a:ln w="0">
            <a:noFill/>
          </a:ln>
          <a:effectLst>
            <a:outerShdw blurRad="127080" dir="2388334" dist="50610" rotWithShape="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16" name="Google Shape;1631;g130e7787a26_1_3227"/>
          <p:cNvSpPr/>
          <p:nvPr/>
        </p:nvSpPr>
        <p:spPr>
          <a:xfrm>
            <a:off x="8899920" y="4913640"/>
            <a:ext cx="43200" cy="67320"/>
          </a:xfrm>
          <a:custGeom>
            <a:avLst/>
            <a:gdLst>
              <a:gd name="textAreaLeft" fmla="*/ 0 w 43200"/>
              <a:gd name="textAreaRight" fmla="*/ 4392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17" name="Google Shape;1632;g130e7787a26_1_3227"/>
          <p:cNvSpPr/>
          <p:nvPr/>
        </p:nvSpPr>
        <p:spPr>
          <a:xfrm flipH="1">
            <a:off x="8413200" y="4913640"/>
            <a:ext cx="43200" cy="67320"/>
          </a:xfrm>
          <a:custGeom>
            <a:avLst/>
            <a:gdLst>
              <a:gd name="textAreaLeft" fmla="*/ -360 w 43200"/>
              <a:gd name="textAreaRight" fmla="*/ 4356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18" name="Google Shape;1633;g130e7787a26_1_3227"/>
          <p:cNvSpPr/>
          <p:nvPr/>
        </p:nvSpPr>
        <p:spPr>
          <a:xfrm>
            <a:off x="387360" y="265320"/>
            <a:ext cx="492876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2100" strike="noStrike" u="none">
                <a:solidFill>
                  <a:srgbClr val="494949"/>
                </a:solidFill>
                <a:effectLst/>
                <a:uFillTx/>
                <a:latin typeface="Helvetica Neue"/>
                <a:ea typeface="Helvetica Neue"/>
              </a:rPr>
              <a:t>Infographic Collection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9" name="Google Shape;1634;g130e7787a26_1_3227"/>
          <p:cNvCxnSpPr/>
          <p:nvPr/>
        </p:nvCxnSpPr>
        <p:spPr>
          <a:xfrm>
            <a:off x="4228920" y="485640"/>
            <a:ext cx="4415400" cy="720"/>
          </a:xfrm>
          <a:prstGeom prst="straightConnector1">
            <a:avLst/>
          </a:prstGeom>
          <a:ln w="12700">
            <a:solidFill>
              <a:srgbClr val="c2c2c2"/>
            </a:solidFill>
            <a:miter/>
          </a:ln>
        </p:spPr>
      </p:cxnSp>
      <p:sp>
        <p:nvSpPr>
          <p:cNvPr id="620" name="PlaceHolder 1"/>
          <p:cNvSpPr>
            <a:spLocks noGrp="1"/>
          </p:cNvSpPr>
          <p:nvPr>
            <p:ph type="sldNum" idx="90"/>
          </p:nvPr>
        </p:nvSpPr>
        <p:spPr>
          <a:xfrm>
            <a:off x="8581680" y="4856400"/>
            <a:ext cx="19332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DCA9806-75AF-4AF4-8F23-4BE822F79759}" type="slidenum">
              <a: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2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3" name="Google Shape;1637;g130e7787a26_1_3235"/>
          <p:cNvCxnSpPr/>
          <p:nvPr/>
        </p:nvCxnSpPr>
        <p:spPr>
          <a:xfrm>
            <a:off x="473040" y="4964400"/>
            <a:ext cx="8271720" cy="720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624" name="PlaceHolder 1"/>
          <p:cNvSpPr>
            <a:spLocks noGrp="1"/>
          </p:cNvSpPr>
          <p:nvPr>
            <p:ph type="body"/>
          </p:nvPr>
        </p:nvSpPr>
        <p:spPr>
          <a:xfrm>
            <a:off x="876240" y="270720"/>
            <a:ext cx="7390800" cy="416160"/>
          </a:xfrm>
          <a:prstGeom prst="rect">
            <a:avLst/>
          </a:prstGeom>
          <a:noFill/>
          <a:ln w="0">
            <a:noFill/>
          </a:ln>
          <a:effectLst>
            <a:outerShdw dist="0" dir="0" blurRad="127080" rotWithShape="0">
              <a:srgbClr val="000000">
                <a:alpha val="40000"/>
              </a:srgbClr>
            </a:outerShdw>
          </a:effectLst>
        </p:spPr>
        <p:txBody>
          <a:bodyPr lIns="34200" rIns="34200" tIns="34200" bIns="342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876240" y="659520"/>
            <a:ext cx="7390800" cy="236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91"/>
          </p:nvPr>
        </p:nvSpPr>
        <p:spPr>
          <a:xfrm>
            <a:off x="117360" y="4860720"/>
            <a:ext cx="200160" cy="206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57A4EC1-C585-458B-841B-24457447EF78}" type="slidenum">
              <a: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2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Google Shape;1642;g130e7787a26_1_3240"/>
          <p:cNvSpPr/>
          <p:nvPr/>
        </p:nvSpPr>
        <p:spPr>
          <a:xfrm>
            <a:off x="198360" y="187920"/>
            <a:ext cx="3913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startup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0" name="Google Shape;1643;g130e7787a26_1_3240"/>
          <p:cNvCxnSpPr/>
          <p:nvPr/>
        </p:nvCxnSpPr>
        <p:spPr>
          <a:xfrm>
            <a:off x="8783640" y="459360"/>
            <a:ext cx="720" cy="298800"/>
          </a:xfrm>
          <a:prstGeom prst="straightConnector1">
            <a:avLst/>
          </a:prstGeom>
          <a:ln w="38100">
            <a:solidFill>
              <a:srgbClr val="344046"/>
            </a:solidFill>
            <a:miter/>
          </a:ln>
        </p:spPr>
      </p:cxnSp>
      <p:sp>
        <p:nvSpPr>
          <p:cNvPr id="631" name="Google Shape;1644;g130e7787a26_1_3240"/>
          <p:cNvSpPr/>
          <p:nvPr/>
        </p:nvSpPr>
        <p:spPr>
          <a:xfrm flipH="1" rot="2700000">
            <a:off x="8732520" y="4778640"/>
            <a:ext cx="98640" cy="99000"/>
          </a:xfrm>
          <a:custGeom>
            <a:avLst/>
            <a:gdLst>
              <a:gd name="textAreaLeft" fmla="*/ 0 w 98640"/>
              <a:gd name="textAreaRight" fmla="*/ 99360 w 98640"/>
              <a:gd name="textAreaTop" fmla="*/ 0 h 99000"/>
              <a:gd name="textAreaBottom" fmla="*/ 99720 h 9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35"/>
                </a:moveTo>
                <a:lnTo>
                  <a:pt x="21565" y="35"/>
                </a:lnTo>
                <a:lnTo>
                  <a:pt x="21565" y="0"/>
                </a:lnTo>
                <a:lnTo>
                  <a:pt x="0" y="0"/>
                </a:lnTo>
                <a:lnTo>
                  <a:pt x="0" y="2875"/>
                </a:lnTo>
                <a:lnTo>
                  <a:pt x="18725" y="2875"/>
                </a:lnTo>
                <a:lnTo>
                  <a:pt x="18725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4404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1293480" y="95040"/>
            <a:ext cx="4281480" cy="176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 type="sldNum" idx="92"/>
          </p:nvPr>
        </p:nvSpPr>
        <p:spPr>
          <a:xfrm>
            <a:off x="8667000" y="187200"/>
            <a:ext cx="230760" cy="2293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6092C1B-3005-40F3-9FC7-E145934809BA}" type="slidenum"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3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Google Shape;2116;g130e7787a26_1_371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7" name="Google Shape;2117;g130e7787a26_1_3714" descr="Google Shape;547;p3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8" name="Google Shape;2118;g130e7787a26_1_371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1"/>
          <p:cNvSpPr>
            <a:spLocks noGrp="1"/>
          </p:cNvSpPr>
          <p:nvPr>
            <p:ph type="sldNum" idx="9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4281CFB-AB92-4BAA-92BD-9898CC9FD6D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Google Shape;1500;g130e7787a26_1_3098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Google Shape;1501;g130e7787a26_1_3098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4" name="Google Shape;1502;g130e7787a26_1_3098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1"/>
          <p:cNvSpPr>
            <a:spLocks noGrp="1"/>
          </p:cNvSpPr>
          <p:nvPr>
            <p:ph type="sldNum" idx="9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0C45D9B-09A3-4500-8034-BA6BCC30BAE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Google Shape;1648;g130e7787a26_1_3246"/>
          <p:cNvSpPr/>
          <p:nvPr/>
        </p:nvSpPr>
        <p:spPr>
          <a:xfrm>
            <a:off x="663120" y="14796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5610600" y="1436760"/>
            <a:ext cx="2475000" cy="243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body"/>
          </p:nvPr>
        </p:nvSpPr>
        <p:spPr>
          <a:xfrm>
            <a:off x="642960" y="1436760"/>
            <a:ext cx="2948760" cy="28580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2" name="Google Shape;1652;g130e7787a26_1_3246" descr="Google Shape;158;p7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3" name="PlaceHolder 4"/>
          <p:cNvSpPr>
            <a:spLocks noGrp="1"/>
          </p:cNvSpPr>
          <p:nvPr>
            <p:ph type="sldNum" idx="95"/>
          </p:nvPr>
        </p:nvSpPr>
        <p:spPr>
          <a:xfrm>
            <a:off x="6553080" y="4518720"/>
            <a:ext cx="560880" cy="5868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BF16DF8-B97B-4DD3-8B3E-FB4A3E056C3E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5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6" name="Google Shape;1655;g130e7787a26_1_3253"/>
          <p:cNvGrpSpPr/>
          <p:nvPr/>
        </p:nvGrpSpPr>
        <p:grpSpPr>
          <a:xfrm>
            <a:off x="444960" y="407520"/>
            <a:ext cx="1466280" cy="221760"/>
            <a:chOff x="444960" y="407520"/>
            <a:chExt cx="1466280" cy="221760"/>
          </a:xfrm>
        </p:grpSpPr>
        <p:sp>
          <p:nvSpPr>
            <p:cNvPr id="657" name="Google Shape;1656;g130e7787a26_1_3253"/>
            <p:cNvSpPr/>
            <p:nvPr/>
          </p:nvSpPr>
          <p:spPr>
            <a:xfrm>
              <a:off x="727200" y="424080"/>
              <a:ext cx="1184040" cy="13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000001"/>
                  </a:solidFill>
                  <a:effectLst/>
                  <a:uFillTx/>
                  <a:latin typeface="Open Sans SemiBold"/>
                  <a:ea typeface="Open Sans SemiBold"/>
                </a:rPr>
                <a:t>BUSINESS TOOLS </a:t>
              </a:r>
              <a:r>
                <a:rPr b="1" lang="ru" sz="600" strike="noStrike" u="none">
                  <a:solidFill>
                    <a:srgbClr val="000001"/>
                  </a:solidFill>
                  <a:effectLst/>
                  <a:uFillTx/>
                  <a:latin typeface="Open Sans"/>
                  <a:ea typeface="Open Sans"/>
                </a:rPr>
                <a:t>PRO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Google Shape;1657;g130e7787a26_1_3253"/>
            <p:cNvSpPr/>
            <p:nvPr/>
          </p:nvSpPr>
          <p:spPr>
            <a:xfrm>
              <a:off x="444960" y="407520"/>
              <a:ext cx="199440" cy="221760"/>
            </a:xfrm>
            <a:custGeom>
              <a:avLst/>
              <a:gdLst>
                <a:gd name="textAreaLeft" fmla="*/ 0 w 199440"/>
                <a:gd name="textAreaRight" fmla="*/ 200160 w 199440"/>
                <a:gd name="textAreaTop" fmla="*/ 0 h 221760"/>
                <a:gd name="textAreaBottom" fmla="*/ 222480 h 221760"/>
              </a:gdLst>
              <a:ahLst/>
              <a:cxnLst/>
              <a:rect l="textAreaLeft" t="textAreaTop" r="textAreaRight" b="textAreaBottom"/>
              <a:pathLst>
                <a:path w="21575" h="21600">
                  <a:moveTo>
                    <a:pt x="5602" y="0"/>
                  </a:moveTo>
                  <a:cubicBezTo>
                    <a:pt x="5252" y="29"/>
                    <a:pt x="4921" y="153"/>
                    <a:pt x="4651" y="356"/>
                  </a:cubicBezTo>
                  <a:cubicBezTo>
                    <a:pt x="4352" y="581"/>
                    <a:pt x="4145" y="891"/>
                    <a:pt x="4064" y="1234"/>
                  </a:cubicBezTo>
                  <a:lnTo>
                    <a:pt x="0" y="21600"/>
                  </a:lnTo>
                  <a:lnTo>
                    <a:pt x="20473" y="15097"/>
                  </a:lnTo>
                  <a:cubicBezTo>
                    <a:pt x="20837" y="14990"/>
                    <a:pt x="21145" y="14768"/>
                    <a:pt x="21343" y="14473"/>
                  </a:cubicBezTo>
                  <a:cubicBezTo>
                    <a:pt x="21502" y="14236"/>
                    <a:pt x="21581" y="13962"/>
                    <a:pt x="21570" y="13685"/>
                  </a:cubicBezTo>
                  <a:lnTo>
                    <a:pt x="21570" y="1341"/>
                  </a:lnTo>
                  <a:cubicBezTo>
                    <a:pt x="21600" y="1015"/>
                    <a:pt x="21487" y="692"/>
                    <a:pt x="21255" y="441"/>
                  </a:cubicBezTo>
                  <a:cubicBezTo>
                    <a:pt x="21028" y="195"/>
                    <a:pt x="20705" y="37"/>
                    <a:pt x="20352" y="0"/>
                  </a:cubicBezTo>
                  <a:lnTo>
                    <a:pt x="5602" y="0"/>
                  </a:lnTo>
                  <a:close/>
                  <a:moveTo>
                    <a:pt x="9446" y="2655"/>
                  </a:moveTo>
                  <a:cubicBezTo>
                    <a:pt x="9939" y="2660"/>
                    <a:pt x="10346" y="3005"/>
                    <a:pt x="10380" y="3449"/>
                  </a:cubicBezTo>
                  <a:lnTo>
                    <a:pt x="10380" y="6492"/>
                  </a:lnTo>
                  <a:cubicBezTo>
                    <a:pt x="13122" y="4877"/>
                    <a:pt x="16786" y="6465"/>
                    <a:pt x="17101" y="9404"/>
                  </a:cubicBezTo>
                  <a:cubicBezTo>
                    <a:pt x="17343" y="11666"/>
                    <a:pt x="15308" y="13594"/>
                    <a:pt x="12765" y="13570"/>
                  </a:cubicBezTo>
                  <a:cubicBezTo>
                    <a:pt x="10462" y="13548"/>
                    <a:pt x="8580" y="11907"/>
                    <a:pt x="8478" y="9832"/>
                  </a:cubicBezTo>
                  <a:lnTo>
                    <a:pt x="8478" y="3496"/>
                  </a:lnTo>
                  <a:cubicBezTo>
                    <a:pt x="8491" y="3024"/>
                    <a:pt x="8922" y="2650"/>
                    <a:pt x="9446" y="2655"/>
                  </a:cubicBezTo>
                  <a:close/>
                  <a:moveTo>
                    <a:pt x="12799" y="7557"/>
                  </a:moveTo>
                  <a:cubicBezTo>
                    <a:pt x="12185" y="7557"/>
                    <a:pt x="11571" y="7768"/>
                    <a:pt x="11102" y="8191"/>
                  </a:cubicBezTo>
                  <a:cubicBezTo>
                    <a:pt x="10165" y="9035"/>
                    <a:pt x="10165" y="10405"/>
                    <a:pt x="11102" y="11250"/>
                  </a:cubicBezTo>
                  <a:cubicBezTo>
                    <a:pt x="12039" y="12095"/>
                    <a:pt x="13558" y="12095"/>
                    <a:pt x="14495" y="11250"/>
                  </a:cubicBezTo>
                  <a:cubicBezTo>
                    <a:pt x="15432" y="10405"/>
                    <a:pt x="15432" y="9035"/>
                    <a:pt x="14495" y="8191"/>
                  </a:cubicBezTo>
                  <a:cubicBezTo>
                    <a:pt x="14027" y="7768"/>
                    <a:pt x="13413" y="7557"/>
                    <a:pt x="12799" y="7557"/>
                  </a:cubicBezTo>
                  <a:close/>
                </a:path>
              </a:pathLst>
            </a:custGeom>
            <a:solidFill>
              <a:srgbClr val="326e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659" name="PlaceHolder 1"/>
          <p:cNvSpPr>
            <a:spLocks noGrp="1"/>
          </p:cNvSpPr>
          <p:nvPr>
            <p:ph type="sldNum" idx="96"/>
          </p:nvPr>
        </p:nvSpPr>
        <p:spPr>
          <a:xfrm>
            <a:off x="8536320" y="425520"/>
            <a:ext cx="135000" cy="1299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B22DCE2-20EC-444C-90C3-FD14AC822511}" type="slidenum">
              <a: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6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2" name="Google Shape;1660;g130e7787a26_1_3258"/>
          <p:cNvGrpSpPr/>
          <p:nvPr/>
        </p:nvGrpSpPr>
        <p:grpSpPr>
          <a:xfrm>
            <a:off x="423360" y="4540320"/>
            <a:ext cx="1567800" cy="329760"/>
            <a:chOff x="423360" y="4540320"/>
            <a:chExt cx="1567800" cy="329760"/>
          </a:xfrm>
        </p:grpSpPr>
        <p:sp>
          <p:nvSpPr>
            <p:cNvPr id="663" name="Google Shape;1661;g130e7787a26_1_3258"/>
            <p:cNvSpPr/>
            <p:nvPr/>
          </p:nvSpPr>
          <p:spPr>
            <a:xfrm>
              <a:off x="426240" y="4540320"/>
              <a:ext cx="1564920" cy="22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0077bf"/>
                  </a:solidFill>
                  <a:effectLst/>
                  <a:uFillTx/>
                  <a:latin typeface="Open Sans SemiBold"/>
                  <a:ea typeface="Open Sans SemiBold"/>
                </a:rPr>
                <a:t>Funnel Pack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Google Shape;1662;g130e7787a26_1_3258"/>
            <p:cNvSpPr/>
            <p:nvPr/>
          </p:nvSpPr>
          <p:spPr>
            <a:xfrm>
              <a:off x="423360" y="4742280"/>
              <a:ext cx="1078920" cy="1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rIns="17280" tIns="17280" bIns="1728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795240" y="854280"/>
            <a:ext cx="7313400" cy="8161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851760" y="1751400"/>
            <a:ext cx="7678080" cy="26319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97"/>
          </p:nvPr>
        </p:nvSpPr>
        <p:spPr>
          <a:xfrm>
            <a:off x="8545320" y="4686480"/>
            <a:ext cx="153360" cy="1508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8D360AE-117D-41AA-B5FF-B6710A621789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6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1"/>
          <p:cNvSpPr>
            <a:spLocks noGrp="1"/>
          </p:cNvSpPr>
          <p:nvPr>
            <p:ph type="sldNum" idx="98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347CE26-51C8-4C99-BAF6-D421D69F73C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7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Google Shape;1669;g130e7787a26_1_3267"/>
          <p:cNvSpPr/>
          <p:nvPr/>
        </p:nvSpPr>
        <p:spPr>
          <a:xfrm>
            <a:off x="663120" y="14796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1"/>
          <p:cNvSpPr>
            <a:spLocks noGrp="1"/>
          </p:cNvSpPr>
          <p:nvPr>
            <p:ph type="sldNum" idx="99"/>
          </p:nvPr>
        </p:nvSpPr>
        <p:spPr>
          <a:xfrm>
            <a:off x="5463720" y="4790160"/>
            <a:ext cx="560880" cy="5868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5FF35E3-6CA4-48CD-A906-78B25CC56E18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7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1"/>
          <p:cNvSpPr>
            <a:spLocks noGrp="1"/>
          </p:cNvSpPr>
          <p:nvPr>
            <p:ph type="body"/>
          </p:nvPr>
        </p:nvSpPr>
        <p:spPr>
          <a:xfrm>
            <a:off x="450360" y="4447440"/>
            <a:ext cx="8238600" cy="23796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 type="title"/>
          </p:nvPr>
        </p:nvSpPr>
        <p:spPr>
          <a:xfrm>
            <a:off x="452520" y="96552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body"/>
          </p:nvPr>
        </p:nvSpPr>
        <p:spPr>
          <a:xfrm>
            <a:off x="450360" y="2708640"/>
            <a:ext cx="8238600" cy="71352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4"/>
          <p:cNvSpPr>
            <a:spLocks noGrp="1"/>
          </p:cNvSpPr>
          <p:nvPr>
            <p:ph type="sldNum" idx="100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FFBA8A-B40C-485E-8B74-6844E0FCD2F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ункты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67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4"/>
          <p:cNvSpPr>
            <a:spLocks noGrp="1"/>
          </p:cNvSpPr>
          <p:nvPr>
            <p:ph type="sldNum" idx="101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89CF83F-6838-4428-BFD2-594676E637D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нкты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1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 type="sldNum" idx="102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6CA47BC-ABD9-49A2-BB5D-57C8FC49172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, пункты и фото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9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1"/>
          <p:cNvSpPr>
            <a:spLocks noGrp="1"/>
          </p:cNvSpPr>
          <p:nvPr>
            <p:ph type="body"/>
          </p:nvPr>
        </p:nvSpPr>
        <p:spPr>
          <a:xfrm>
            <a:off x="452520" y="889920"/>
            <a:ext cx="3666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452520" y="1593360"/>
            <a:ext cx="3666600" cy="30956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body"/>
          </p:nvPr>
        </p:nvSpPr>
        <p:spPr>
          <a:xfrm>
            <a:off x="4572000" y="-152640"/>
            <a:ext cx="4093200" cy="545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4"/>
          <p:cNvSpPr>
            <a:spLocks noGrp="1"/>
          </p:cNvSpPr>
          <p:nvPr>
            <p:ph type="title"/>
          </p:nvPr>
        </p:nvSpPr>
        <p:spPr>
          <a:xfrm>
            <a:off x="452520" y="404640"/>
            <a:ext cx="3666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5"/>
          <p:cNvSpPr>
            <a:spLocks noGrp="1"/>
          </p:cNvSpPr>
          <p:nvPr>
            <p:ph type="sldNum" idx="103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DD14CC9-52DD-406F-BCC4-3113D494EC8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9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2121;g130e7787a26_1_371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1" name="Google Shape;2122;g130e7787a26_1_3719" descr="Google Shape;550;p3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Google Shape;2123;g130e7787a26_1_371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sldNum" idx="10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AD9D04F-4801-4DBA-832F-5615511A350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0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452520" y="170028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 type="sldNum" idx="105"/>
          </p:nvPr>
        </p:nvSpPr>
        <p:spPr>
          <a:xfrm>
            <a:off x="4494960" y="491616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96F24B5-204A-4877-80FA-3C2A8DAA9F7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0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Google Shape;1505;g130e7787a26_1_3103"/>
          <p:cNvSpPr/>
          <p:nvPr/>
        </p:nvSpPr>
        <p:spPr>
          <a:xfrm>
            <a:off x="663120" y="14796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sldNum" idx="106"/>
          </p:nvPr>
        </p:nvSpPr>
        <p:spPr>
          <a:xfrm>
            <a:off x="5463720" y="4790160"/>
            <a:ext cx="560880" cy="5868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1F1AE2F-B3B8-4378-B512-262E2FE5044B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олько заголовок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1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107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2EFF783-5EEC-44F2-BAE9-1CBA68C9557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вестка дня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1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4"/>
          <p:cNvSpPr>
            <a:spLocks noGrp="1"/>
          </p:cNvSpPr>
          <p:nvPr>
            <p:ph type="sldNum" idx="108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BB7DB1A-52B7-4D71-B535-BF2C74D4B2B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рмационное сообщение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2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1"/>
          <p:cNvSpPr>
            <a:spLocks noGrp="1"/>
          </p:cNvSpPr>
          <p:nvPr>
            <p:ph type="body"/>
          </p:nvPr>
        </p:nvSpPr>
        <p:spPr>
          <a:xfrm>
            <a:off x="452520" y="1845360"/>
            <a:ext cx="8238600" cy="14522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 type="sldNum" idx="109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AB8E2ED-0226-4406-9F27-387FACE642C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жный факт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2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1"/>
          <p:cNvSpPr>
            <a:spLocks noGrp="1"/>
          </p:cNvSpPr>
          <p:nvPr>
            <p:ph type="body"/>
          </p:nvPr>
        </p:nvSpPr>
        <p:spPr>
          <a:xfrm>
            <a:off x="452520" y="403560"/>
            <a:ext cx="8238600" cy="27147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452520" y="309816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10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DEB8190-64D7-45B9-9FE1-0983417D10D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3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1"/>
          <p:cNvSpPr>
            <a:spLocks noGrp="1"/>
          </p:cNvSpPr>
          <p:nvPr>
            <p:ph type="body"/>
          </p:nvPr>
        </p:nvSpPr>
        <p:spPr>
          <a:xfrm>
            <a:off x="911160" y="4003200"/>
            <a:ext cx="7574400" cy="23796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657720" y="1852560"/>
            <a:ext cx="7827840" cy="14382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111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FA74F9B-F5D1-442D-97F0-9776353BCCF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(3 шт.)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3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1"/>
          <p:cNvSpPr>
            <a:spLocks noGrp="1"/>
          </p:cNvSpPr>
          <p:nvPr>
            <p:ph type="body"/>
          </p:nvPr>
        </p:nvSpPr>
        <p:spPr>
          <a:xfrm>
            <a:off x="5910120" y="380880"/>
            <a:ext cx="2788920" cy="223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5062680" y="1491840"/>
            <a:ext cx="3913920" cy="45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body"/>
          </p:nvPr>
        </p:nvSpPr>
        <p:spPr>
          <a:xfrm>
            <a:off x="-52560" y="185760"/>
            <a:ext cx="6228720" cy="467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4"/>
          <p:cNvSpPr>
            <a:spLocks noGrp="1"/>
          </p:cNvSpPr>
          <p:nvPr>
            <p:ph type="sldNum" idx="112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5BEC224-33B1-4779-97FD-03F87BD0F3A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4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1"/>
          <p:cNvSpPr>
            <a:spLocks noGrp="1"/>
          </p:cNvSpPr>
          <p:nvPr>
            <p:ph type="body"/>
          </p:nvPr>
        </p:nvSpPr>
        <p:spPr>
          <a:xfrm>
            <a:off x="-500040" y="-2071800"/>
            <a:ext cx="10143360" cy="811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sldNum" idx="113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9F8CC7B-B242-4691-B46F-55A1CD216EFF}" type="slidenum">
              <a: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4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Google Shape;1722;g130e7787a26_1_3320"/>
          <p:cNvSpPr/>
          <p:nvPr/>
        </p:nvSpPr>
        <p:spPr>
          <a:xfrm>
            <a:off x="8256960" y="4690080"/>
            <a:ext cx="254160" cy="254160"/>
          </a:xfrm>
          <a:prstGeom prst="ellipse">
            <a:avLst/>
          </a:prstGeom>
          <a:solidFill>
            <a:srgbClr val="00af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750" name="Google Shape;1723;g130e7787a26_1_3320"/>
          <p:cNvCxnSpPr/>
          <p:nvPr/>
        </p:nvCxnSpPr>
        <p:spPr>
          <a:xfrm flipH="1">
            <a:off x="1464480" y="4818600"/>
            <a:ext cx="6652800" cy="720"/>
          </a:xfrm>
          <a:prstGeom prst="straightConnector1">
            <a:avLst/>
          </a:prstGeom>
          <a:ln w="19050">
            <a:solidFill>
              <a:srgbClr val="00afd2"/>
            </a:solidFill>
            <a:miter/>
          </a:ln>
        </p:spPr>
      </p:cxnSp>
      <p:sp>
        <p:nvSpPr>
          <p:cNvPr id="751" name="Google Shape;1724;g130e7787a26_1_3320"/>
          <p:cNvSpPr/>
          <p:nvPr/>
        </p:nvSpPr>
        <p:spPr>
          <a:xfrm>
            <a:off x="630000" y="4738320"/>
            <a:ext cx="888840" cy="1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00afd2"/>
                </a:solidFill>
                <a:effectLst/>
                <a:uFillTx/>
                <a:latin typeface="Helvetica Neue"/>
                <a:ea typeface="Helvetica Neue"/>
              </a:rPr>
              <a:t>Business </a:t>
            </a:r>
            <a:r>
              <a:rPr b="0" lang="ru" sz="800" strike="noStrike" u="none">
                <a:solidFill>
                  <a:srgbClr val="050a19"/>
                </a:solidFill>
                <a:effectLst/>
                <a:uFillTx/>
                <a:latin typeface="Helvetica Neue"/>
                <a:ea typeface="Helvetica Neue"/>
              </a:rPr>
              <a:t>Plan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1"/>
          <p:cNvSpPr>
            <a:spLocks noGrp="1"/>
          </p:cNvSpPr>
          <p:nvPr>
            <p:ph type="body"/>
          </p:nvPr>
        </p:nvSpPr>
        <p:spPr>
          <a:xfrm>
            <a:off x="628560" y="685080"/>
            <a:ext cx="78861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2"/>
          <p:cNvSpPr>
            <a:spLocks noGrp="1"/>
          </p:cNvSpPr>
          <p:nvPr>
            <p:ph type="title"/>
          </p:nvPr>
        </p:nvSpPr>
        <p:spPr>
          <a:xfrm>
            <a:off x="625680" y="187920"/>
            <a:ext cx="7891560" cy="524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3"/>
          <p:cNvSpPr>
            <a:spLocks noGrp="1"/>
          </p:cNvSpPr>
          <p:nvPr>
            <p:ph type="sldNum" idx="114"/>
          </p:nvPr>
        </p:nvSpPr>
        <p:spPr>
          <a:xfrm>
            <a:off x="8302320" y="4721040"/>
            <a:ext cx="163080" cy="1602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4D62C61-FAB8-4FD5-924C-5EED1BCB8665}" type="slidenum">
              <a: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5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Google Shape;2126;g130e7787a26_1_372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8" name="Google Shape;2127;g130e7787a26_1_3724" descr="Google Shape;553;p3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9" name="Google Shape;2128;g130e7787a26_1_372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1"/>
          <p:cNvSpPr>
            <a:spLocks noGrp="1"/>
          </p:cNvSpPr>
          <p:nvPr>
            <p:ph type="sldNum" idx="11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67C734E-1F8A-4E2B-9088-A043F6B29F1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Slide 2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6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1"/>
          <p:cNvSpPr>
            <a:spLocks noGrp="1"/>
          </p:cNvSpPr>
          <p:nvPr>
            <p:ph type="body"/>
          </p:nvPr>
        </p:nvSpPr>
        <p:spPr>
          <a:xfrm>
            <a:off x="757080" y="784080"/>
            <a:ext cx="7757280" cy="18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 type="title"/>
          </p:nvPr>
        </p:nvSpPr>
        <p:spPr>
          <a:xfrm>
            <a:off x="757080" y="271440"/>
            <a:ext cx="7757280" cy="50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5" name="Google Shape;1731;g130e7787a26_1_3327"/>
          <p:cNvCxnSpPr/>
          <p:nvPr/>
        </p:nvCxnSpPr>
        <p:spPr>
          <a:xfrm>
            <a:off x="645840" y="342720"/>
            <a:ext cx="720" cy="60804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cxnSp>
        <p:nvCxnSpPr>
          <p:cNvPr id="766" name="Google Shape;1732;g130e7787a26_1_3327"/>
          <p:cNvCxnSpPr/>
          <p:nvPr/>
        </p:nvCxnSpPr>
        <p:spPr>
          <a:xfrm>
            <a:off x="8497800" y="4800240"/>
            <a:ext cx="720" cy="15012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sp>
        <p:nvSpPr>
          <p:cNvPr id="767" name="PlaceHolder 3"/>
          <p:cNvSpPr>
            <a:spLocks noGrp="1"/>
          </p:cNvSpPr>
          <p:nvPr>
            <p:ph type="sldNum" idx="116"/>
          </p:nvPr>
        </p:nvSpPr>
        <p:spPr>
          <a:xfrm>
            <a:off x="8281800" y="4795920"/>
            <a:ext cx="138960" cy="13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CAF674-CAF5-4F47-85ED-143CF92DC24C}" type="slidenum">
              <a: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6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0" name="Google Shape;1735;g130e7787a26_1_3333"/>
          <p:cNvGrpSpPr/>
          <p:nvPr/>
        </p:nvGrpSpPr>
        <p:grpSpPr>
          <a:xfrm>
            <a:off x="413640" y="4518000"/>
            <a:ext cx="1564920" cy="318600"/>
            <a:chOff x="413640" y="4518000"/>
            <a:chExt cx="1564920" cy="318600"/>
          </a:xfrm>
        </p:grpSpPr>
        <p:sp>
          <p:nvSpPr>
            <p:cNvPr id="771" name="Google Shape;1736;g130e7787a26_1_3333"/>
            <p:cNvSpPr/>
            <p:nvPr/>
          </p:nvSpPr>
          <p:spPr>
            <a:xfrm>
              <a:off x="413640" y="4518000"/>
              <a:ext cx="1564920" cy="22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df797d"/>
                  </a:solidFill>
                  <a:effectLst/>
                  <a:uFillTx/>
                  <a:latin typeface="Open Sans SemiBold"/>
                  <a:ea typeface="Open Sans SemiBold"/>
                </a:rPr>
                <a:t>Business Plan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Google Shape;1737;g130e7787a26_1_3333"/>
            <p:cNvSpPr/>
            <p:nvPr/>
          </p:nvSpPr>
          <p:spPr>
            <a:xfrm>
              <a:off x="413640" y="4708800"/>
              <a:ext cx="1078920" cy="1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rIns="17280" tIns="17280" bIns="1728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3" name="PlaceHolder 1"/>
          <p:cNvSpPr>
            <a:spLocks noGrp="1"/>
          </p:cNvSpPr>
          <p:nvPr>
            <p:ph type="sldNum" idx="117"/>
          </p:nvPr>
        </p:nvSpPr>
        <p:spPr>
          <a:xfrm>
            <a:off x="8622360" y="4686480"/>
            <a:ext cx="153360" cy="2116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just">
              <a:lnSpc>
                <a:spcPct val="15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fld id="{6AD727EC-8EE7-4931-94CA-4E96E6931899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7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Google Shape;1508;g130e7787a26_1_310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77" name="Google Shape;1509;g130e7787a26_1_310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Google Shape;1510;g130e7787a26_1_3106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79" name="PlaceHolder 1"/>
          <p:cNvSpPr>
            <a:spLocks noGrp="1"/>
          </p:cNvSpPr>
          <p:nvPr>
            <p:ph type="sldNum" idx="11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F54D3FC-8901-48EA-ABCD-D01BDC26075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1_Custom Layou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8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2" name="Google Shape;1740;g130e7787a26_1_3338"/>
          <p:cNvGrpSpPr/>
          <p:nvPr/>
        </p:nvGrpSpPr>
        <p:grpSpPr>
          <a:xfrm>
            <a:off x="502920" y="4627080"/>
            <a:ext cx="974520" cy="174240"/>
            <a:chOff x="502920" y="4627080"/>
            <a:chExt cx="974520" cy="174240"/>
          </a:xfrm>
        </p:grpSpPr>
        <p:sp>
          <p:nvSpPr>
            <p:cNvPr id="783" name="Google Shape;1741;g130e7787a26_1_3338"/>
            <p:cNvSpPr/>
            <p:nvPr/>
          </p:nvSpPr>
          <p:spPr>
            <a:xfrm>
              <a:off x="1293120" y="4653000"/>
              <a:ext cx="184320" cy="147960"/>
            </a:xfrm>
            <a:custGeom>
              <a:avLst/>
              <a:gdLst>
                <a:gd name="textAreaLeft" fmla="*/ 0 w 184320"/>
                <a:gd name="textAreaRight" fmla="*/ 185040 w 184320"/>
                <a:gd name="textAreaTop" fmla="*/ 0 h 147960"/>
                <a:gd name="textAreaBottom" fmla="*/ 148680 h 1479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21600" y="2606"/>
                  </a:moveTo>
                  <a:cubicBezTo>
                    <a:pt x="20757" y="3127"/>
                    <a:pt x="19913" y="3648"/>
                    <a:pt x="19117" y="3648"/>
                  </a:cubicBezTo>
                  <a:cubicBezTo>
                    <a:pt x="19913" y="3127"/>
                    <a:pt x="20757" y="2085"/>
                    <a:pt x="20757" y="579"/>
                  </a:cubicBezTo>
                  <a:cubicBezTo>
                    <a:pt x="19913" y="1100"/>
                    <a:pt x="19117" y="1564"/>
                    <a:pt x="18226" y="2085"/>
                  </a:cubicBezTo>
                  <a:cubicBezTo>
                    <a:pt x="17430" y="1100"/>
                    <a:pt x="16165" y="0"/>
                    <a:pt x="14947" y="0"/>
                  </a:cubicBezTo>
                  <a:cubicBezTo>
                    <a:pt x="12416" y="0"/>
                    <a:pt x="10355" y="2606"/>
                    <a:pt x="10355" y="5675"/>
                  </a:cubicBezTo>
                  <a:cubicBezTo>
                    <a:pt x="10355" y="6196"/>
                    <a:pt x="10355" y="6717"/>
                    <a:pt x="10777" y="6717"/>
                  </a:cubicBezTo>
                  <a:cubicBezTo>
                    <a:pt x="7075" y="6717"/>
                    <a:pt x="3702" y="4691"/>
                    <a:pt x="1640" y="1100"/>
                  </a:cubicBezTo>
                  <a:cubicBezTo>
                    <a:pt x="1218" y="2085"/>
                    <a:pt x="797" y="3127"/>
                    <a:pt x="797" y="4169"/>
                  </a:cubicBezTo>
                  <a:cubicBezTo>
                    <a:pt x="797" y="5675"/>
                    <a:pt x="1640" y="7760"/>
                    <a:pt x="2858" y="8744"/>
                  </a:cubicBezTo>
                  <a:cubicBezTo>
                    <a:pt x="2062" y="8281"/>
                    <a:pt x="1640" y="8281"/>
                    <a:pt x="797" y="7760"/>
                  </a:cubicBezTo>
                  <a:cubicBezTo>
                    <a:pt x="797" y="10308"/>
                    <a:pt x="2483" y="12856"/>
                    <a:pt x="4592" y="13377"/>
                  </a:cubicBezTo>
                  <a:cubicBezTo>
                    <a:pt x="4170" y="13377"/>
                    <a:pt x="3702" y="13377"/>
                    <a:pt x="3280" y="13377"/>
                  </a:cubicBezTo>
                  <a:cubicBezTo>
                    <a:pt x="2858" y="13377"/>
                    <a:pt x="2858" y="13377"/>
                    <a:pt x="2483" y="13377"/>
                  </a:cubicBezTo>
                  <a:cubicBezTo>
                    <a:pt x="2858" y="15404"/>
                    <a:pt x="4592" y="17025"/>
                    <a:pt x="6653" y="17025"/>
                  </a:cubicBezTo>
                  <a:cubicBezTo>
                    <a:pt x="4967" y="18473"/>
                    <a:pt x="3280" y="19573"/>
                    <a:pt x="1218" y="19573"/>
                  </a:cubicBezTo>
                  <a:cubicBezTo>
                    <a:pt x="797" y="19573"/>
                    <a:pt x="375" y="19573"/>
                    <a:pt x="0" y="19573"/>
                  </a:cubicBezTo>
                  <a:cubicBezTo>
                    <a:pt x="2062" y="21079"/>
                    <a:pt x="4170" y="21600"/>
                    <a:pt x="6653" y="21600"/>
                  </a:cubicBezTo>
                  <a:cubicBezTo>
                    <a:pt x="14947" y="21600"/>
                    <a:pt x="19117" y="13377"/>
                    <a:pt x="19117" y="6196"/>
                  </a:cubicBezTo>
                  <a:lnTo>
                    <a:pt x="19117" y="5675"/>
                  </a:lnTo>
                  <a:cubicBezTo>
                    <a:pt x="20335" y="4691"/>
                    <a:pt x="20757" y="4169"/>
                    <a:pt x="21600" y="2606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84" name="Google Shape;1742;g130e7787a26_1_3338"/>
            <p:cNvSpPr/>
            <p:nvPr/>
          </p:nvSpPr>
          <p:spPr>
            <a:xfrm>
              <a:off x="897840" y="4627080"/>
              <a:ext cx="170280" cy="17388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3880"/>
                <a:gd name="textAreaBottom" fmla="*/ 174600 h 1738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7534" y="10601"/>
                  </a:moveTo>
                  <a:cubicBezTo>
                    <a:pt x="17534" y="14135"/>
                    <a:pt x="14434" y="17220"/>
                    <a:pt x="10825" y="17220"/>
                  </a:cubicBezTo>
                  <a:cubicBezTo>
                    <a:pt x="7217" y="17220"/>
                    <a:pt x="4015" y="14135"/>
                    <a:pt x="4015" y="10601"/>
                  </a:cubicBezTo>
                  <a:cubicBezTo>
                    <a:pt x="4015" y="10103"/>
                    <a:pt x="4472" y="10103"/>
                    <a:pt x="4472" y="9705"/>
                  </a:cubicBezTo>
                  <a:cubicBezTo>
                    <a:pt x="0" y="9705"/>
                    <a:pt x="0" y="9705"/>
                    <a:pt x="0" y="9705"/>
                  </a:cubicBezTo>
                  <a:cubicBezTo>
                    <a:pt x="0" y="18066"/>
                    <a:pt x="0" y="18066"/>
                    <a:pt x="0" y="18066"/>
                  </a:cubicBezTo>
                  <a:cubicBezTo>
                    <a:pt x="0" y="19858"/>
                    <a:pt x="1321" y="21600"/>
                    <a:pt x="3151" y="21600"/>
                  </a:cubicBezTo>
                  <a:cubicBezTo>
                    <a:pt x="18449" y="21600"/>
                    <a:pt x="18449" y="21600"/>
                    <a:pt x="18449" y="21600"/>
                  </a:cubicBezTo>
                  <a:cubicBezTo>
                    <a:pt x="20228" y="21600"/>
                    <a:pt x="21600" y="19858"/>
                    <a:pt x="21600" y="18066"/>
                  </a:cubicBezTo>
                  <a:cubicBezTo>
                    <a:pt x="21600" y="9705"/>
                    <a:pt x="21600" y="9705"/>
                    <a:pt x="21600" y="9705"/>
                  </a:cubicBezTo>
                  <a:cubicBezTo>
                    <a:pt x="17128" y="9705"/>
                    <a:pt x="17128" y="9705"/>
                    <a:pt x="17128" y="9705"/>
                  </a:cubicBezTo>
                  <a:cubicBezTo>
                    <a:pt x="17128" y="10103"/>
                    <a:pt x="17534" y="10103"/>
                    <a:pt x="17534" y="10601"/>
                  </a:cubicBezTo>
                  <a:close/>
                  <a:moveTo>
                    <a:pt x="18449" y="0"/>
                  </a:moveTo>
                  <a:cubicBezTo>
                    <a:pt x="3151" y="0"/>
                    <a:pt x="3151" y="0"/>
                    <a:pt x="3151" y="0"/>
                  </a:cubicBezTo>
                  <a:cubicBezTo>
                    <a:pt x="1321" y="0"/>
                    <a:pt x="0" y="1792"/>
                    <a:pt x="0" y="3534"/>
                  </a:cubicBezTo>
                  <a:cubicBezTo>
                    <a:pt x="0" y="7067"/>
                    <a:pt x="0" y="7067"/>
                    <a:pt x="0" y="7067"/>
                  </a:cubicBezTo>
                  <a:cubicBezTo>
                    <a:pt x="5387" y="7067"/>
                    <a:pt x="5387" y="7067"/>
                    <a:pt x="5387" y="7067"/>
                  </a:cubicBezTo>
                  <a:cubicBezTo>
                    <a:pt x="6709" y="5276"/>
                    <a:pt x="8538" y="4429"/>
                    <a:pt x="10825" y="4429"/>
                  </a:cubicBezTo>
                  <a:cubicBezTo>
                    <a:pt x="13062" y="4429"/>
                    <a:pt x="14840" y="5276"/>
                    <a:pt x="16213" y="7067"/>
                  </a:cubicBezTo>
                  <a:cubicBezTo>
                    <a:pt x="21600" y="7067"/>
                    <a:pt x="21600" y="7067"/>
                    <a:pt x="21600" y="7067"/>
                  </a:cubicBezTo>
                  <a:cubicBezTo>
                    <a:pt x="21600" y="3534"/>
                    <a:pt x="21600" y="3534"/>
                    <a:pt x="21600" y="3534"/>
                  </a:cubicBezTo>
                  <a:cubicBezTo>
                    <a:pt x="21600" y="1792"/>
                    <a:pt x="20228" y="0"/>
                    <a:pt x="18449" y="0"/>
                  </a:cubicBezTo>
                  <a:close/>
                  <a:moveTo>
                    <a:pt x="19821" y="4429"/>
                  </a:moveTo>
                  <a:cubicBezTo>
                    <a:pt x="19821" y="4429"/>
                    <a:pt x="19821" y="4828"/>
                    <a:pt x="19364" y="4828"/>
                  </a:cubicBezTo>
                  <a:cubicBezTo>
                    <a:pt x="17534" y="4828"/>
                    <a:pt x="17534" y="4828"/>
                    <a:pt x="17534" y="4828"/>
                  </a:cubicBezTo>
                  <a:cubicBezTo>
                    <a:pt x="17128" y="4828"/>
                    <a:pt x="16670" y="4429"/>
                    <a:pt x="16670" y="4429"/>
                  </a:cubicBezTo>
                  <a:cubicBezTo>
                    <a:pt x="16670" y="2638"/>
                    <a:pt x="16670" y="2638"/>
                    <a:pt x="16670" y="2638"/>
                  </a:cubicBezTo>
                  <a:cubicBezTo>
                    <a:pt x="16670" y="2190"/>
                    <a:pt x="17128" y="1792"/>
                    <a:pt x="17534" y="1792"/>
                  </a:cubicBezTo>
                  <a:cubicBezTo>
                    <a:pt x="19364" y="1792"/>
                    <a:pt x="19364" y="1792"/>
                    <a:pt x="19364" y="1792"/>
                  </a:cubicBezTo>
                  <a:cubicBezTo>
                    <a:pt x="19821" y="1792"/>
                    <a:pt x="19821" y="2190"/>
                    <a:pt x="19821" y="2638"/>
                  </a:cubicBezTo>
                  <a:lnTo>
                    <a:pt x="19821" y="4429"/>
                  </a:lnTo>
                  <a:close/>
                  <a:moveTo>
                    <a:pt x="14840" y="10601"/>
                  </a:moveTo>
                  <a:cubicBezTo>
                    <a:pt x="14840" y="8361"/>
                    <a:pt x="13062" y="6619"/>
                    <a:pt x="10825" y="6619"/>
                  </a:cubicBezTo>
                  <a:cubicBezTo>
                    <a:pt x="8538" y="6619"/>
                    <a:pt x="6709" y="8361"/>
                    <a:pt x="6709" y="10601"/>
                  </a:cubicBezTo>
                  <a:cubicBezTo>
                    <a:pt x="6709" y="12791"/>
                    <a:pt x="8538" y="14582"/>
                    <a:pt x="10825" y="14582"/>
                  </a:cubicBezTo>
                  <a:cubicBezTo>
                    <a:pt x="13062" y="14582"/>
                    <a:pt x="14840" y="12791"/>
                    <a:pt x="14840" y="10601"/>
                  </a:cubicBezTo>
                  <a:close/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85" name="Google Shape;1743;g130e7787a26_1_3338"/>
            <p:cNvSpPr/>
            <p:nvPr/>
          </p:nvSpPr>
          <p:spPr>
            <a:xfrm>
              <a:off x="502920" y="4629960"/>
              <a:ext cx="170280" cy="17136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1360"/>
                <a:gd name="textAreaBottom" fmla="*/ 172080 h 171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8906" y="0"/>
                  </a:moveTo>
                  <a:cubicBezTo>
                    <a:pt x="2694" y="0"/>
                    <a:pt x="2694" y="0"/>
                    <a:pt x="2694" y="0"/>
                  </a:cubicBezTo>
                  <a:cubicBezTo>
                    <a:pt x="1372" y="0"/>
                    <a:pt x="0" y="1369"/>
                    <a:pt x="0" y="2687"/>
                  </a:cubicBezTo>
                  <a:cubicBezTo>
                    <a:pt x="0" y="18862"/>
                    <a:pt x="0" y="18862"/>
                    <a:pt x="0" y="18862"/>
                  </a:cubicBezTo>
                  <a:cubicBezTo>
                    <a:pt x="0" y="20231"/>
                    <a:pt x="1372" y="21600"/>
                    <a:pt x="2694" y="21600"/>
                  </a:cubicBezTo>
                  <a:cubicBezTo>
                    <a:pt x="10825" y="21600"/>
                    <a:pt x="10825" y="21600"/>
                    <a:pt x="10825" y="21600"/>
                  </a:cubicBezTo>
                  <a:cubicBezTo>
                    <a:pt x="10825" y="13893"/>
                    <a:pt x="10825" y="13893"/>
                    <a:pt x="10825" y="13893"/>
                  </a:cubicBezTo>
                  <a:cubicBezTo>
                    <a:pt x="8132" y="13893"/>
                    <a:pt x="8132" y="13893"/>
                    <a:pt x="8132" y="13893"/>
                  </a:cubicBezTo>
                  <a:cubicBezTo>
                    <a:pt x="8132" y="10344"/>
                    <a:pt x="8132" y="10344"/>
                    <a:pt x="8132" y="10344"/>
                  </a:cubicBezTo>
                  <a:cubicBezTo>
                    <a:pt x="10825" y="10344"/>
                    <a:pt x="10825" y="10344"/>
                    <a:pt x="10825" y="10344"/>
                  </a:cubicBezTo>
                  <a:cubicBezTo>
                    <a:pt x="10825" y="8518"/>
                    <a:pt x="10825" y="8518"/>
                    <a:pt x="10825" y="8518"/>
                  </a:cubicBezTo>
                  <a:cubicBezTo>
                    <a:pt x="10825" y="6287"/>
                    <a:pt x="13062" y="4056"/>
                    <a:pt x="15298" y="4056"/>
                  </a:cubicBezTo>
                  <a:cubicBezTo>
                    <a:pt x="17585" y="4056"/>
                    <a:pt x="17585" y="4056"/>
                    <a:pt x="17585" y="4056"/>
                  </a:cubicBezTo>
                  <a:cubicBezTo>
                    <a:pt x="17585" y="8113"/>
                    <a:pt x="17585" y="8113"/>
                    <a:pt x="17585" y="8113"/>
                  </a:cubicBezTo>
                  <a:cubicBezTo>
                    <a:pt x="15755" y="8113"/>
                    <a:pt x="15755" y="8113"/>
                    <a:pt x="15755" y="8113"/>
                  </a:cubicBezTo>
                  <a:cubicBezTo>
                    <a:pt x="14840" y="8113"/>
                    <a:pt x="14840" y="8113"/>
                    <a:pt x="14840" y="8518"/>
                  </a:cubicBezTo>
                  <a:cubicBezTo>
                    <a:pt x="14840" y="10344"/>
                    <a:pt x="14840" y="10344"/>
                    <a:pt x="14840" y="10344"/>
                  </a:cubicBezTo>
                  <a:cubicBezTo>
                    <a:pt x="17585" y="10344"/>
                    <a:pt x="17585" y="10344"/>
                    <a:pt x="17585" y="10344"/>
                  </a:cubicBezTo>
                  <a:cubicBezTo>
                    <a:pt x="17585" y="13893"/>
                    <a:pt x="17585" y="13893"/>
                    <a:pt x="17585" y="13893"/>
                  </a:cubicBezTo>
                  <a:cubicBezTo>
                    <a:pt x="14840" y="13893"/>
                    <a:pt x="14840" y="13893"/>
                    <a:pt x="14840" y="13893"/>
                  </a:cubicBezTo>
                  <a:cubicBezTo>
                    <a:pt x="14840" y="21600"/>
                    <a:pt x="14840" y="21600"/>
                    <a:pt x="14840" y="21600"/>
                  </a:cubicBezTo>
                  <a:cubicBezTo>
                    <a:pt x="18906" y="21600"/>
                    <a:pt x="18906" y="21600"/>
                    <a:pt x="18906" y="21600"/>
                  </a:cubicBezTo>
                  <a:cubicBezTo>
                    <a:pt x="20279" y="21600"/>
                    <a:pt x="21600" y="20231"/>
                    <a:pt x="21600" y="18862"/>
                  </a:cubicBezTo>
                  <a:cubicBezTo>
                    <a:pt x="21600" y="2687"/>
                    <a:pt x="21600" y="2687"/>
                    <a:pt x="21600" y="2687"/>
                  </a:cubicBezTo>
                  <a:cubicBezTo>
                    <a:pt x="21600" y="1369"/>
                    <a:pt x="20279" y="0"/>
                    <a:pt x="18906" y="0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786" name="Google Shape;1744;g130e7787a26_1_3338"/>
          <p:cNvSpPr/>
          <p:nvPr/>
        </p:nvSpPr>
        <p:spPr>
          <a:xfrm flipH="1" rot="16200000">
            <a:off x="8142480" y="3843720"/>
            <a:ext cx="234360" cy="1767240"/>
          </a:xfrm>
          <a:custGeom>
            <a:avLst/>
            <a:gdLst>
              <a:gd name="textAreaLeft" fmla="*/ 360 w 234360"/>
              <a:gd name="textAreaRight" fmla="*/ 235440 w 234360"/>
              <a:gd name="textAreaTop" fmla="*/ 0 h 1767240"/>
              <a:gd name="textAreaBottom" fmla="*/ 1767960 h 1767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cubicBezTo>
                  <a:pt x="16765" y="0"/>
                  <a:pt x="21600" y="643"/>
                  <a:pt x="21600" y="143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435"/>
                </a:lnTo>
                <a:cubicBezTo>
                  <a:pt x="0" y="643"/>
                  <a:pt x="4835" y="0"/>
                  <a:pt x="10800" y="0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87" name="Google Shape;1745;g130e7787a26_1_3338"/>
          <p:cNvSpPr/>
          <p:nvPr/>
        </p:nvSpPr>
        <p:spPr>
          <a:xfrm>
            <a:off x="7527240" y="4633920"/>
            <a:ext cx="1540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www.website.com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sldNum" idx="119"/>
          </p:nvPr>
        </p:nvSpPr>
        <p:spPr>
          <a:xfrm>
            <a:off x="7956360" y="-91440"/>
            <a:ext cx="1013040" cy="10746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4EA782-A760-4BAE-B403-AC24A6950296}" type="slidenum">
              <a: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6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ith phot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9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1"/>
          <p:cNvSpPr>
            <a:spLocks noGrp="1"/>
          </p:cNvSpPr>
          <p:nvPr>
            <p:ph type="body"/>
          </p:nvPr>
        </p:nvSpPr>
        <p:spPr>
          <a:xfrm>
            <a:off x="44064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16545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body"/>
          </p:nvPr>
        </p:nvSpPr>
        <p:spPr>
          <a:xfrm>
            <a:off x="28681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4"/>
          <p:cNvSpPr>
            <a:spLocks noGrp="1"/>
          </p:cNvSpPr>
          <p:nvPr>
            <p:ph type="body"/>
          </p:nvPr>
        </p:nvSpPr>
        <p:spPr>
          <a:xfrm>
            <a:off x="408168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5"/>
          <p:cNvSpPr>
            <a:spLocks noGrp="1"/>
          </p:cNvSpPr>
          <p:nvPr>
            <p:ph type="body"/>
          </p:nvPr>
        </p:nvSpPr>
        <p:spPr>
          <a:xfrm>
            <a:off x="529560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6"/>
          <p:cNvSpPr>
            <a:spLocks noGrp="1"/>
          </p:cNvSpPr>
          <p:nvPr>
            <p:ph type="body"/>
          </p:nvPr>
        </p:nvSpPr>
        <p:spPr>
          <a:xfrm>
            <a:off x="65091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7"/>
          <p:cNvSpPr>
            <a:spLocks noGrp="1"/>
          </p:cNvSpPr>
          <p:nvPr>
            <p:ph type="body"/>
          </p:nvPr>
        </p:nvSpPr>
        <p:spPr>
          <a:xfrm>
            <a:off x="77227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8"/>
          <p:cNvSpPr>
            <a:spLocks noGrp="1"/>
          </p:cNvSpPr>
          <p:nvPr>
            <p:ph type="body"/>
          </p:nvPr>
        </p:nvSpPr>
        <p:spPr>
          <a:xfrm>
            <a:off x="44064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9"/>
          <p:cNvSpPr>
            <a:spLocks noGrp="1"/>
          </p:cNvSpPr>
          <p:nvPr>
            <p:ph type="body"/>
          </p:nvPr>
        </p:nvSpPr>
        <p:spPr>
          <a:xfrm>
            <a:off x="16545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10"/>
          <p:cNvSpPr>
            <a:spLocks noGrp="1"/>
          </p:cNvSpPr>
          <p:nvPr>
            <p:ph type="body"/>
          </p:nvPr>
        </p:nvSpPr>
        <p:spPr>
          <a:xfrm>
            <a:off x="28681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11"/>
          <p:cNvSpPr>
            <a:spLocks noGrp="1"/>
          </p:cNvSpPr>
          <p:nvPr>
            <p:ph type="body"/>
          </p:nvPr>
        </p:nvSpPr>
        <p:spPr>
          <a:xfrm>
            <a:off x="408168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12"/>
          <p:cNvSpPr>
            <a:spLocks noGrp="1"/>
          </p:cNvSpPr>
          <p:nvPr>
            <p:ph type="body"/>
          </p:nvPr>
        </p:nvSpPr>
        <p:spPr>
          <a:xfrm>
            <a:off x="529560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13"/>
          <p:cNvSpPr>
            <a:spLocks noGrp="1"/>
          </p:cNvSpPr>
          <p:nvPr>
            <p:ph type="body"/>
          </p:nvPr>
        </p:nvSpPr>
        <p:spPr>
          <a:xfrm>
            <a:off x="65091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14"/>
          <p:cNvSpPr>
            <a:spLocks noGrp="1"/>
          </p:cNvSpPr>
          <p:nvPr>
            <p:ph type="body"/>
          </p:nvPr>
        </p:nvSpPr>
        <p:spPr>
          <a:xfrm>
            <a:off x="77227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15"/>
          <p:cNvSpPr>
            <a:spLocks noGrp="1"/>
          </p:cNvSpPr>
          <p:nvPr>
            <p:ph type="body"/>
          </p:nvPr>
        </p:nvSpPr>
        <p:spPr>
          <a:xfrm>
            <a:off x="44064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16"/>
          <p:cNvSpPr>
            <a:spLocks noGrp="1"/>
          </p:cNvSpPr>
          <p:nvPr>
            <p:ph type="body"/>
          </p:nvPr>
        </p:nvSpPr>
        <p:spPr>
          <a:xfrm>
            <a:off x="16545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17"/>
          <p:cNvSpPr>
            <a:spLocks noGrp="1"/>
          </p:cNvSpPr>
          <p:nvPr>
            <p:ph type="body"/>
          </p:nvPr>
        </p:nvSpPr>
        <p:spPr>
          <a:xfrm>
            <a:off x="28681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PlaceHolder 18"/>
          <p:cNvSpPr>
            <a:spLocks noGrp="1"/>
          </p:cNvSpPr>
          <p:nvPr>
            <p:ph type="body"/>
          </p:nvPr>
        </p:nvSpPr>
        <p:spPr>
          <a:xfrm>
            <a:off x="408168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19"/>
          <p:cNvSpPr>
            <a:spLocks noGrp="1"/>
          </p:cNvSpPr>
          <p:nvPr>
            <p:ph type="body"/>
          </p:nvPr>
        </p:nvSpPr>
        <p:spPr>
          <a:xfrm>
            <a:off x="529560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20"/>
          <p:cNvSpPr>
            <a:spLocks noGrp="1"/>
          </p:cNvSpPr>
          <p:nvPr>
            <p:ph type="body"/>
          </p:nvPr>
        </p:nvSpPr>
        <p:spPr>
          <a:xfrm>
            <a:off x="65091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21"/>
          <p:cNvSpPr>
            <a:spLocks noGrp="1"/>
          </p:cNvSpPr>
          <p:nvPr>
            <p:ph type="body"/>
          </p:nvPr>
        </p:nvSpPr>
        <p:spPr>
          <a:xfrm>
            <a:off x="77227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22"/>
          <p:cNvSpPr>
            <a:spLocks noGrp="1"/>
          </p:cNvSpPr>
          <p:nvPr>
            <p:ph type="sldNum" idx="120"/>
          </p:nvPr>
        </p:nvSpPr>
        <p:spPr>
          <a:xfrm>
            <a:off x="4480560" y="4905360"/>
            <a:ext cx="177120" cy="1760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8978EF0-6410-402E-82EC-121439BA4C7B}" type="slidenum">
              <a: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23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1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Google Shape;1771;g130e7787a26_1_3369"/>
          <p:cNvSpPr/>
          <p:nvPr/>
        </p:nvSpPr>
        <p:spPr>
          <a:xfrm rot="3493800">
            <a:off x="-468720" y="-1000440"/>
            <a:ext cx="1885320" cy="2469240"/>
          </a:xfrm>
          <a:prstGeom prst="roundRect">
            <a:avLst>
              <a:gd name="adj" fmla="val 3557"/>
            </a:avLst>
          </a:prstGeom>
          <a:solidFill>
            <a:srgbClr val="9fb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16" name="PlaceHolder 1"/>
          <p:cNvSpPr>
            <a:spLocks noGrp="1"/>
          </p:cNvSpPr>
          <p:nvPr>
            <p:ph type="body"/>
          </p:nvPr>
        </p:nvSpPr>
        <p:spPr>
          <a:xfrm>
            <a:off x="-1029240" y="-1136880"/>
            <a:ext cx="3004920" cy="274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Google Shape;1773;g130e7787a26_1_3369"/>
          <p:cNvSpPr/>
          <p:nvPr/>
        </p:nvSpPr>
        <p:spPr>
          <a:xfrm>
            <a:off x="2390040" y="234000"/>
            <a:ext cx="9356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THEME. </a:t>
            </a:r>
            <a:r>
              <a:rPr b="0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multipurpose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Google Shape;1774;g130e7787a26_1_3369"/>
          <p:cNvSpPr/>
          <p:nvPr/>
        </p:nvSpPr>
        <p:spPr>
          <a:xfrm>
            <a:off x="2197800" y="254880"/>
            <a:ext cx="93240" cy="73080"/>
          </a:xfrm>
          <a:custGeom>
            <a:avLst/>
            <a:gdLst>
              <a:gd name="textAreaLeft" fmla="*/ 0 w 93240"/>
              <a:gd name="textAreaRight" fmla="*/ 93960 w 93240"/>
              <a:gd name="textAreaTop" fmla="*/ 0 h 73080"/>
              <a:gd name="textAreaBottom" fmla="*/ 73800 h 73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5465" y="974"/>
                </a:moveTo>
                <a:cubicBezTo>
                  <a:pt x="15465" y="3086"/>
                  <a:pt x="15465" y="3086"/>
                  <a:pt x="15465" y="3086"/>
                </a:cubicBezTo>
                <a:cubicBezTo>
                  <a:pt x="15465" y="3248"/>
                  <a:pt x="15337" y="3573"/>
                  <a:pt x="15209" y="3735"/>
                </a:cubicBezTo>
                <a:cubicBezTo>
                  <a:pt x="15082" y="3898"/>
                  <a:pt x="14826" y="4060"/>
                  <a:pt x="14698" y="4060"/>
                </a:cubicBezTo>
                <a:cubicBezTo>
                  <a:pt x="767" y="4060"/>
                  <a:pt x="767" y="4060"/>
                  <a:pt x="767" y="4060"/>
                </a:cubicBezTo>
                <a:cubicBezTo>
                  <a:pt x="511" y="4060"/>
                  <a:pt x="383" y="3898"/>
                  <a:pt x="128" y="3735"/>
                </a:cubicBezTo>
                <a:cubicBezTo>
                  <a:pt x="0" y="3573"/>
                  <a:pt x="0" y="3248"/>
                  <a:pt x="0" y="3086"/>
                </a:cubicBezTo>
                <a:cubicBezTo>
                  <a:pt x="0" y="974"/>
                  <a:pt x="0" y="974"/>
                  <a:pt x="0" y="974"/>
                </a:cubicBezTo>
                <a:cubicBezTo>
                  <a:pt x="0" y="812"/>
                  <a:pt x="0" y="487"/>
                  <a:pt x="128" y="325"/>
                </a:cubicBezTo>
                <a:cubicBezTo>
                  <a:pt x="383" y="162"/>
                  <a:pt x="511" y="0"/>
                  <a:pt x="767" y="0"/>
                </a:cubicBezTo>
                <a:cubicBezTo>
                  <a:pt x="14698" y="0"/>
                  <a:pt x="14698" y="0"/>
                  <a:pt x="14698" y="0"/>
                </a:cubicBezTo>
                <a:cubicBezTo>
                  <a:pt x="14826" y="0"/>
                  <a:pt x="15082" y="162"/>
                  <a:pt x="15209" y="325"/>
                </a:cubicBezTo>
                <a:cubicBezTo>
                  <a:pt x="15337" y="487"/>
                  <a:pt x="15465" y="812"/>
                  <a:pt x="15465" y="974"/>
                </a:cubicBezTo>
                <a:close/>
                <a:moveTo>
                  <a:pt x="20066" y="6983"/>
                </a:moveTo>
                <a:cubicBezTo>
                  <a:pt x="20066" y="8932"/>
                  <a:pt x="20066" y="8932"/>
                  <a:pt x="20066" y="8932"/>
                </a:cubicBezTo>
                <a:cubicBezTo>
                  <a:pt x="20066" y="9095"/>
                  <a:pt x="19938" y="9420"/>
                  <a:pt x="19811" y="9582"/>
                </a:cubicBezTo>
                <a:cubicBezTo>
                  <a:pt x="19683" y="9744"/>
                  <a:pt x="19555" y="9907"/>
                  <a:pt x="19299" y="9907"/>
                </a:cubicBezTo>
                <a:cubicBezTo>
                  <a:pt x="767" y="9907"/>
                  <a:pt x="767" y="9907"/>
                  <a:pt x="767" y="9907"/>
                </a:cubicBezTo>
                <a:cubicBezTo>
                  <a:pt x="511" y="9907"/>
                  <a:pt x="383" y="9744"/>
                  <a:pt x="128" y="9582"/>
                </a:cubicBezTo>
                <a:cubicBezTo>
                  <a:pt x="0" y="9420"/>
                  <a:pt x="0" y="9095"/>
                  <a:pt x="0" y="8932"/>
                </a:cubicBezTo>
                <a:cubicBezTo>
                  <a:pt x="0" y="6983"/>
                  <a:pt x="0" y="6983"/>
                  <a:pt x="0" y="6983"/>
                </a:cubicBezTo>
                <a:cubicBezTo>
                  <a:pt x="0" y="6659"/>
                  <a:pt x="0" y="6496"/>
                  <a:pt x="128" y="6171"/>
                </a:cubicBezTo>
                <a:cubicBezTo>
                  <a:pt x="383" y="6009"/>
                  <a:pt x="511" y="6009"/>
                  <a:pt x="767" y="6009"/>
                </a:cubicBezTo>
                <a:cubicBezTo>
                  <a:pt x="19299" y="6009"/>
                  <a:pt x="19299" y="6009"/>
                  <a:pt x="19299" y="6009"/>
                </a:cubicBezTo>
                <a:cubicBezTo>
                  <a:pt x="19555" y="6009"/>
                  <a:pt x="19683" y="6009"/>
                  <a:pt x="19811" y="6171"/>
                </a:cubicBezTo>
                <a:cubicBezTo>
                  <a:pt x="19938" y="6496"/>
                  <a:pt x="20066" y="6659"/>
                  <a:pt x="20066" y="6983"/>
                </a:cubicBezTo>
                <a:close/>
                <a:moveTo>
                  <a:pt x="16999" y="12830"/>
                </a:moveTo>
                <a:cubicBezTo>
                  <a:pt x="16999" y="14779"/>
                  <a:pt x="16999" y="14779"/>
                  <a:pt x="16999" y="14779"/>
                </a:cubicBezTo>
                <a:cubicBezTo>
                  <a:pt x="16999" y="15104"/>
                  <a:pt x="16871" y="15266"/>
                  <a:pt x="16743" y="15429"/>
                </a:cubicBezTo>
                <a:cubicBezTo>
                  <a:pt x="16615" y="15753"/>
                  <a:pt x="16360" y="15753"/>
                  <a:pt x="16232" y="15753"/>
                </a:cubicBezTo>
                <a:cubicBezTo>
                  <a:pt x="767" y="15753"/>
                  <a:pt x="767" y="15753"/>
                  <a:pt x="767" y="15753"/>
                </a:cubicBezTo>
                <a:cubicBezTo>
                  <a:pt x="511" y="15753"/>
                  <a:pt x="383" y="15753"/>
                  <a:pt x="128" y="15429"/>
                </a:cubicBezTo>
                <a:cubicBezTo>
                  <a:pt x="0" y="15266"/>
                  <a:pt x="0" y="15104"/>
                  <a:pt x="0" y="14779"/>
                </a:cubicBezTo>
                <a:cubicBezTo>
                  <a:pt x="0" y="12830"/>
                  <a:pt x="0" y="12830"/>
                  <a:pt x="0" y="12830"/>
                </a:cubicBezTo>
                <a:cubicBezTo>
                  <a:pt x="0" y="12505"/>
                  <a:pt x="0" y="12343"/>
                  <a:pt x="128" y="12180"/>
                </a:cubicBezTo>
                <a:cubicBezTo>
                  <a:pt x="383" y="12018"/>
                  <a:pt x="511" y="11856"/>
                  <a:pt x="767" y="11856"/>
                </a:cubicBezTo>
                <a:cubicBezTo>
                  <a:pt x="16232" y="11856"/>
                  <a:pt x="16232" y="11856"/>
                  <a:pt x="16232" y="11856"/>
                </a:cubicBezTo>
                <a:cubicBezTo>
                  <a:pt x="16360" y="11856"/>
                  <a:pt x="16615" y="12018"/>
                  <a:pt x="16743" y="12180"/>
                </a:cubicBezTo>
                <a:cubicBezTo>
                  <a:pt x="16871" y="12343"/>
                  <a:pt x="16999" y="12505"/>
                  <a:pt x="16999" y="12830"/>
                </a:cubicBezTo>
                <a:close/>
                <a:moveTo>
                  <a:pt x="21600" y="18677"/>
                </a:moveTo>
                <a:cubicBezTo>
                  <a:pt x="21600" y="20626"/>
                  <a:pt x="21600" y="20626"/>
                  <a:pt x="21600" y="20626"/>
                </a:cubicBezTo>
                <a:cubicBezTo>
                  <a:pt x="21600" y="20950"/>
                  <a:pt x="21472" y="21113"/>
                  <a:pt x="21344" y="21438"/>
                </a:cubicBezTo>
                <a:cubicBezTo>
                  <a:pt x="21217" y="21600"/>
                  <a:pt x="21089" y="21600"/>
                  <a:pt x="20833" y="21600"/>
                </a:cubicBezTo>
                <a:cubicBezTo>
                  <a:pt x="767" y="21600"/>
                  <a:pt x="767" y="21600"/>
                  <a:pt x="767" y="21600"/>
                </a:cubicBezTo>
                <a:cubicBezTo>
                  <a:pt x="511" y="21600"/>
                  <a:pt x="383" y="21600"/>
                  <a:pt x="128" y="21438"/>
                </a:cubicBezTo>
                <a:cubicBezTo>
                  <a:pt x="0" y="21113"/>
                  <a:pt x="0" y="20950"/>
                  <a:pt x="0" y="20626"/>
                </a:cubicBezTo>
                <a:cubicBezTo>
                  <a:pt x="0" y="18677"/>
                  <a:pt x="0" y="18677"/>
                  <a:pt x="0" y="18677"/>
                </a:cubicBezTo>
                <a:cubicBezTo>
                  <a:pt x="0" y="18514"/>
                  <a:pt x="0" y="18189"/>
                  <a:pt x="128" y="18027"/>
                </a:cubicBezTo>
                <a:cubicBezTo>
                  <a:pt x="383" y="17865"/>
                  <a:pt x="511" y="17702"/>
                  <a:pt x="767" y="17702"/>
                </a:cubicBezTo>
                <a:cubicBezTo>
                  <a:pt x="20833" y="17702"/>
                  <a:pt x="20833" y="17702"/>
                  <a:pt x="20833" y="17702"/>
                </a:cubicBezTo>
                <a:cubicBezTo>
                  <a:pt x="21089" y="17702"/>
                  <a:pt x="21217" y="17865"/>
                  <a:pt x="21344" y="18027"/>
                </a:cubicBezTo>
                <a:cubicBezTo>
                  <a:pt x="21472" y="18189"/>
                  <a:pt x="21600" y="18514"/>
                  <a:pt x="21600" y="18677"/>
                </a:cubicBezTo>
                <a:close/>
              </a:path>
            </a:pathLst>
          </a:custGeom>
          <a:solidFill>
            <a:srgbClr val="5358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819" name="Google Shape;1775;g130e7787a26_1_3369"/>
          <p:cNvCxnSpPr/>
          <p:nvPr/>
        </p:nvCxnSpPr>
        <p:spPr>
          <a:xfrm flipV="1">
            <a:off x="7539840" y="243000"/>
            <a:ext cx="720" cy="91080"/>
          </a:xfrm>
          <a:prstGeom prst="straightConnector1">
            <a:avLst/>
          </a:prstGeom>
          <a:ln w="12700">
            <a:solidFill>
              <a:srgbClr val="a6aaa9"/>
            </a:solidFill>
            <a:miter/>
          </a:ln>
        </p:spPr>
      </p:cxnSp>
      <p:sp>
        <p:nvSpPr>
          <p:cNvPr id="820" name="Google Shape;1776;g130e7787a26_1_3369"/>
          <p:cNvSpPr/>
          <p:nvPr/>
        </p:nvSpPr>
        <p:spPr>
          <a:xfrm>
            <a:off x="7616520" y="225720"/>
            <a:ext cx="1118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Creative &amp; Professional Projects.</a:t>
            </a:r>
            <a:endParaRPr b="0" lang="ru-RU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 type="sldNum" idx="121"/>
          </p:nvPr>
        </p:nvSpPr>
        <p:spPr>
          <a:xfrm>
            <a:off x="7385760" y="243000"/>
            <a:ext cx="126360" cy="9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63017BB-366D-4E69-8135-0F8DB1572C2E}" type="slidenum"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Google Shape;1779;g130e7787a26_1_3377"/>
          <p:cNvSpPr/>
          <p:nvPr/>
        </p:nvSpPr>
        <p:spPr>
          <a:xfrm>
            <a:off x="834048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5" name="Google Shape;1780;g130e7787a26_1_3377"/>
          <p:cNvSpPr/>
          <p:nvPr/>
        </p:nvSpPr>
        <p:spPr>
          <a:xfrm>
            <a:off x="882612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421d5a"/>
          </a:solidFill>
          <a:ln w="0">
            <a:noFill/>
          </a:ln>
          <a:effectLst>
            <a:outerShdw blurRad="127080" dir="2388334" dist="50610" rotWithShape="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6" name="Google Shape;1781;g130e7787a26_1_3377"/>
          <p:cNvSpPr/>
          <p:nvPr/>
        </p:nvSpPr>
        <p:spPr>
          <a:xfrm>
            <a:off x="8899920" y="4913640"/>
            <a:ext cx="43200" cy="67320"/>
          </a:xfrm>
          <a:custGeom>
            <a:avLst/>
            <a:gdLst>
              <a:gd name="textAreaLeft" fmla="*/ 0 w 43200"/>
              <a:gd name="textAreaRight" fmla="*/ 4392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7" name="Google Shape;1782;g130e7787a26_1_3377"/>
          <p:cNvSpPr/>
          <p:nvPr/>
        </p:nvSpPr>
        <p:spPr>
          <a:xfrm flipH="1">
            <a:off x="8413200" y="4913640"/>
            <a:ext cx="43200" cy="67320"/>
          </a:xfrm>
          <a:custGeom>
            <a:avLst/>
            <a:gdLst>
              <a:gd name="textAreaLeft" fmla="*/ -360 w 43200"/>
              <a:gd name="textAreaRight" fmla="*/ 4356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8" name="Google Shape;1783;g130e7787a26_1_3377"/>
          <p:cNvSpPr/>
          <p:nvPr/>
        </p:nvSpPr>
        <p:spPr>
          <a:xfrm>
            <a:off x="387360" y="265320"/>
            <a:ext cx="492876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2100" strike="noStrike" u="none">
                <a:solidFill>
                  <a:srgbClr val="494949"/>
                </a:solidFill>
                <a:effectLst/>
                <a:uFillTx/>
                <a:latin typeface="Helvetica Neue"/>
                <a:ea typeface="Helvetica Neue"/>
              </a:rPr>
              <a:t>Infographic Collection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9" name="Google Shape;1784;g130e7787a26_1_3377"/>
          <p:cNvCxnSpPr/>
          <p:nvPr/>
        </p:nvCxnSpPr>
        <p:spPr>
          <a:xfrm>
            <a:off x="4228920" y="485640"/>
            <a:ext cx="4415400" cy="720"/>
          </a:xfrm>
          <a:prstGeom prst="straightConnector1">
            <a:avLst/>
          </a:prstGeom>
          <a:ln w="12700">
            <a:solidFill>
              <a:srgbClr val="c2c2c2"/>
            </a:solidFill>
            <a:miter/>
          </a:ln>
        </p:spPr>
      </p:cxnSp>
      <p:sp>
        <p:nvSpPr>
          <p:cNvPr id="830" name="PlaceHolder 1"/>
          <p:cNvSpPr>
            <a:spLocks noGrp="1"/>
          </p:cNvSpPr>
          <p:nvPr>
            <p:ph type="sldNum" idx="122"/>
          </p:nvPr>
        </p:nvSpPr>
        <p:spPr>
          <a:xfrm>
            <a:off x="8581680" y="4856400"/>
            <a:ext cx="19332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238F2F3-E8E6-4BA2-B5F5-BDB72E454C09}" type="slidenum">
              <a: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2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3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3" name="Google Shape;1787;g130e7787a26_1_3385"/>
          <p:cNvCxnSpPr/>
          <p:nvPr/>
        </p:nvCxnSpPr>
        <p:spPr>
          <a:xfrm>
            <a:off x="473040" y="4964400"/>
            <a:ext cx="8271720" cy="720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834" name="PlaceHolder 1"/>
          <p:cNvSpPr>
            <a:spLocks noGrp="1"/>
          </p:cNvSpPr>
          <p:nvPr>
            <p:ph type="body"/>
          </p:nvPr>
        </p:nvSpPr>
        <p:spPr>
          <a:xfrm>
            <a:off x="876240" y="270720"/>
            <a:ext cx="7390800" cy="416160"/>
          </a:xfrm>
          <a:prstGeom prst="rect">
            <a:avLst/>
          </a:prstGeom>
          <a:noFill/>
          <a:ln w="0">
            <a:noFill/>
          </a:ln>
          <a:effectLst>
            <a:outerShdw dist="0" dir="0" blurRad="127080" rotWithShape="0">
              <a:srgbClr val="000000">
                <a:alpha val="40000"/>
              </a:srgbClr>
            </a:outerShdw>
          </a:effectLst>
        </p:spPr>
        <p:txBody>
          <a:bodyPr lIns="34200" rIns="34200" tIns="34200" bIns="342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876240" y="659520"/>
            <a:ext cx="7390800" cy="236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123"/>
          </p:nvPr>
        </p:nvSpPr>
        <p:spPr>
          <a:xfrm>
            <a:off x="117360" y="4860720"/>
            <a:ext cx="200160" cy="206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7F368FD-08C9-4001-BC10-A98EBDB14327}" type="slidenum">
              <a: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3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Google Shape;1792;g130e7787a26_1_3390"/>
          <p:cNvSpPr/>
          <p:nvPr/>
        </p:nvSpPr>
        <p:spPr>
          <a:xfrm>
            <a:off x="198360" y="187920"/>
            <a:ext cx="3913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startup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0" name="Google Shape;1793;g130e7787a26_1_3390"/>
          <p:cNvCxnSpPr/>
          <p:nvPr/>
        </p:nvCxnSpPr>
        <p:spPr>
          <a:xfrm>
            <a:off x="8783640" y="459360"/>
            <a:ext cx="720" cy="298800"/>
          </a:xfrm>
          <a:prstGeom prst="straightConnector1">
            <a:avLst/>
          </a:prstGeom>
          <a:ln w="38100">
            <a:solidFill>
              <a:srgbClr val="344046"/>
            </a:solidFill>
            <a:miter/>
          </a:ln>
        </p:spPr>
      </p:cxnSp>
      <p:sp>
        <p:nvSpPr>
          <p:cNvPr id="841" name="Google Shape;1794;g130e7787a26_1_3390"/>
          <p:cNvSpPr/>
          <p:nvPr/>
        </p:nvSpPr>
        <p:spPr>
          <a:xfrm flipH="1" rot="2700000">
            <a:off x="8732520" y="4778640"/>
            <a:ext cx="98640" cy="99000"/>
          </a:xfrm>
          <a:custGeom>
            <a:avLst/>
            <a:gdLst>
              <a:gd name="textAreaLeft" fmla="*/ 0 w 98640"/>
              <a:gd name="textAreaRight" fmla="*/ 99360 w 98640"/>
              <a:gd name="textAreaTop" fmla="*/ 0 h 99000"/>
              <a:gd name="textAreaBottom" fmla="*/ 99720 h 9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35"/>
                </a:moveTo>
                <a:lnTo>
                  <a:pt x="21565" y="35"/>
                </a:lnTo>
                <a:lnTo>
                  <a:pt x="21565" y="0"/>
                </a:lnTo>
                <a:lnTo>
                  <a:pt x="0" y="0"/>
                </a:lnTo>
                <a:lnTo>
                  <a:pt x="0" y="2875"/>
                </a:lnTo>
                <a:lnTo>
                  <a:pt x="18725" y="2875"/>
                </a:lnTo>
                <a:lnTo>
                  <a:pt x="18725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4404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42" name="PlaceHolder 1"/>
          <p:cNvSpPr>
            <a:spLocks noGrp="1"/>
          </p:cNvSpPr>
          <p:nvPr>
            <p:ph type="title"/>
          </p:nvPr>
        </p:nvSpPr>
        <p:spPr>
          <a:xfrm>
            <a:off x="1293480" y="95040"/>
            <a:ext cx="4281480" cy="176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PlaceHolder 2"/>
          <p:cNvSpPr>
            <a:spLocks noGrp="1"/>
          </p:cNvSpPr>
          <p:nvPr>
            <p:ph type="sldNum" idx="124"/>
          </p:nvPr>
        </p:nvSpPr>
        <p:spPr>
          <a:xfrm>
            <a:off x="8667000" y="187200"/>
            <a:ext cx="230760" cy="2293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6EB2D06-0ED4-4C71-85AF-B7194030F6F7}" type="slidenum"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4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Google Shape;1798;g130e7787a26_1_3396"/>
          <p:cNvSpPr/>
          <p:nvPr/>
        </p:nvSpPr>
        <p:spPr>
          <a:xfrm>
            <a:off x="663120" y="14796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5610600" y="1436760"/>
            <a:ext cx="2475000" cy="243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body"/>
          </p:nvPr>
        </p:nvSpPr>
        <p:spPr>
          <a:xfrm>
            <a:off x="642960" y="1436760"/>
            <a:ext cx="2948760" cy="28580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0" name="Google Shape;1802;g130e7787a26_1_3396" descr="Google Shape;315;g116490451ca_0_1207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1" name="PlaceHolder 4"/>
          <p:cNvSpPr>
            <a:spLocks noGrp="1"/>
          </p:cNvSpPr>
          <p:nvPr>
            <p:ph type="sldNum" idx="125"/>
          </p:nvPr>
        </p:nvSpPr>
        <p:spPr>
          <a:xfrm>
            <a:off x="6553080" y="4518720"/>
            <a:ext cx="560880" cy="5868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2E953E3-CF8E-4533-80C7-93129F068DB8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5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Google Shape;2131;g130e7787a26_1_372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5" name="Google Shape;2132;g130e7787a26_1_3729" descr="Google Shape;556;p3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6" name="Google Shape;2133;g130e7787a26_1_372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1"/>
          <p:cNvSpPr>
            <a:spLocks noGrp="1"/>
          </p:cNvSpPr>
          <p:nvPr>
            <p:ph type="sldNum" idx="12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BBB174B-1377-4BEC-A041-E295ED5F322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Subtitl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5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0" name="Google Shape;1805;g130e7787a26_1_3403"/>
          <p:cNvGrpSpPr/>
          <p:nvPr/>
        </p:nvGrpSpPr>
        <p:grpSpPr>
          <a:xfrm>
            <a:off x="444960" y="407520"/>
            <a:ext cx="1466280" cy="221760"/>
            <a:chOff x="444960" y="407520"/>
            <a:chExt cx="1466280" cy="221760"/>
          </a:xfrm>
        </p:grpSpPr>
        <p:sp>
          <p:nvSpPr>
            <p:cNvPr id="861" name="Google Shape;1806;g130e7787a26_1_3403"/>
            <p:cNvSpPr/>
            <p:nvPr/>
          </p:nvSpPr>
          <p:spPr>
            <a:xfrm>
              <a:off x="727200" y="424080"/>
              <a:ext cx="1184040" cy="13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000001"/>
                  </a:solidFill>
                  <a:effectLst/>
                  <a:uFillTx/>
                  <a:latin typeface="Open Sans SemiBold"/>
                  <a:ea typeface="Open Sans SemiBold"/>
                </a:rPr>
                <a:t>BUSINESS TOOLS </a:t>
              </a:r>
              <a:r>
                <a:rPr b="1" lang="ru" sz="600" strike="noStrike" u="none">
                  <a:solidFill>
                    <a:srgbClr val="000001"/>
                  </a:solidFill>
                  <a:effectLst/>
                  <a:uFillTx/>
                  <a:latin typeface="Open Sans"/>
                  <a:ea typeface="Open Sans"/>
                </a:rPr>
                <a:t>PRO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Google Shape;1807;g130e7787a26_1_3403"/>
            <p:cNvSpPr/>
            <p:nvPr/>
          </p:nvSpPr>
          <p:spPr>
            <a:xfrm>
              <a:off x="444960" y="407520"/>
              <a:ext cx="199440" cy="221760"/>
            </a:xfrm>
            <a:custGeom>
              <a:avLst/>
              <a:gdLst>
                <a:gd name="textAreaLeft" fmla="*/ 0 w 199440"/>
                <a:gd name="textAreaRight" fmla="*/ 200160 w 199440"/>
                <a:gd name="textAreaTop" fmla="*/ 0 h 221760"/>
                <a:gd name="textAreaBottom" fmla="*/ 222480 h 221760"/>
              </a:gdLst>
              <a:ahLst/>
              <a:cxnLst/>
              <a:rect l="textAreaLeft" t="textAreaTop" r="textAreaRight" b="textAreaBottom"/>
              <a:pathLst>
                <a:path w="21575" h="21600">
                  <a:moveTo>
                    <a:pt x="5602" y="0"/>
                  </a:moveTo>
                  <a:cubicBezTo>
                    <a:pt x="5252" y="29"/>
                    <a:pt x="4921" y="153"/>
                    <a:pt x="4651" y="356"/>
                  </a:cubicBezTo>
                  <a:cubicBezTo>
                    <a:pt x="4352" y="581"/>
                    <a:pt x="4145" y="891"/>
                    <a:pt x="4064" y="1234"/>
                  </a:cubicBezTo>
                  <a:lnTo>
                    <a:pt x="0" y="21600"/>
                  </a:lnTo>
                  <a:lnTo>
                    <a:pt x="20473" y="15097"/>
                  </a:lnTo>
                  <a:cubicBezTo>
                    <a:pt x="20837" y="14990"/>
                    <a:pt x="21145" y="14768"/>
                    <a:pt x="21343" y="14473"/>
                  </a:cubicBezTo>
                  <a:cubicBezTo>
                    <a:pt x="21502" y="14236"/>
                    <a:pt x="21581" y="13962"/>
                    <a:pt x="21570" y="13685"/>
                  </a:cubicBezTo>
                  <a:lnTo>
                    <a:pt x="21570" y="1341"/>
                  </a:lnTo>
                  <a:cubicBezTo>
                    <a:pt x="21600" y="1015"/>
                    <a:pt x="21487" y="692"/>
                    <a:pt x="21255" y="441"/>
                  </a:cubicBezTo>
                  <a:cubicBezTo>
                    <a:pt x="21028" y="195"/>
                    <a:pt x="20705" y="37"/>
                    <a:pt x="20352" y="0"/>
                  </a:cubicBezTo>
                  <a:lnTo>
                    <a:pt x="5602" y="0"/>
                  </a:lnTo>
                  <a:close/>
                  <a:moveTo>
                    <a:pt x="9446" y="2655"/>
                  </a:moveTo>
                  <a:cubicBezTo>
                    <a:pt x="9939" y="2660"/>
                    <a:pt x="10346" y="3005"/>
                    <a:pt x="10380" y="3449"/>
                  </a:cubicBezTo>
                  <a:lnTo>
                    <a:pt x="10380" y="6492"/>
                  </a:lnTo>
                  <a:cubicBezTo>
                    <a:pt x="13122" y="4877"/>
                    <a:pt x="16786" y="6465"/>
                    <a:pt x="17101" y="9404"/>
                  </a:cubicBezTo>
                  <a:cubicBezTo>
                    <a:pt x="17343" y="11666"/>
                    <a:pt x="15308" y="13594"/>
                    <a:pt x="12765" y="13570"/>
                  </a:cubicBezTo>
                  <a:cubicBezTo>
                    <a:pt x="10462" y="13548"/>
                    <a:pt x="8580" y="11907"/>
                    <a:pt x="8478" y="9832"/>
                  </a:cubicBezTo>
                  <a:lnTo>
                    <a:pt x="8478" y="3496"/>
                  </a:lnTo>
                  <a:cubicBezTo>
                    <a:pt x="8491" y="3024"/>
                    <a:pt x="8922" y="2650"/>
                    <a:pt x="9446" y="2655"/>
                  </a:cubicBezTo>
                  <a:close/>
                  <a:moveTo>
                    <a:pt x="12799" y="7557"/>
                  </a:moveTo>
                  <a:cubicBezTo>
                    <a:pt x="12185" y="7557"/>
                    <a:pt x="11571" y="7768"/>
                    <a:pt x="11102" y="8191"/>
                  </a:cubicBezTo>
                  <a:cubicBezTo>
                    <a:pt x="10165" y="9035"/>
                    <a:pt x="10165" y="10405"/>
                    <a:pt x="11102" y="11250"/>
                  </a:cubicBezTo>
                  <a:cubicBezTo>
                    <a:pt x="12039" y="12095"/>
                    <a:pt x="13558" y="12095"/>
                    <a:pt x="14495" y="11250"/>
                  </a:cubicBezTo>
                  <a:cubicBezTo>
                    <a:pt x="15432" y="10405"/>
                    <a:pt x="15432" y="9035"/>
                    <a:pt x="14495" y="8191"/>
                  </a:cubicBezTo>
                  <a:cubicBezTo>
                    <a:pt x="14027" y="7768"/>
                    <a:pt x="13413" y="7557"/>
                    <a:pt x="12799" y="7557"/>
                  </a:cubicBezTo>
                  <a:close/>
                </a:path>
              </a:pathLst>
            </a:custGeom>
            <a:solidFill>
              <a:srgbClr val="326e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863" name="PlaceHolder 1"/>
          <p:cNvSpPr>
            <a:spLocks noGrp="1"/>
          </p:cNvSpPr>
          <p:nvPr>
            <p:ph type="sldNum" idx="127"/>
          </p:nvPr>
        </p:nvSpPr>
        <p:spPr>
          <a:xfrm>
            <a:off x="8536320" y="425520"/>
            <a:ext cx="135000" cy="1299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122539F-4BE5-4E68-94BE-9B8612857853}" type="slidenum">
              <a: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3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6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6" name="Google Shape;1810;g130e7787a26_1_3408"/>
          <p:cNvGrpSpPr/>
          <p:nvPr/>
        </p:nvGrpSpPr>
        <p:grpSpPr>
          <a:xfrm>
            <a:off x="423360" y="4540320"/>
            <a:ext cx="1567800" cy="329760"/>
            <a:chOff x="423360" y="4540320"/>
            <a:chExt cx="1567800" cy="329760"/>
          </a:xfrm>
        </p:grpSpPr>
        <p:sp>
          <p:nvSpPr>
            <p:cNvPr id="867" name="Google Shape;1811;g130e7787a26_1_3408"/>
            <p:cNvSpPr/>
            <p:nvPr/>
          </p:nvSpPr>
          <p:spPr>
            <a:xfrm>
              <a:off x="426240" y="4540320"/>
              <a:ext cx="1564920" cy="22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0077bf"/>
                  </a:solidFill>
                  <a:effectLst/>
                  <a:uFillTx/>
                  <a:latin typeface="Open Sans SemiBold"/>
                  <a:ea typeface="Open Sans SemiBold"/>
                </a:rPr>
                <a:t>Funnel Pack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Google Shape;1812;g130e7787a26_1_3408"/>
            <p:cNvSpPr/>
            <p:nvPr/>
          </p:nvSpPr>
          <p:spPr>
            <a:xfrm>
              <a:off x="423360" y="4742280"/>
              <a:ext cx="1078920" cy="12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rIns="17280" tIns="17280" bIns="1728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795240" y="854280"/>
            <a:ext cx="7313400" cy="8161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851760" y="1751400"/>
            <a:ext cx="7678080" cy="26319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sldNum" idx="128"/>
          </p:nvPr>
        </p:nvSpPr>
        <p:spPr>
          <a:xfrm>
            <a:off x="8545320" y="4686480"/>
            <a:ext cx="153360" cy="1508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6A7DCA3-17E6-43E1-8AEA-5EA368C737CC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Google Shape;1817;g130e7787a26_1_341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5e5e5e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5" name="Google Shape;1818;g130e7787a26_1_341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Google Shape;1819;g130e7787a26_1_3415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7" name="PlaceHolder 1"/>
          <p:cNvSpPr>
            <a:spLocks noGrp="1"/>
          </p:cNvSpPr>
          <p:nvPr>
            <p:ph type="sldNum" idx="12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7346159-5C32-4EA0-82E8-4DCB6CE7BAA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PlaceHolder 1"/>
          <p:cNvSpPr>
            <a:spLocks noGrp="1"/>
          </p:cNvSpPr>
          <p:nvPr>
            <p:ph type="sldNum" idx="130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08AD321-42F7-4FC9-B79A-59E3BE02E59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 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8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PlaceHolder 1"/>
          <p:cNvSpPr>
            <a:spLocks noGrp="1"/>
          </p:cNvSpPr>
          <p:nvPr>
            <p:ph type="body"/>
          </p:nvPr>
        </p:nvSpPr>
        <p:spPr>
          <a:xfrm>
            <a:off x="-433440" y="-485640"/>
            <a:ext cx="10029240" cy="600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2"/>
          <p:cNvSpPr>
            <a:spLocks noGrp="1"/>
          </p:cNvSpPr>
          <p:nvPr>
            <p:ph type="title"/>
          </p:nvPr>
        </p:nvSpPr>
        <p:spPr>
          <a:xfrm>
            <a:off x="452520" y="267192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body"/>
          </p:nvPr>
        </p:nvSpPr>
        <p:spPr>
          <a:xfrm>
            <a:off x="452880" y="414720"/>
            <a:ext cx="8237520" cy="23796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PlaceHolder 4"/>
          <p:cNvSpPr>
            <a:spLocks noGrp="1"/>
          </p:cNvSpPr>
          <p:nvPr>
            <p:ph type="body"/>
          </p:nvPr>
        </p:nvSpPr>
        <p:spPr>
          <a:xfrm>
            <a:off x="452520" y="4353840"/>
            <a:ext cx="8238600" cy="4179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5"/>
          <p:cNvSpPr>
            <a:spLocks noGrp="1"/>
          </p:cNvSpPr>
          <p:nvPr>
            <p:ph type="sldNum" idx="131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2B5CC76-263F-41ED-9496-05FC55B333A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 фото (вариант)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8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ceHolder 1"/>
          <p:cNvSpPr>
            <a:spLocks noGrp="1"/>
          </p:cNvSpPr>
          <p:nvPr>
            <p:ph type="body"/>
          </p:nvPr>
        </p:nvSpPr>
        <p:spPr>
          <a:xfrm>
            <a:off x="4114800" y="-76320"/>
            <a:ext cx="4553640" cy="529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2"/>
          <p:cNvSpPr>
            <a:spLocks noGrp="1"/>
          </p:cNvSpPr>
          <p:nvPr>
            <p:ph type="title"/>
          </p:nvPr>
        </p:nvSpPr>
        <p:spPr>
          <a:xfrm>
            <a:off x="452520" y="476280"/>
            <a:ext cx="3666600" cy="22053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 type="body"/>
          </p:nvPr>
        </p:nvSpPr>
        <p:spPr>
          <a:xfrm>
            <a:off x="452520" y="2647800"/>
            <a:ext cx="3666600" cy="2018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4"/>
          <p:cNvSpPr>
            <a:spLocks noGrp="1"/>
          </p:cNvSpPr>
          <p:nvPr>
            <p:ph type="sldNum" idx="132"/>
          </p:nvPr>
        </p:nvSpPr>
        <p:spPr>
          <a:xfrm>
            <a:off x="4494960" y="491616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B036A40-E436-404A-A64B-1319E29F393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9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Google Shape;1833;g130e7787a26_1_343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Google Shape;1834;g130e7787a26_1_343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98" name="Google Shape;1835;g130e7787a26_1_343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1"/>
          <p:cNvSpPr>
            <a:spLocks noGrp="1"/>
          </p:cNvSpPr>
          <p:nvPr>
            <p:ph type="sldNum" idx="13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9C116EF-5199-4A51-8206-89092530C72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0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Google Shape;1838;g130e7787a26_1_343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Google Shape;1839;g130e7787a26_1_343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04" name="PlaceHolder 1"/>
          <p:cNvSpPr>
            <a:spLocks noGrp="1"/>
          </p:cNvSpPr>
          <p:nvPr>
            <p:ph type="sldNum" idx="13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B8922BD-CA2A-4168-ADB0-84A2722B878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0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Google Shape;1842;g130e7787a26_1_344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Google Shape;1843;g130e7787a26_1_3440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09" name="Google Shape;1844;g130e7787a26_1_344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PlaceHolder 1"/>
          <p:cNvSpPr>
            <a:spLocks noGrp="1"/>
          </p:cNvSpPr>
          <p:nvPr>
            <p:ph type="sldNum" idx="13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53C8251-95FD-4640-8E4E-EE850134FB9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2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1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Google Shape;1847;g130e7787a26_1_344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Google Shape;1848;g130e7787a26_1_344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15" name="Google Shape;1849;g130e7787a26_1_344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Google Shape;1850;g130e7787a26_1_3445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17" name="PlaceHolder 1"/>
          <p:cNvSpPr>
            <a:spLocks noGrp="1"/>
          </p:cNvSpPr>
          <p:nvPr>
            <p:ph type="sldNum" idx="13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82F0E95-9006-4DC2-A1C0-3E9D7C59F17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1488;g130e7787a26_1_308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19" name="Google Shape;1489;g130e7787a26_1_308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1"/>
          <p:cNvSpPr>
            <a:spLocks noGrp="1"/>
          </p:cNvSpPr>
          <p:nvPr>
            <p:ph type="sldNum" idx="13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BC4D28A-B1D8-42C9-93DB-76ADDC0F4DC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2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Google Shape;2136;g130e7787a26_1_373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6" name="Google Shape;2137;g130e7787a26_1_3734" descr="Google Shape;559;p3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7" name="Google Shape;2138;g130e7787a26_1_373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1"/>
          <p:cNvSpPr>
            <a:spLocks noGrp="1"/>
          </p:cNvSpPr>
          <p:nvPr>
            <p:ph type="sldNum" idx="13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ED7F69F-AF70-47F4-B9B2-8D08084E8B3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3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Google Shape;1853;g130e7787a26_1_345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2" name="Google Shape;1854;g130e7787a26_1_3451" descr="Google Shape;363;g116490451ca_0_125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3" name="Google Shape;1855;g130e7787a26_1_345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PlaceHolder 1"/>
          <p:cNvSpPr>
            <a:spLocks noGrp="1"/>
          </p:cNvSpPr>
          <p:nvPr>
            <p:ph type="sldNum" idx="13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8A61851-D4A8-481C-B621-E83C2924110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3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Google Shape;1858;g130e7787a26_1_345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8" name="Google Shape;1859;g130e7787a26_1_3456" descr="Google Shape;366;g116490451ca_0_126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9" name="Google Shape;1860;g130e7787a26_1_345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1"/>
          <p:cNvSpPr>
            <a:spLocks noGrp="1"/>
          </p:cNvSpPr>
          <p:nvPr>
            <p:ph type="sldNum" idx="14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BFF0BB9-2A04-40AB-86A6-14B04230997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4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Google Shape;1863;g130e7787a26_1_346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4" name="Google Shape;1864;g130e7787a26_1_3461" descr="Google Shape;369;g116490451ca_0_126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5" name="Google Shape;1865;g130e7787a26_1_346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1"/>
          <p:cNvSpPr>
            <a:spLocks noGrp="1"/>
          </p:cNvSpPr>
          <p:nvPr>
            <p:ph type="sldNum" idx="14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377E202-5685-485E-A193-6953E458046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4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Google Shape;1868;g130e7787a26_1_346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0" name="Google Shape;1869;g130e7787a26_1_3466" descr="Google Shape;372;g116490451ca_0_126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1" name="Google Shape;1870;g130e7787a26_1_346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1"/>
          <p:cNvSpPr>
            <a:spLocks noGrp="1"/>
          </p:cNvSpPr>
          <p:nvPr>
            <p:ph type="sldNum" idx="14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D5F8E5D-2A3C-446C-8061-59C19A510B6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5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1"/>
          <p:cNvSpPr>
            <a:spLocks noGrp="1"/>
          </p:cNvSpPr>
          <p:nvPr>
            <p:ph type="sldNum" idx="14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3B3D512-A190-4F46-91D6-D33F58D5CCA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5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Google Shape;1873;g130e7787a26_1_347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1" name="Google Shape;1874;g130e7787a26_1_3471" descr="Google Shape;375;g116490451ca_0_127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2" name="Google Shape;1875;g130e7787a26_1_347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1"/>
          <p:cNvSpPr>
            <a:spLocks noGrp="1"/>
          </p:cNvSpPr>
          <p:nvPr>
            <p:ph type="sldNum" idx="14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9BA8E99-0306-4CD5-A049-DC7E3915A40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6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Google Shape;1878;g130e7787a26_1_347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7" name="Google Shape;1879;g130e7787a26_1_3476" descr="Google Shape;378;g116490451ca_0_127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8" name="Google Shape;1880;g130e7787a26_1_347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1"/>
          <p:cNvSpPr>
            <a:spLocks noGrp="1"/>
          </p:cNvSpPr>
          <p:nvPr>
            <p:ph type="sldNum" idx="14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3829C82-CB58-4A16-955F-96290D57578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7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Google Shape;1883;g130e7787a26_1_348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3" name="Google Shape;1884;g130e7787a26_1_3481" descr="Google Shape;381;g116490451ca_0_127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4" name="Google Shape;1885;g130e7787a26_1_348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1"/>
          <p:cNvSpPr>
            <a:spLocks noGrp="1"/>
          </p:cNvSpPr>
          <p:nvPr>
            <p:ph type="sldNum" idx="14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680FB36-3FEE-4B7A-AF92-35FA96B4D06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7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Google Shape;1888;g130e7787a26_1_348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9" name="Google Shape;1889;g130e7787a26_1_3486" descr="Google Shape;384;g116490451ca_0_128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0" name="Google Shape;1890;g130e7787a26_1_348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1"/>
          <p:cNvSpPr>
            <a:spLocks noGrp="1"/>
          </p:cNvSpPr>
          <p:nvPr>
            <p:ph type="sldNum" idx="14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37F1DC5-4A69-4E29-8F39-77CF8DFD199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8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Google Shape;1893;g130e7787a26_1_349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5" name="Google Shape;1894;g130e7787a26_1_3491" descr="Google Shape;387;g116490451ca_0_128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6" name="Google Shape;1895;g130e7787a26_1_349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1"/>
          <p:cNvSpPr>
            <a:spLocks noGrp="1"/>
          </p:cNvSpPr>
          <p:nvPr>
            <p:ph type="sldNum" idx="14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9AA57C5-390F-4D14-AE7C-5A61476571A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8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Google Shape;2141;g130e7787a26_1_373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1" name="Google Shape;2142;g130e7787a26_1_3739" descr="Google Shape;562;p3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2" name="Google Shape;2143;g130e7787a26_1_373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1"/>
          <p:cNvSpPr>
            <a:spLocks noGrp="1"/>
          </p:cNvSpPr>
          <p:nvPr>
            <p:ph type="sldNum" idx="14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85750CA-16CD-4B93-B5AE-18726AB9952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9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Google Shape;1898;g130e7787a26_1_349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7" name="Google Shape;1899;g130e7787a26_1_3496" descr="Google Shape;390;g116490451ca_0_128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8" name="Google Shape;1900;g130e7787a26_1_349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1"/>
          <p:cNvSpPr>
            <a:spLocks noGrp="1"/>
          </p:cNvSpPr>
          <p:nvPr>
            <p:ph type="sldNum" idx="15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B8E9604-E64E-4773-81A4-BF6BA9960BE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0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Google Shape;1903;g130e7787a26_1_350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3" name="Google Shape;1904;g130e7787a26_1_3501" descr="Google Shape;393;g116490451ca_0_128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4" name="Google Shape;1905;g130e7787a26_1_350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1"/>
          <p:cNvSpPr>
            <a:spLocks noGrp="1"/>
          </p:cNvSpPr>
          <p:nvPr>
            <p:ph type="sldNum" idx="15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496FA90-C115-412C-A123-F20AEC383E2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0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Google Shape;1908;g130e7787a26_1_350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9" name="Google Shape;1909;g130e7787a26_1_3506" descr="Google Shape;396;g116490451ca_0_129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0" name="Google Shape;1910;g130e7787a26_1_350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1"/>
          <p:cNvSpPr>
            <a:spLocks noGrp="1"/>
          </p:cNvSpPr>
          <p:nvPr>
            <p:ph type="sldNum" idx="15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A43A815-D373-4657-8D8C-57E229BF622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1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Google Shape;1913;g130e7787a26_1_351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5" name="Google Shape;1914;g130e7787a26_1_3511" descr="Google Shape;399;g116490451ca_0_129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6" name="Google Shape;1915;g130e7787a26_1_351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1"/>
          <p:cNvSpPr>
            <a:spLocks noGrp="1"/>
          </p:cNvSpPr>
          <p:nvPr>
            <p:ph type="sldNum" idx="15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5B697A5-81A8-4AA6-93DD-F7A12A16756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1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Google Shape;1918;g130e7787a26_1_351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1" name="Google Shape;1919;g130e7787a26_1_3516" descr="Google Shape;402;g116490451ca_0_129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2" name="Google Shape;1920;g130e7787a26_1_351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1"/>
          <p:cNvSpPr>
            <a:spLocks noGrp="1"/>
          </p:cNvSpPr>
          <p:nvPr>
            <p:ph type="sldNum" idx="15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5D24DC2-9FA3-4D68-BE60-34FA01563B2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2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1"/>
          <p:cNvSpPr>
            <a:spLocks noGrp="1"/>
          </p:cNvSpPr>
          <p:nvPr>
            <p:ph type="body"/>
          </p:nvPr>
        </p:nvSpPr>
        <p:spPr>
          <a:xfrm>
            <a:off x="450360" y="4447440"/>
            <a:ext cx="8238600" cy="23796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2"/>
          <p:cNvSpPr>
            <a:spLocks noGrp="1"/>
          </p:cNvSpPr>
          <p:nvPr>
            <p:ph type="title"/>
          </p:nvPr>
        </p:nvSpPr>
        <p:spPr>
          <a:xfrm>
            <a:off x="452520" y="96552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body"/>
          </p:nvPr>
        </p:nvSpPr>
        <p:spPr>
          <a:xfrm>
            <a:off x="450360" y="2708640"/>
            <a:ext cx="8238600" cy="71352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4"/>
          <p:cNvSpPr>
            <a:spLocks noGrp="1"/>
          </p:cNvSpPr>
          <p:nvPr>
            <p:ph type="sldNum" idx="155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AE61FBE-F01E-4B9E-B418-9361819A3A7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3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Google Shape;1923;g130e7787a26_1_352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3" name="Google Shape;1924;g130e7787a26_1_3521" descr="Google Shape;405;g116490451ca_0_130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4" name="Google Shape;1925;g130e7787a26_1_352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1"/>
          <p:cNvSpPr>
            <a:spLocks noGrp="1"/>
          </p:cNvSpPr>
          <p:nvPr>
            <p:ph type="sldNum" idx="15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72CA106-A1F4-4E7F-BEF8-E11C26D56E4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3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Google Shape;1928;g130e7787a26_1_352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9" name="Google Shape;1929;g130e7787a26_1_3526" descr="Google Shape;408;g116490451ca_0_130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0" name="Google Shape;1930;g130e7787a26_1_352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PlaceHolder 1"/>
          <p:cNvSpPr>
            <a:spLocks noGrp="1"/>
          </p:cNvSpPr>
          <p:nvPr>
            <p:ph type="sldNum" idx="15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A66C8F8-5843-4168-AAC0-40493833BC0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4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Google Shape;1933;g130e7787a26_1_353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5" name="Google Shape;1934;g130e7787a26_1_3531" descr="Google Shape;411;g116490451ca_0_130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6" name="Google Shape;1935;g130e7787a26_1_353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1"/>
          <p:cNvSpPr>
            <a:spLocks noGrp="1"/>
          </p:cNvSpPr>
          <p:nvPr>
            <p:ph type="sldNum" idx="15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B6143B3-0AA3-4680-A906-E4E90E0240B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4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Google Shape;1938;g130e7787a26_1_353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1" name="Google Shape;1939;g130e7787a26_1_3536" descr="Google Shape;414;g116490451ca_0_131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2" name="Google Shape;1940;g130e7787a26_1_353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1"/>
          <p:cNvSpPr>
            <a:spLocks noGrp="1"/>
          </p:cNvSpPr>
          <p:nvPr>
            <p:ph type="sldNum" idx="15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177AD46-1D51-4CF2-AA7C-85695381604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5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Google Shape;2146;g130e7787a26_1_374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7" name="Google Shape;2147;g130e7787a26_1_3744" descr="Google Shape;565;p3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8" name="Google Shape;2148;g130e7787a26_1_374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1"/>
          <p:cNvSpPr>
            <a:spLocks noGrp="1"/>
          </p:cNvSpPr>
          <p:nvPr>
            <p:ph type="sldNum" idx="16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B1DC35B-E6E6-468F-B1F8-AE91C2E626E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6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Google Shape;1943;g130e7787a26_1_354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3" name="Google Shape;1944;g130e7787a26_1_3541" descr="Google Shape;417;g116490451ca_0_131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4" name="Google Shape;1945;g130e7787a26_1_354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1"/>
          <p:cNvSpPr>
            <a:spLocks noGrp="1"/>
          </p:cNvSpPr>
          <p:nvPr>
            <p:ph type="sldNum" idx="16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453221B-16DE-434B-B781-7E4C1DB563E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6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Google Shape;1948;g130e7787a26_1_354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9" name="Google Shape;1949;g130e7787a26_1_3546" descr="Google Shape;420;g116490451ca_0_131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0" name="Google Shape;1950;g130e7787a26_1_354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1"/>
          <p:cNvSpPr>
            <a:spLocks noGrp="1"/>
          </p:cNvSpPr>
          <p:nvPr>
            <p:ph type="sldNum" idx="16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11DD901-EF95-4190-BC34-814CB92E621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1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7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Google Shape;1953;g130e7787a26_1_355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5" name="Google Shape;1954;g130e7787a26_1_3551" descr="Google Shape;423;g116490451ca_0_131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6" name="Google Shape;1955;g130e7787a26_1_355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PlaceHolder 1"/>
          <p:cNvSpPr>
            <a:spLocks noGrp="1"/>
          </p:cNvSpPr>
          <p:nvPr>
            <p:ph type="sldNum" idx="16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50FB741-B647-4143-958F-D7A4ECA808F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ш макет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7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Google Shape;1958;g130e7787a26_1_355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1" name="Google Shape;1959;g130e7787a26_1_3556" descr="Google Shape;426;g116490451ca_0_132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2" name="PlaceHolder 1"/>
          <p:cNvSpPr>
            <a:spLocks noGrp="1"/>
          </p:cNvSpPr>
          <p:nvPr>
            <p:ph type="sldNum" idx="16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270B5D8-F904-4584-A09B-7B7A7784DF3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8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Google Shape;1962;g130e7787a26_1_356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6" name="Google Shape;1963;g130e7787a26_1_3560" descr="Google Shape;428;g116490451ca_0_1324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7" name="Google Shape;1964;g130e7787a26_1_356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PlaceHolder 1"/>
          <p:cNvSpPr>
            <a:spLocks noGrp="1"/>
          </p:cNvSpPr>
          <p:nvPr>
            <p:ph type="sldNum" idx="16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0268022-CF0C-4FA9-BBE9-4DDACE46DAB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9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Google Shape;1967;g130e7787a26_1_356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2" name="Google Shape;1968;g130e7787a26_1_3565" descr="Google Shape;431;g116490451ca_0_132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3" name="Google Shape;1969;g130e7787a26_1_356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Google Shape;1970;g130e7787a26_1_3565"/>
          <p:cNvSpPr/>
          <p:nvPr/>
        </p:nvSpPr>
        <p:spPr>
          <a:xfrm>
            <a:off x="0" y="0"/>
            <a:ext cx="2999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PlaceHolder 1"/>
          <p:cNvSpPr>
            <a:spLocks noGrp="1"/>
          </p:cNvSpPr>
          <p:nvPr>
            <p:ph type="sldNum" idx="16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4B9E02-9E38-4B80-854A-F6D890E8CDD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9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PlaceHolder 1"/>
          <p:cNvSpPr>
            <a:spLocks noGrp="1"/>
          </p:cNvSpPr>
          <p:nvPr>
            <p:ph type="body"/>
          </p:nvPr>
        </p:nvSpPr>
        <p:spPr>
          <a:xfrm>
            <a:off x="4114800" y="-76320"/>
            <a:ext cx="4553640" cy="529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PlaceHolder 2"/>
          <p:cNvSpPr>
            <a:spLocks noGrp="1"/>
          </p:cNvSpPr>
          <p:nvPr>
            <p:ph type="title"/>
          </p:nvPr>
        </p:nvSpPr>
        <p:spPr>
          <a:xfrm>
            <a:off x="452520" y="476280"/>
            <a:ext cx="3666600" cy="22053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body"/>
          </p:nvPr>
        </p:nvSpPr>
        <p:spPr>
          <a:xfrm>
            <a:off x="452520" y="2647800"/>
            <a:ext cx="3666600" cy="20188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PlaceHolder 4"/>
          <p:cNvSpPr>
            <a:spLocks noGrp="1"/>
          </p:cNvSpPr>
          <p:nvPr>
            <p:ph type="sldNum" idx="167"/>
          </p:nvPr>
        </p:nvSpPr>
        <p:spPr>
          <a:xfrm>
            <a:off x="4494960" y="491616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12C6161-2128-4BE5-93CE-7E0B8FFFC47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0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Google Shape;1973;g130e7787a26_1_357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480" cy="304740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8" name="Google Shape;1977;g130e7787a26_1_3571" descr="Google Shape;439;g116490451ca_0_1331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9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PlaceHolder 7"/>
          <p:cNvSpPr>
            <a:spLocks noGrp="1"/>
          </p:cNvSpPr>
          <p:nvPr>
            <p:ph type="sldNum" idx="16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EA106F1-6E9B-49F7-B99F-1F21D6C9F6F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1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Google Shape;1983;g130e7787a26_1_358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6" name="Google Shape;1984;g130e7787a26_1_3581"/>
          <p:cNvGrpSpPr/>
          <p:nvPr/>
        </p:nvGrpSpPr>
        <p:grpSpPr>
          <a:xfrm>
            <a:off x="6458040" y="0"/>
            <a:ext cx="2685600" cy="5142960"/>
            <a:chOff x="6458040" y="0"/>
            <a:chExt cx="2685600" cy="5142960"/>
          </a:xfrm>
        </p:grpSpPr>
        <p:sp>
          <p:nvSpPr>
            <p:cNvPr id="1117" name="Google Shape;1985;g130e7787a26_1_3581"/>
            <p:cNvSpPr/>
            <p:nvPr/>
          </p:nvSpPr>
          <p:spPr>
            <a:xfrm>
              <a:off x="6458040" y="0"/>
              <a:ext cx="268560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18" name="Google Shape;1986;g130e7787a26_1_3581"/>
            <p:cNvSpPr/>
            <p:nvPr/>
          </p:nvSpPr>
          <p:spPr>
            <a:xfrm>
              <a:off x="6483600" y="2318040"/>
              <a:ext cx="263412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9" name="Google Shape;1987;g130e7787a26_1_3581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1120" name="Google Shape;1988;g130e7787a26_1_3581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21" name="Google Shape;1989;g130e7787a26_1_3581"/>
            <p:cNvSpPr/>
            <p:nvPr/>
          </p:nvSpPr>
          <p:spPr>
            <a:xfrm>
              <a:off x="25560" y="2480040"/>
              <a:ext cx="639936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2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PlaceHolder 3"/>
          <p:cNvSpPr>
            <a:spLocks noGrp="1"/>
          </p:cNvSpPr>
          <p:nvPr>
            <p:ph type="sldNum" idx="16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81DDAE7-837D-4BF5-BDB0-78C7DEDDAFD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2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Google Shape;1994;g130e7787a26_1_359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Google Shape;1995;g130e7787a26_1_359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29" name="Google Shape;1996;g130e7787a26_1_359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30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Google Shape;1999;g130e7787a26_1_359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Google Shape;2001;g130e7787a26_1_359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Google Shape;2002;g130e7787a26_1_3592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PlaceHolder 4"/>
          <p:cNvSpPr>
            <a:spLocks noGrp="1"/>
          </p:cNvSpPr>
          <p:nvPr>
            <p:ph type="sldNum" idx="170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A37CA67-A522-4E3E-BE2E-2CEB8277E5F1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3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Google Shape;2151;g130e7787a26_1_374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0" name="Google Shape;2152;g130e7787a26_1_3749" descr="Google Shape;568;p4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1" name="Google Shape;2153;g130e7787a26_1_374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PlaceHolder 1"/>
          <p:cNvSpPr>
            <a:spLocks noGrp="1"/>
          </p:cNvSpPr>
          <p:nvPr>
            <p:ph type="sldNum" idx="17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8FF4B1A-53E0-4A5C-93A5-D3A24DB4C7F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Google Shape;2005;g130e7787a26_1_3603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Google Shape;2006;g130e7787a26_1_3603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7" name="Google Shape;2007;g130e7787a26_1_3603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8" name="Google Shape;2008;g130e7787a26_1_3603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9" name="Google Shape;2009;g130e7787a26_1_3603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0" name="Google Shape;2010;g130e7787a26_1_3603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1" name="Google Shape;2011;g130e7787a26_1_3603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2" name="Google Shape;2012;g130e7787a26_1_3603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3" name="Google Shape;2013;g130e7787a26_1_3603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4" name="Google Shape;2014;g130e7787a26_1_3603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5" name="Google Shape;2015;g130e7787a26_1_360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6" name="Google Shape;2016;g130e7787a26_1_360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Google Shape;2019;g130e7787a26_1_3603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Google Shape;2021;g130e7787a26_1_3603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Google Shape;2022;g130e7787a26_1_3603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PlaceHolder 4"/>
          <p:cNvSpPr>
            <a:spLocks noGrp="1"/>
          </p:cNvSpPr>
          <p:nvPr>
            <p:ph type="sldNum" idx="172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312815D-C136-4A2C-8B4E-66B8CF068829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6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Google Shape;2025;g130e7787a26_1_3623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Google Shape;2026;g130e7787a26_1_362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68" name="Google Shape;2027;g130e7787a26_1_362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69" name="Google Shape;2028;g130e7787a26_1_3623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Google Shape;2029;g130e7787a26_1_3623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Google Shape;2030;g130e7787a26_1_3623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2" name="Google Shape;2031;g130e7787a26_1_3623" descr="Google Shape;483;g116490451ca_0_1374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3" name="PlaceHolder 1"/>
          <p:cNvSpPr>
            <a:spLocks noGrp="1"/>
          </p:cNvSpPr>
          <p:nvPr>
            <p:ph type="sldNum" idx="173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7925E79-1A5C-4A4A-9B6F-733928CFF0F2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7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Google Shape;2034;g130e7787a26_1_363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Google Shape;2035;g130e7787a26_1_3632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78" name="Google Shape;2036;g130e7787a26_1_363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79" name="Google Shape;2037;g130e7787a26_1_363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Google Shape;2038;g130e7787a26_1_363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Google Shape;2039;g130e7787a26_1_3632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PlaceHolder 1"/>
          <p:cNvSpPr>
            <a:spLocks noGrp="1"/>
          </p:cNvSpPr>
          <p:nvPr>
            <p:ph type="sldNum" idx="174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0D7E0D8-EB7B-4AAD-B6CD-C67717F5953F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Церт содержа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8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Google Shape;2042;g130e7787a26_1_364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6" name="Google Shape;2043;g130e7787a26_1_3640"/>
          <p:cNvCxnSpPr/>
          <p:nvPr/>
        </p:nvCxnSpPr>
        <p:spPr>
          <a:xfrm flipV="1">
            <a:off x="7164000" y="617760"/>
            <a:ext cx="1980360" cy="10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1187" name="Google Shape;2044;g130e7787a26_1_3640"/>
          <p:cNvSpPr/>
          <p:nvPr/>
        </p:nvSpPr>
        <p:spPr>
          <a:xfrm>
            <a:off x="8280000" y="123480"/>
            <a:ext cx="863280" cy="503280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88" name="PlaceHolder 1"/>
          <p:cNvSpPr>
            <a:spLocks noGrp="1"/>
          </p:cNvSpPr>
          <p:nvPr>
            <p:ph type="sldNum" idx="175"/>
          </p:nvPr>
        </p:nvSpPr>
        <p:spPr>
          <a:xfrm>
            <a:off x="8617680" y="267480"/>
            <a:ext cx="224280" cy="2041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928D570-B596-48CB-9F68-1B4CAFF4E370}" type="slidenum">
              <a: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&lt;number&gt;</a:t>
            </a:fld>
            <a:endParaRPr b="0" lang="ru-RU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9" name="Google Shape;2046;g130e7787a26_1_3640" descr="Google Shape;496;g116490451ca_0_1389"/>
          <p:cNvPicPr/>
          <p:nvPr/>
        </p:nvPicPr>
        <p:blipFill>
          <a:blip r:embed="rId2"/>
          <a:stretch/>
        </p:blipFill>
        <p:spPr>
          <a:xfrm>
            <a:off x="7164360" y="299520"/>
            <a:ext cx="1007280" cy="151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Церт титул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9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Google Shape;2048;g130e7787a26_1_364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PlaceHolder 1"/>
          <p:cNvSpPr>
            <a:spLocks noGrp="1"/>
          </p:cNvSpPr>
          <p:nvPr>
            <p:ph type="sldNum" idx="17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512E5BB-E50A-4235-AD59-E842E57DA16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9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Google Shape;2051;g130e7787a26_1_364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7" name="Google Shape;2052;g130e7787a26_1_3649" descr="Google Shape;508;p2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8" name="Google Shape;2053;g130e7787a26_1_364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1"/>
          <p:cNvSpPr>
            <a:spLocks noGrp="1"/>
          </p:cNvSpPr>
          <p:nvPr>
            <p:ph type="sldNum" idx="17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745E5FF-D46A-4938-9970-20E3024CDBA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0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Google Shape;2056;g130e7787a26_1_365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3" name="Google Shape;2057;g130e7787a26_1_3654" descr="Google Shape;511;p2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4" name="Google Shape;2058;g130e7787a26_1_365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PlaceHolder 1"/>
          <p:cNvSpPr>
            <a:spLocks noGrp="1"/>
          </p:cNvSpPr>
          <p:nvPr>
            <p:ph type="sldNum" idx="17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EC492A8-CCE3-450D-8853-EB8123CD042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488;g130e7787a26_1_308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07" name="Google Shape;1489;g130e7787a26_1_3086"/>
          <p:cNvSpPr/>
          <p:nvPr/>
        </p:nvSpPr>
        <p:spPr>
          <a:xfrm>
            <a:off x="327600" y="4792320"/>
            <a:ext cx="3093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PlaceHolder 1"/>
          <p:cNvSpPr>
            <a:spLocks noGrp="1"/>
          </p:cNvSpPr>
          <p:nvPr>
            <p:ph type="sldNum" idx="17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C238AD6-DC0B-4605-8670-9232EA532FF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1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Google Shape;2156;g130e7787a26_1_375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4" name="Google Shape;2157;g130e7787a26_1_3754" descr="Google Shape;571;p4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5" name="PlaceHolder 1"/>
          <p:cNvSpPr>
            <a:spLocks noGrp="1"/>
          </p:cNvSpPr>
          <p:nvPr>
            <p:ph type="sldNum" idx="18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87D557F-AD54-456E-8AC4-52F10C39506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1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PlaceHolder 1"/>
          <p:cNvSpPr>
            <a:spLocks noGrp="1"/>
          </p:cNvSpPr>
          <p:nvPr>
            <p:ph type="body"/>
          </p:nvPr>
        </p:nvSpPr>
        <p:spPr>
          <a:xfrm>
            <a:off x="452520" y="889920"/>
            <a:ext cx="3666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PlaceHolder 2"/>
          <p:cNvSpPr>
            <a:spLocks noGrp="1"/>
          </p:cNvSpPr>
          <p:nvPr>
            <p:ph type="body"/>
          </p:nvPr>
        </p:nvSpPr>
        <p:spPr>
          <a:xfrm>
            <a:off x="452520" y="1593360"/>
            <a:ext cx="3666600" cy="30956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PlaceHolder 3"/>
          <p:cNvSpPr>
            <a:spLocks noGrp="1"/>
          </p:cNvSpPr>
          <p:nvPr>
            <p:ph type="body"/>
          </p:nvPr>
        </p:nvSpPr>
        <p:spPr>
          <a:xfrm>
            <a:off x="4572000" y="-152640"/>
            <a:ext cx="4093200" cy="545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PlaceHolder 4"/>
          <p:cNvSpPr>
            <a:spLocks noGrp="1"/>
          </p:cNvSpPr>
          <p:nvPr>
            <p:ph type="title"/>
          </p:nvPr>
        </p:nvSpPr>
        <p:spPr>
          <a:xfrm>
            <a:off x="452520" y="404640"/>
            <a:ext cx="3666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PlaceHolder 5"/>
          <p:cNvSpPr>
            <a:spLocks noGrp="1"/>
          </p:cNvSpPr>
          <p:nvPr>
            <p:ph type="sldNum" idx="181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635E43A-8EA5-492A-9BEE-5E4AAC18427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2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Google Shape;2160;g130e7787a26_1_3758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Google Shape;2161;g130e7787a26_1_3758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27" name="Google Shape;2162;g130e7787a26_1_3758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8" name="Google Shape;2163;g130e7787a26_1_3758" descr="Google Shape;575;p42"/>
          <p:cNvPicPr/>
          <p:nvPr/>
        </p:nvPicPr>
        <p:blipFill>
          <a:blip r:embed="rId2"/>
          <a:srcRect l="5591" t="6242" r="879" b="11375"/>
          <a:stretch/>
        </p:blipFill>
        <p:spPr>
          <a:xfrm>
            <a:off x="68400" y="0"/>
            <a:ext cx="9033120" cy="497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9" name="PlaceHolder 1"/>
          <p:cNvSpPr>
            <a:spLocks noGrp="1"/>
          </p:cNvSpPr>
          <p:nvPr>
            <p:ph type="sldNum" idx="18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6217DD1-325A-43B7-BF1E-FB59FA596AB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3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Google Shape;2166;g130e7787a26_1_376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3" name="Google Shape;2167;g130e7787a26_1_3764" descr="Google Shape;577;p43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" name="Google Shape;2168;g130e7787a26_1_376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PlaceHolder 1"/>
          <p:cNvSpPr>
            <a:spLocks noGrp="1"/>
          </p:cNvSpPr>
          <p:nvPr>
            <p:ph type="sldNum" idx="18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8324CC2-47D6-45CB-B1AA-67551FCC679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3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Google Shape;2171;g130e7787a26_1_376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9" name="Google Shape;2172;g130e7787a26_1_3769" descr="Google Shape;580;p4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0" name="Google Shape;2173;g130e7787a26_1_376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Google Shape;2174;g130e7787a26_1_3769"/>
          <p:cNvSpPr/>
          <p:nvPr/>
        </p:nvSpPr>
        <p:spPr>
          <a:xfrm>
            <a:off x="0" y="0"/>
            <a:ext cx="2999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PlaceHolder 1"/>
          <p:cNvSpPr>
            <a:spLocks noGrp="1"/>
          </p:cNvSpPr>
          <p:nvPr>
            <p:ph type="sldNum" idx="18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B7378BC-9634-49AE-9536-E7B893216A0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_1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4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Google Shape;2177;g130e7787a26_1_377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Google Shape;2178;g130e7787a26_1_377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47" name="Google Shape;2179;g130e7787a26_1_377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Google Shape;2180;g130e7787a26_1_3775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49" name="PlaceHolder 1"/>
          <p:cNvSpPr>
            <a:spLocks noGrp="1"/>
          </p:cNvSpPr>
          <p:nvPr>
            <p:ph type="sldNum" idx="18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14E3417-D0ED-4687-952D-2C3A37C87F3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5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67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PlaceHolder 4"/>
          <p:cNvSpPr>
            <a:spLocks noGrp="1"/>
          </p:cNvSpPr>
          <p:nvPr>
            <p:ph type="sldNum" idx="186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1893C52-88FC-4772-AB1E-B289B0D5707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с подписью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5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Google Shape;2183;g130e7787a26_1_378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840" cy="30474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2" name="Google Shape;2187;g130e7787a26_1_3781" descr="Google Shape;592;p4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3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PlaceHolder 7"/>
          <p:cNvSpPr>
            <a:spLocks noGrp="1"/>
          </p:cNvSpPr>
          <p:nvPr>
            <p:ph type="sldNum" idx="18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BC8088-5BD5-4694-B553-CC17B454DB7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6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Google Shape;2193;g130e7787a26_1_379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0" name="Google Shape;2194;g130e7787a26_1_3791"/>
          <p:cNvGrpSpPr/>
          <p:nvPr/>
        </p:nvGrpSpPr>
        <p:grpSpPr>
          <a:xfrm>
            <a:off x="6458040" y="0"/>
            <a:ext cx="2685240" cy="5142960"/>
            <a:chOff x="6458040" y="0"/>
            <a:chExt cx="2685240" cy="5142960"/>
          </a:xfrm>
        </p:grpSpPr>
        <p:sp>
          <p:nvSpPr>
            <p:cNvPr id="1271" name="Google Shape;2195;g130e7787a26_1_3791"/>
            <p:cNvSpPr/>
            <p:nvPr/>
          </p:nvSpPr>
          <p:spPr>
            <a:xfrm>
              <a:off x="6458040" y="0"/>
              <a:ext cx="268524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72" name="Google Shape;2196;g130e7787a26_1_3791"/>
            <p:cNvSpPr/>
            <p:nvPr/>
          </p:nvSpPr>
          <p:spPr>
            <a:xfrm>
              <a:off x="6483600" y="2318040"/>
              <a:ext cx="263376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3" name="Google Shape;2197;g130e7787a26_1_3791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1274" name="Google Shape;2198;g130e7787a26_1_3791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75" name="Google Shape;2199;g130e7787a26_1_3791"/>
            <p:cNvSpPr/>
            <p:nvPr/>
          </p:nvSpPr>
          <p:spPr>
            <a:xfrm>
              <a:off x="25560" y="2480040"/>
              <a:ext cx="639936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6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PlaceHolder 3"/>
          <p:cNvSpPr>
            <a:spLocks noGrp="1"/>
          </p:cNvSpPr>
          <p:nvPr>
            <p:ph type="sldNum" idx="18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A83D7BE-F004-4016-BB48-5FDE53F7B82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8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Google Shape;2204;g130e7787a26_1_380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Google Shape;2205;g130e7787a26_1_380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83" name="Google Shape;2206;g130e7787a26_1_380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Google Shape;2209;g130e7787a26_1_380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Google Shape;2211;g130e7787a26_1_380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Google Shape;2212;g130e7787a26_1_3802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PlaceHolder 4"/>
          <p:cNvSpPr>
            <a:spLocks noGrp="1"/>
          </p:cNvSpPr>
          <p:nvPr>
            <p:ph type="sldNum" idx="189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E9E872A-F8F3-4774-9292-4CB76C0728A5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Google Shape;2215;g130e7787a26_1_3813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Google Shape;2216;g130e7787a26_1_3813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5" name="Google Shape;2217;g130e7787a26_1_3813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6" name="Google Shape;2218;g130e7787a26_1_3813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7" name="Google Shape;2219;g130e7787a26_1_3813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8" name="Google Shape;2220;g130e7787a26_1_3813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9" name="Google Shape;2221;g130e7787a26_1_3813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0" name="Google Shape;2222;g130e7787a26_1_3813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1" name="Google Shape;2223;g130e7787a26_1_3813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2" name="Google Shape;2224;g130e7787a26_1_3813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3" name="Google Shape;2225;g130e7787a26_1_381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4" name="Google Shape;2226;g130e7787a26_1_381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5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2229;g130e7787a26_1_3813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Google Shape;2231;g130e7787a26_1_3813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Google Shape;2232;g130e7787a26_1_3813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4"/>
          <p:cNvSpPr>
            <a:spLocks noGrp="1"/>
          </p:cNvSpPr>
          <p:nvPr>
            <p:ph type="sldNum" idx="190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F2EA2FB-F5AF-40FD-850D-3AADE62C767B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1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Google Shape;2235;g130e7787a26_1_3833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Google Shape;2236;g130e7787a26_1_383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16" name="Google Shape;2237;g130e7787a26_1_383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17" name="Google Shape;2238;g130e7787a26_1_3833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Google Shape;2239;g130e7787a26_1_3833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Google Shape;2240;g130e7787a26_1_3833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0" name="Google Shape;2241;g130e7787a26_1_3833" descr="Google Shape;636;p50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1" name="PlaceHolder 1"/>
          <p:cNvSpPr>
            <a:spLocks noGrp="1"/>
          </p:cNvSpPr>
          <p:nvPr>
            <p:ph type="sldNum" idx="191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359D28B-4F63-49C1-A78E-EA98C86016EE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2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Google Shape;2244;g130e7787a26_1_384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Google Shape;2245;g130e7787a26_1_3842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26" name="Google Shape;2246;g130e7787a26_1_384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27" name="Google Shape;2247;g130e7787a26_1_384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Google Shape;2248;g130e7787a26_1_384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Google Shape;2249;g130e7787a26_1_3842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1"/>
          <p:cNvSpPr>
            <a:spLocks noGrp="1"/>
          </p:cNvSpPr>
          <p:nvPr>
            <p:ph type="sldNum" idx="192"/>
          </p:nvPr>
        </p:nvSpPr>
        <p:spPr>
          <a:xfrm>
            <a:off x="5463720" y="4819320"/>
            <a:ext cx="193680" cy="1904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F3FB285-74D3-478E-A57C-B0245DD8AF94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3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452520" y="170028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PlaceHolder 2"/>
          <p:cNvSpPr>
            <a:spLocks noGrp="1"/>
          </p:cNvSpPr>
          <p:nvPr>
            <p:ph type="sldNum" idx="193"/>
          </p:nvPr>
        </p:nvSpPr>
        <p:spPr>
          <a:xfrm>
            <a:off x="4494960" y="491616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5A13149-0594-4C80-B395-52A5B47909E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2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3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Google Shape;2252;g130e7787a26_1_385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Google Shape;2253;g130e7787a26_1_3850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39" name="Google Shape;2254;g130e7787a26_1_385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PlaceHolder 1"/>
          <p:cNvSpPr>
            <a:spLocks noGrp="1"/>
          </p:cNvSpPr>
          <p:nvPr>
            <p:ph type="sldNum" idx="19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490D579-9C23-4926-A52D-4743E5251DC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4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Google Shape;2257;g130e7787a26_1_385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Google Shape;2258;g130e7787a26_1_385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45" name="Google Shape;2259;g130e7787a26_1_385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PlaceHolder 1"/>
          <p:cNvSpPr>
            <a:spLocks noGrp="1"/>
          </p:cNvSpPr>
          <p:nvPr>
            <p:ph type="sldNum" idx="19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BDFC5F8-3A64-4FDF-878C-98EEE9A0176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4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Google Shape;2262;g130e7787a26_1_386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Google Shape;2263;g130e7787a26_1_3860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51" name="PlaceHolder 1"/>
          <p:cNvSpPr>
            <a:spLocks noGrp="1"/>
          </p:cNvSpPr>
          <p:nvPr>
            <p:ph type="sldNum" idx="19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9307765-9F78-4F34-9E94-0A9995ACFE8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2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5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Google Shape;2061;g130e7787a26_1_365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5" name="Google Shape;2062;g130e7787a26_1_3659" descr="Google Shape;514;p2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6" name="Google Shape;2063;g130e7787a26_1_365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1"/>
          <p:cNvSpPr>
            <a:spLocks noGrp="1"/>
          </p:cNvSpPr>
          <p:nvPr>
            <p:ph type="sldNum" idx="19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599ABD3-1B7F-4947-9B47-81A17175C83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5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Google Shape;2266;g130e7787a26_1_386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1" name="Google Shape;2267;g130e7787a26_1_3864"/>
          <p:cNvGrpSpPr/>
          <p:nvPr/>
        </p:nvGrpSpPr>
        <p:grpSpPr>
          <a:xfrm>
            <a:off x="6458040" y="0"/>
            <a:ext cx="2685600" cy="5142960"/>
            <a:chOff x="6458040" y="0"/>
            <a:chExt cx="2685600" cy="5142960"/>
          </a:xfrm>
        </p:grpSpPr>
        <p:sp>
          <p:nvSpPr>
            <p:cNvPr id="1362" name="Google Shape;2268;g130e7787a26_1_3864"/>
            <p:cNvSpPr/>
            <p:nvPr/>
          </p:nvSpPr>
          <p:spPr>
            <a:xfrm>
              <a:off x="6458040" y="0"/>
              <a:ext cx="268560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63" name="Google Shape;2269;g130e7787a26_1_3864"/>
            <p:cNvSpPr/>
            <p:nvPr/>
          </p:nvSpPr>
          <p:spPr>
            <a:xfrm>
              <a:off x="6483600" y="2318040"/>
              <a:ext cx="263412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4" name="Google Shape;2270;g130e7787a26_1_3864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1365" name="Google Shape;2271;g130e7787a26_1_3864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4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66" name="Google Shape;2272;g130e7787a26_1_3864"/>
            <p:cNvSpPr/>
            <p:nvPr/>
          </p:nvSpPr>
          <p:spPr>
            <a:xfrm>
              <a:off x="25560" y="2480040"/>
              <a:ext cx="6399360" cy="20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560" rIns="25560" tIns="25560" bIns="2556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 type="sldNum" idx="19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E8D84FF-DDD1-4743-8CD3-F2AE2DB7AE7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2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7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Google Shape;2277;g130e7787a26_1_387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Google Shape;2278;g130e7787a26_1_387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74" name="Google Shape;2279;g130e7787a26_1_387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Google Shape;2280;g130e7787a26_1_3875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76" name="PlaceHolder 1"/>
          <p:cNvSpPr>
            <a:spLocks noGrp="1"/>
          </p:cNvSpPr>
          <p:nvPr>
            <p:ph type="sldNum" idx="19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B192D84-97F6-4E7F-BFA9-FFB866EE355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7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Google Shape;2283;g130e7787a26_1_388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0" name="Google Shape;2284;g130e7787a26_1_3881" descr="Google Shape;669;g1172c77faa7_2_53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1" name="Google Shape;2285;g130e7787a26_1_388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PlaceHolder 1"/>
          <p:cNvSpPr>
            <a:spLocks noGrp="1"/>
          </p:cNvSpPr>
          <p:nvPr>
            <p:ph type="sldNum" idx="20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F6ABC1E-D040-45CC-B4B2-B36E704F3F4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8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Google Shape;2288;g130e7787a26_1_388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6" name="Google Shape;2289;g130e7787a26_1_3886" descr="Google Shape;672;g1172c77faa7_2_53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7" name="Google Shape;2290;g130e7787a26_1_388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1"/>
          <p:cNvSpPr>
            <a:spLocks noGrp="1"/>
          </p:cNvSpPr>
          <p:nvPr>
            <p:ph type="sldNum" idx="20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0736934-3FE3-4A6F-AB33-B67DA63BCB9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9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Google Shape;2293;g130e7787a26_1_389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2" name="Google Shape;2294;g130e7787a26_1_3891" descr="Google Shape;675;g1172c77faa7_2_53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3" name="Google Shape;2295;g130e7787a26_1_389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PlaceHolder 1"/>
          <p:cNvSpPr>
            <a:spLocks noGrp="1"/>
          </p:cNvSpPr>
          <p:nvPr>
            <p:ph type="sldNum" idx="20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6EE9C04-D5C2-4003-A790-62F3DA9A030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2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9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Google Shape;2298;g130e7787a26_1_389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8" name="Google Shape;2299;g130e7787a26_1_3896" descr="Google Shape;678;g1172c77faa7_2_54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9" name="Google Shape;2300;g130e7787a26_1_389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1"/>
          <p:cNvSpPr>
            <a:spLocks noGrp="1"/>
          </p:cNvSpPr>
          <p:nvPr>
            <p:ph type="sldNum" idx="20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E7EC566-7B9E-4E1F-BBD8-298D325F623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0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Google Shape;2303;g130e7787a26_1_390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4" name="Google Shape;2304;g130e7787a26_1_3901" descr="Google Shape;681;g1172c77faa7_2_54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5" name="Google Shape;2305;g130e7787a26_1_390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1"/>
          <p:cNvSpPr>
            <a:spLocks noGrp="1"/>
          </p:cNvSpPr>
          <p:nvPr>
            <p:ph type="sldNum" idx="20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F569A93-C1ED-41BE-9436-A8E80F980CC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0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PlaceHolder 3"/>
          <p:cNvSpPr>
            <a:spLocks noGrp="1"/>
          </p:cNvSpPr>
          <p:nvPr>
            <p:ph type="sldNum" idx="205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C76E67E-1041-405D-8585-999DF8DAE72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1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Google Shape;2308;g130e7787a26_1_390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5" name="Google Shape;2309;g130e7787a26_1_3906" descr="Google Shape;684;g1172c77faa7_2_54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6" name="Google Shape;2310;g130e7787a26_1_390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PlaceHolder 1"/>
          <p:cNvSpPr>
            <a:spLocks noGrp="1"/>
          </p:cNvSpPr>
          <p:nvPr>
            <p:ph type="sldNum" idx="20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0DC0A2C-8F22-4B96-8B4A-3F522CAC5BF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1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2313;g130e7787a26_1_391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1" name="Google Shape;2314;g130e7787a26_1_3911" descr="Google Shape;687;g1172c77faa7_2_54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2" name="Google Shape;2315;g130e7787a26_1_391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1"/>
          <p:cNvSpPr>
            <a:spLocks noGrp="1"/>
          </p:cNvSpPr>
          <p:nvPr>
            <p:ph type="sldNum" idx="20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76C3ECD-207B-474B-A100-E248E5FD714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2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2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Google Shape;2066;g130e7787a26_1_366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7" name="Google Shape;2067;g130e7787a26_1_3664" descr="Google Shape;517;p2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8" name="Google Shape;2068;g130e7787a26_1_366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PlaceHolder 1"/>
          <p:cNvSpPr>
            <a:spLocks noGrp="1"/>
          </p:cNvSpPr>
          <p:nvPr>
            <p:ph type="sldNum" idx="20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9708D8E-4E78-41A6-8336-F8093B4BBFF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3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Google Shape;2318;g130e7787a26_1_391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3" name="Google Shape;2319;g130e7787a26_1_3916" descr="Google Shape;690;g1172c77faa7_2_55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4" name="Google Shape;2320;g130e7787a26_1_391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PlaceHolder 1"/>
          <p:cNvSpPr>
            <a:spLocks noGrp="1"/>
          </p:cNvSpPr>
          <p:nvPr>
            <p:ph type="sldNum" idx="20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55C8EC3-2733-4790-879C-952BC2B4668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3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Google Shape;2323;g130e7787a26_1_392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9" name="Google Shape;2324;g130e7787a26_1_3921" descr="Google Shape;693;g1172c77faa7_2_55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0" name="Google Shape;2325;g130e7787a26_1_392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PlaceHolder 1"/>
          <p:cNvSpPr>
            <a:spLocks noGrp="1"/>
          </p:cNvSpPr>
          <p:nvPr>
            <p:ph type="sldNum" idx="21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60DED19-F414-46C9-9F03-46FBEBA947A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4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Google Shape;2328;g130e7787a26_1_392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5" name="Google Shape;2329;g130e7787a26_1_3926" descr="Google Shape;696;g1172c77faa7_2_55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6" name="Google Shape;2330;g130e7787a26_1_392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1"/>
          <p:cNvSpPr>
            <a:spLocks noGrp="1"/>
          </p:cNvSpPr>
          <p:nvPr>
            <p:ph type="sldNum" idx="21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C92BA92-9D83-4D2F-9DF4-74001955AEC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4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Google Shape;2333;g130e7787a26_1_393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1" name="Google Shape;2334;g130e7787a26_1_3931" descr="Google Shape;699;g1172c77faa7_2_56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2" name="Google Shape;2335;g130e7787a26_1_393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1"/>
          <p:cNvSpPr>
            <a:spLocks noGrp="1"/>
          </p:cNvSpPr>
          <p:nvPr>
            <p:ph type="sldNum" idx="21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FBCFD6D-F901-424D-AEBB-D0656E53D3B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5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Google Shape;2338;g130e7787a26_1_393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7" name="Google Shape;2339;g130e7787a26_1_3936" descr="Google Shape;702;g1172c77faa7_2_56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8" name="Google Shape;2340;g130e7787a26_1_393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1"/>
          <p:cNvSpPr>
            <a:spLocks noGrp="1"/>
          </p:cNvSpPr>
          <p:nvPr>
            <p:ph type="sldNum" idx="21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DE5AED1-D369-41A0-B3A2-9F0DAC095E8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6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Google Shape;2343;g130e7787a26_1_394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3" name="Google Shape;2344;g130e7787a26_1_3941" descr="Google Shape;705;g1172c77faa7_2_56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4" name="Google Shape;2345;g130e7787a26_1_394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1"/>
          <p:cNvSpPr>
            <a:spLocks noGrp="1"/>
          </p:cNvSpPr>
          <p:nvPr>
            <p:ph type="sldNum" idx="21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F73E02B-7C6D-4D69-B005-BB6C2EEB86B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6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Google Shape;2348;g130e7787a26_1_394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9" name="Google Shape;2349;g130e7787a26_1_3946" descr="Google Shape;708;g1172c77faa7_2_57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0" name="Google Shape;2350;g130e7787a26_1_394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PlaceHolder 1"/>
          <p:cNvSpPr>
            <a:spLocks noGrp="1"/>
          </p:cNvSpPr>
          <p:nvPr>
            <p:ph type="sldNum" idx="21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13DB707-30E4-4B88-84C1-B2895ED9AE2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7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Google Shape;2353;g130e7787a26_1_395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5" name="Google Shape;2354;g130e7787a26_1_3951" descr="Google Shape;711;g1172c77faa7_2_57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6" name="Google Shape;2355;g130e7787a26_1_395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1"/>
          <p:cNvSpPr>
            <a:spLocks noGrp="1"/>
          </p:cNvSpPr>
          <p:nvPr>
            <p:ph type="sldNum" idx="21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6F823E7-5FBA-45E9-A8FF-D4440FADA53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7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4"/>
          <p:cNvSpPr>
            <a:spLocks noGrp="1"/>
          </p:cNvSpPr>
          <p:nvPr>
            <p:ph type="sldNum" idx="217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30515CE-6AAB-407C-ABB6-F1F974A94B9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8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Google Shape;2358;g130e7787a26_1_395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7" name="Google Shape;2359;g130e7787a26_1_3956" descr="Google Shape;714;g1172c77faa7_2_57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8" name="Google Shape;2360;g130e7787a26_1_395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PlaceHolder 1"/>
          <p:cNvSpPr>
            <a:spLocks noGrp="1"/>
          </p:cNvSpPr>
          <p:nvPr>
            <p:ph type="sldNum" idx="21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6B024A3-AF20-43A2-8968-2A87AB9ADA2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9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Google Shape;2071;g130e7787a26_1_366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3" name="Google Shape;2072;g130e7787a26_1_3669" descr="Google Shape;520;p2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4" name="Google Shape;2073;g130e7787a26_1_366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1"/>
          <p:cNvSpPr>
            <a:spLocks noGrp="1"/>
          </p:cNvSpPr>
          <p:nvPr>
            <p:ph type="sldNum" idx="21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40EA00F-1B7E-4066-B46D-2B0C57E85EE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9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Google Shape;2363;g130e7787a26_1_396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9" name="Google Shape;2364;g130e7787a26_1_3961" descr="Google Shape;717;g1172c77faa7_2_57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0" name="Google Shape;2365;g130e7787a26_1_396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1"/>
          <p:cNvSpPr>
            <a:spLocks noGrp="1"/>
          </p:cNvSpPr>
          <p:nvPr>
            <p:ph type="sldNum" idx="22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B3E5F41-9F35-4CB8-BD02-87ED921424D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0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Google Shape;2368;g130e7787a26_1_396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5" name="Google Shape;2369;g130e7787a26_1_3966" descr="Google Shape;720;g1172c77faa7_2_58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6" name="Google Shape;2370;g130e7787a26_1_396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1"/>
          <p:cNvSpPr>
            <a:spLocks noGrp="1"/>
          </p:cNvSpPr>
          <p:nvPr>
            <p:ph type="sldNum" idx="22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C44514A-2CDF-4156-8D2C-F4F0459400D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0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Google Shape;2373;g130e7787a26_1_397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1" name="Google Shape;2374;g130e7787a26_1_3971" descr="Google Shape;723;g1172c77faa7_2_58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2" name="Google Shape;2375;g130e7787a26_1_397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PlaceHolder 1"/>
          <p:cNvSpPr>
            <a:spLocks noGrp="1"/>
          </p:cNvSpPr>
          <p:nvPr>
            <p:ph type="sldNum" idx="22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2A04937-3C5A-4EF4-B57E-CA73D2C46DC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1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Google Shape;2378;g130e7787a26_1_397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7" name="Google Shape;2379;g130e7787a26_1_3976" descr="Google Shape;726;g1172c77faa7_2_58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8" name="Google Shape;2380;g130e7787a26_1_397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PlaceHolder 1"/>
          <p:cNvSpPr>
            <a:spLocks noGrp="1"/>
          </p:cNvSpPr>
          <p:nvPr>
            <p:ph type="sldNum" idx="22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2BD74D6-6B51-44DD-9E64-305AC517322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 1 1 1 1 1 1 1 1 1 1 1 1 1 1 1 1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2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Google Shape;2383;g130e7787a26_1_398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3" name="Google Shape;2384;g130e7787a26_1_3981" descr="Google Shape;729;g1172c77faa7_2_59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4" name="Google Shape;2385;g130e7787a26_1_398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PlaceHolder 1"/>
          <p:cNvSpPr>
            <a:spLocks noGrp="1"/>
          </p:cNvSpPr>
          <p:nvPr>
            <p:ph type="sldNum" idx="22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5019B28-7438-4B7A-AC5F-25641823A2F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аш макет 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2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Google Shape;2388;g130e7787a26_1_3986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9" name="Google Shape;2389;g130e7787a26_1_3986" descr="Google Shape;732;g1172c77faa7_2_59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0" name="PlaceHolder 1"/>
          <p:cNvSpPr>
            <a:spLocks noGrp="1"/>
          </p:cNvSpPr>
          <p:nvPr>
            <p:ph type="sldNum" idx="22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4A34E5B-F587-469F-A9BB-D5FC247FC5A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3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Google Shape;2392;g130e7787a26_1_399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4" name="Google Shape;2393;g130e7787a26_1_3990" descr="Google Shape;734;g1172c77faa7_2_596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5" name="Google Shape;2394;g130e7787a26_1_399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PlaceHolder 1"/>
          <p:cNvSpPr>
            <a:spLocks noGrp="1"/>
          </p:cNvSpPr>
          <p:nvPr>
            <p:ph type="sldNum" idx="22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7E35155-8B56-4B45-910A-A63335738D8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3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Google Shape;2397;g130e7787a26_1_399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0" name="Google Shape;2398;g130e7787a26_1_3995" descr="Google Shape;737;g1172c77faa7_2_59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1" name="Google Shape;2399;g130e7787a26_1_399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Google Shape;2400;g130e7787a26_1_3995"/>
          <p:cNvSpPr/>
          <p:nvPr/>
        </p:nvSpPr>
        <p:spPr>
          <a:xfrm>
            <a:off x="0" y="0"/>
            <a:ext cx="2999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PlaceHolder 1"/>
          <p:cNvSpPr>
            <a:spLocks noGrp="1"/>
          </p:cNvSpPr>
          <p:nvPr>
            <p:ph type="sldNum" idx="22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8B1445A-9399-4124-B95A-522BCED2215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с подписью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4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Google Shape;2403;g130e7787a26_1_400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480" cy="304740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0" name="Google Shape;2407;g130e7787a26_1_4001" descr="Google Shape;745;g1172c77faa7_2_603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1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PlaceHolder 7"/>
          <p:cNvSpPr>
            <a:spLocks noGrp="1"/>
          </p:cNvSpPr>
          <p:nvPr>
            <p:ph type="sldNum" idx="22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BEEE520-DA54-449D-A1E6-978F44A1D3A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5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PlaceHolder 1"/>
          <p:cNvSpPr>
            <a:spLocks noGrp="1"/>
          </p:cNvSpPr>
          <p:nvPr>
            <p:ph type="body"/>
          </p:nvPr>
        </p:nvSpPr>
        <p:spPr>
          <a:xfrm>
            <a:off x="452520" y="1845360"/>
            <a:ext cx="8238600" cy="145224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2"/>
          <p:cNvSpPr>
            <a:spLocks noGrp="1"/>
          </p:cNvSpPr>
          <p:nvPr>
            <p:ph type="sldNum" idx="229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F67BE61-4B14-421E-967C-8E479449422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6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Google Shape;2076;g130e7787a26_1_367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2" name="Google Shape;2077;g130e7787a26_1_3674" descr="Google Shape;523;p2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3" name="Google Shape;2078;g130e7787a26_1_367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PlaceHolder 1"/>
          <p:cNvSpPr>
            <a:spLocks noGrp="1"/>
          </p:cNvSpPr>
          <p:nvPr>
            <p:ph type="sldNum" idx="23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C66F6EF-64C8-4D1C-BFF8-1518EAA4B05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6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Google Shape;2413;g130e7787a26_1_401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Google Shape;2414;g130e7787a26_1_4011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69" name="Google Shape;2415;g130e7787a26_1_401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70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Google Shape;2418;g130e7787a26_1_4011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Google Shape;2420;g130e7787a26_1_4011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Google Shape;2421;g130e7787a26_1_4011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4"/>
          <p:cNvSpPr>
            <a:spLocks noGrp="1"/>
          </p:cNvSpPr>
          <p:nvPr>
            <p:ph type="sldNum" idx="231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78C706-AB75-443F-BBEA-0EA2B5B9DB82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7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Google Shape;2424;g130e7787a26_1_402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Google Shape;2425;g130e7787a26_1_4022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1" name="Google Shape;2426;g130e7787a26_1_4022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2" name="Google Shape;2427;g130e7787a26_1_4022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3" name="Google Shape;2428;g130e7787a26_1_4022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4" name="Google Shape;2429;g130e7787a26_1_4022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5" name="Google Shape;2430;g130e7787a26_1_4022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6" name="Google Shape;2431;g130e7787a26_1_4022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7" name="Google Shape;2432;g130e7787a26_1_4022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8" name="Google Shape;2433;g130e7787a26_1_4022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9" name="Google Shape;2434;g130e7787a26_1_402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90" name="Google Shape;2435;g130e7787a26_1_402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91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Google Shape;2438;g130e7787a26_1_402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Google Shape;2440;g130e7787a26_1_402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6" name="Google Shape;2441;g130e7787a26_1_4022"/>
          <p:cNvSpPr/>
          <p:nvPr/>
        </p:nvSpPr>
        <p:spPr>
          <a:xfrm>
            <a:off x="34200" y="45000"/>
            <a:ext cx="539424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4"/>
          <p:cNvSpPr>
            <a:spLocks noGrp="1"/>
          </p:cNvSpPr>
          <p:nvPr>
            <p:ph type="sldNum" idx="232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A622057-F05A-4677-8429-B9CB4101CA91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9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Google Shape;2444;g130e7787a26_1_4042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Google Shape;2445;g130e7787a26_1_404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02" name="Google Shape;2446;g130e7787a26_1_404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03" name="Google Shape;2447;g130e7787a26_1_4042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Google Shape;2448;g130e7787a26_1_4042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Google Shape;2449;g130e7787a26_1_4042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6" name="Google Shape;2450;g130e7787a26_1_4042" descr="Google Shape;784;g1172c77faa7_2_641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7" name="PlaceHolder 1"/>
          <p:cNvSpPr>
            <a:spLocks noGrp="1"/>
          </p:cNvSpPr>
          <p:nvPr>
            <p:ph type="sldNum" idx="233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D5A8FE6-7FC5-4561-A016-7225AA47F6AB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0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Google Shape;2453;g130e7787a26_1_4051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Google Shape;2454;g130e7787a26_1_4051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12" name="Google Shape;2455;g130e7787a26_1_405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13" name="Google Shape;2456;g130e7787a26_1_4051"/>
          <p:cNvSpPr/>
          <p:nvPr/>
        </p:nvSpPr>
        <p:spPr>
          <a:xfrm>
            <a:off x="5497920" y="130680"/>
            <a:ext cx="14925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Google Shape;2457;g130e7787a26_1_4051"/>
          <p:cNvSpPr/>
          <p:nvPr/>
        </p:nvSpPr>
        <p:spPr>
          <a:xfrm>
            <a:off x="34200" y="48211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Google Shape;2458;g130e7787a26_1_4051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PlaceHolder 1"/>
          <p:cNvSpPr>
            <a:spLocks noGrp="1"/>
          </p:cNvSpPr>
          <p:nvPr>
            <p:ph type="sldNum" idx="234"/>
          </p:nvPr>
        </p:nvSpPr>
        <p:spPr>
          <a:xfrm>
            <a:off x="5463720" y="4840200"/>
            <a:ext cx="150840" cy="14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EEA6681-3D56-49DE-9B36-E225264F7A2E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Церт содержание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1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Google Shape;2461;g130e7787a26_1_405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0" name="Google Shape;2462;g130e7787a26_1_4059"/>
          <p:cNvCxnSpPr/>
          <p:nvPr/>
        </p:nvCxnSpPr>
        <p:spPr>
          <a:xfrm flipV="1">
            <a:off x="7164000" y="617760"/>
            <a:ext cx="1980360" cy="10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1621" name="Google Shape;2463;g130e7787a26_1_4059"/>
          <p:cNvSpPr/>
          <p:nvPr/>
        </p:nvSpPr>
        <p:spPr>
          <a:xfrm>
            <a:off x="8280000" y="123480"/>
            <a:ext cx="863280" cy="503280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22" name="PlaceHolder 1"/>
          <p:cNvSpPr>
            <a:spLocks noGrp="1"/>
          </p:cNvSpPr>
          <p:nvPr>
            <p:ph type="sldNum" idx="235"/>
          </p:nvPr>
        </p:nvSpPr>
        <p:spPr>
          <a:xfrm>
            <a:off x="8617680" y="267480"/>
            <a:ext cx="224280" cy="2041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208AE1D-7B27-4289-98F8-AE29DAF86486}" type="slidenum">
              <a: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&lt;number&gt;</a:t>
            </a:fld>
            <a:endParaRPr b="0" lang="ru-RU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3" name="Google Shape;2465;g130e7787a26_1_4059" descr="Google Shape;797;g1172c77faa7_2_656"/>
          <p:cNvPicPr/>
          <p:nvPr/>
        </p:nvPicPr>
        <p:blipFill>
          <a:blip r:embed="rId2"/>
          <a:stretch/>
        </p:blipFill>
        <p:spPr>
          <a:xfrm>
            <a:off x="7164360" y="299520"/>
            <a:ext cx="1007280" cy="151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Церт титул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2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Google Shape;2467;g130e7787a26_1_406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PlaceHolder 1"/>
          <p:cNvSpPr>
            <a:spLocks noGrp="1"/>
          </p:cNvSpPr>
          <p:nvPr>
            <p:ph type="sldNum" idx="23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6BFF07E-7E1D-4068-B8F7-F85C1E29C19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2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Google Shape;2470;g130e7787a26_1_4068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Google Shape;2471;g130e7787a26_1_4068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32" name="Google Shape;2472;g130e7787a26_1_4068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PlaceHolder 1"/>
          <p:cNvSpPr>
            <a:spLocks noGrp="1"/>
          </p:cNvSpPr>
          <p:nvPr>
            <p:ph type="sldNum" idx="23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C219202-9D64-4A21-A70D-A69FD0E3B41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3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Google Shape;2475;g130e7787a26_1_4073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Google Shape;2476;g130e7787a26_1_4073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38" name="Google Shape;2477;g130e7787a26_1_4073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PlaceHolder 1"/>
          <p:cNvSpPr>
            <a:spLocks noGrp="1"/>
          </p:cNvSpPr>
          <p:nvPr>
            <p:ph type="sldNum" idx="23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85819C2-B737-4DB8-9EC8-406E2CDF45B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_1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4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Google Shape;2480;g130e7787a26_1_4078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Google Shape;2481;g130e7787a26_1_4078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44" name="Google Shape;2482;g130e7787a26_1_4078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Google Shape;2483;g130e7787a26_1_4078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46" name="PlaceHolder 1"/>
          <p:cNvSpPr>
            <a:spLocks noGrp="1"/>
          </p:cNvSpPr>
          <p:nvPr>
            <p:ph type="sldNum" idx="23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A0EF149-600E-423A-9CE7-C449B15CA8E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4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Google Shape;2486;g130e7787a26_1_408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Google Shape;2487;g130e7787a26_1_4084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51" name="Google Shape;2488;g130e7787a26_1_408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2" name="Google Shape;2489;g130e7787a26_1_4084" descr="Google Shape;818;g11b39afd45e_0_180"/>
          <p:cNvPicPr/>
          <p:nvPr/>
        </p:nvPicPr>
        <p:blipFill>
          <a:blip r:embed="rId2"/>
          <a:srcRect l="5591" t="6242" r="879" b="11375"/>
          <a:stretch/>
        </p:blipFill>
        <p:spPr>
          <a:xfrm>
            <a:off x="68400" y="0"/>
            <a:ext cx="9033120" cy="497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3" name="PlaceHolder 1"/>
          <p:cNvSpPr>
            <a:spLocks noGrp="1"/>
          </p:cNvSpPr>
          <p:nvPr>
            <p:ph type="sldNum" idx="24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6753E17-CFE7-4710-9B60-2BC6ED06F36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5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Google Shape;2081;g130e7787a26_1_3679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7" name="Google Shape;2082;g130e7787a26_1_3679" descr="Google Shape;526;p2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8" name="Google Shape;2083;g130e7787a26_1_367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9" name="PlaceHolder 1"/>
          <p:cNvSpPr>
            <a:spLocks noGrp="1"/>
          </p:cNvSpPr>
          <p:nvPr>
            <p:ph type="sldNum" idx="24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3EC95F6-AC5E-4C69-9DF6-C0A5B83EF58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6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PlaceHolder 1"/>
          <p:cNvSpPr>
            <a:spLocks noGrp="1"/>
          </p:cNvSpPr>
          <p:nvPr>
            <p:ph type="body"/>
          </p:nvPr>
        </p:nvSpPr>
        <p:spPr>
          <a:xfrm>
            <a:off x="452520" y="403560"/>
            <a:ext cx="8238600" cy="271476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PlaceHolder 2"/>
          <p:cNvSpPr>
            <a:spLocks noGrp="1"/>
          </p:cNvSpPr>
          <p:nvPr>
            <p:ph type="body"/>
          </p:nvPr>
        </p:nvSpPr>
        <p:spPr>
          <a:xfrm>
            <a:off x="452520" y="309816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PlaceHolder 3"/>
          <p:cNvSpPr>
            <a:spLocks noGrp="1"/>
          </p:cNvSpPr>
          <p:nvPr>
            <p:ph type="sldNum" idx="242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D42E99E-F298-4061-9338-88BF6C262C8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6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Google Shape;2492;g130e7787a26_1_409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8" name="Google Shape;2493;g130e7787a26_1_4090" descr="Google Shape;820;g11b39afd45e_0_18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9" name="Google Shape;2494;g130e7787a26_1_409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PlaceHolder 1"/>
          <p:cNvSpPr>
            <a:spLocks noGrp="1"/>
          </p:cNvSpPr>
          <p:nvPr>
            <p:ph type="sldNum" idx="24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E706BF9-393B-4454-BD1E-8D3CEFF9C02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2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7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Google Shape;2497;g130e7787a26_1_409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4" name="Google Shape;2498;g130e7787a26_1_4095" descr="Google Shape;823;g11b39afd45e_0_18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5" name="Google Shape;2499;g130e7787a26_1_409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PlaceHolder 1"/>
          <p:cNvSpPr>
            <a:spLocks noGrp="1"/>
          </p:cNvSpPr>
          <p:nvPr>
            <p:ph type="sldNum" idx="244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D3F7672-DB4D-4BE6-81EA-F00FF7EB518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2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7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Google Shape;2502;g130e7787a26_1_410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0" name="Google Shape;2503;g130e7787a26_1_4100" descr="Google Shape;826;g11b39afd45e_0_19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1" name="Google Shape;2504;g130e7787a26_1_410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PlaceHolder 1"/>
          <p:cNvSpPr>
            <a:spLocks noGrp="1"/>
          </p:cNvSpPr>
          <p:nvPr>
            <p:ph type="sldNum" idx="24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BCA03C6-CD8C-4291-8B84-E3EB2504B0F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2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8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5" name="Google Shape;2507;g130e7787a26_1_410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6" name="Google Shape;2508;g130e7787a26_1_4105" descr="Google Shape;829;g11b39afd45e_0_19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7" name="Google Shape;2509;g130e7787a26_1_410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PlaceHolder 1"/>
          <p:cNvSpPr>
            <a:spLocks noGrp="1"/>
          </p:cNvSpPr>
          <p:nvPr>
            <p:ph type="sldNum" idx="24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60499A4-CDAB-433B-9AF7-A63D446AF42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9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1" name="Google Shape;2512;g130e7787a26_1_411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2" name="Google Shape;2513;g130e7787a26_1_4110" descr="Google Shape;832;g11b39afd45e_0_19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3" name="Google Shape;2514;g130e7787a26_1_411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PlaceHolder 1"/>
          <p:cNvSpPr>
            <a:spLocks noGrp="1"/>
          </p:cNvSpPr>
          <p:nvPr>
            <p:ph type="sldNum" idx="24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5D1D49-F0E4-437E-A433-679C3826502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9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Google Shape;2517;g130e7787a26_1_411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8" name="Google Shape;2518;g130e7787a26_1_4115" descr="Google Shape;835;g11b39afd45e_0_19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9" name="Google Shape;2519;g130e7787a26_1_411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PlaceHolder 1"/>
          <p:cNvSpPr>
            <a:spLocks noGrp="1"/>
          </p:cNvSpPr>
          <p:nvPr>
            <p:ph type="sldNum" idx="24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6A607A2-63ED-465F-A28D-90E2DDAD137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0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2522;g130e7787a26_1_412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4" name="Google Shape;2523;g130e7787a26_1_4120" descr="Google Shape;838;g11b39afd45e_0_20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5" name="Google Shape;2524;g130e7787a26_1_412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PlaceHolder 1"/>
          <p:cNvSpPr>
            <a:spLocks noGrp="1"/>
          </p:cNvSpPr>
          <p:nvPr>
            <p:ph type="sldNum" idx="24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5B7747E-D86D-4908-8DEE-AD78E079726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08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Google Shape;2527;g130e7787a26_1_412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0" name="Google Shape;2528;g130e7787a26_1_4125" descr="Google Shape;841;g11b39afd45e_0_20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1" name="Google Shape;2529;g130e7787a26_1_412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PlaceHolder 1"/>
          <p:cNvSpPr>
            <a:spLocks noGrp="1"/>
          </p:cNvSpPr>
          <p:nvPr>
            <p:ph type="sldNum" idx="25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D7FE997-E6D3-4799-989B-F27536749EC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14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5" name="Google Shape;2532;g130e7787a26_1_413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6" name="Google Shape;2533;g130e7787a26_1_4130" descr="Google Shape;844;g11b39afd45e_0_20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7" name="Google Shape;2534;g130e7787a26_1_413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8" name="PlaceHolder 1"/>
          <p:cNvSpPr>
            <a:spLocks noGrp="1"/>
          </p:cNvSpPr>
          <p:nvPr>
            <p:ph type="sldNum" idx="25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20F0E08-C44C-4EA4-8B20-2CB4B7F5283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20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1" name="Google Shape;2086;g130e7787a26_1_3684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2" name="Google Shape;2087;g130e7787a26_1_3684" descr="Google Shape;529;p2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3" name="Google Shape;2088;g130e7787a26_1_368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4" name="PlaceHolder 1"/>
          <p:cNvSpPr>
            <a:spLocks noGrp="1"/>
          </p:cNvSpPr>
          <p:nvPr>
            <p:ph type="sldNum" idx="25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CDE23A1-8E91-4F1B-88DE-5D0A4910A14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26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7" name="Google Shape;2537;g130e7787a26_1_413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8" name="Google Shape;2538;g130e7787a26_1_4135" descr="Google Shape;847;g11b39afd45e_0_21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9" name="Google Shape;2539;g130e7787a26_1_413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0" name="PlaceHolder 1"/>
          <p:cNvSpPr>
            <a:spLocks noGrp="1"/>
          </p:cNvSpPr>
          <p:nvPr>
            <p:ph type="sldNum" idx="253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0784C62-9F5A-43DC-A764-58ABA0A5725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32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PlaceHolder 1"/>
          <p:cNvSpPr>
            <a:spLocks noGrp="1"/>
          </p:cNvSpPr>
          <p:nvPr>
            <p:ph type="body"/>
          </p:nvPr>
        </p:nvSpPr>
        <p:spPr>
          <a:xfrm>
            <a:off x="911160" y="4003200"/>
            <a:ext cx="7574400" cy="237960"/>
          </a:xfrm>
          <a:prstGeom prst="rect">
            <a:avLst/>
          </a:prstGeom>
          <a:noFill/>
          <a:ln w="0">
            <a:noFill/>
          </a:ln>
        </p:spPr>
        <p:txBody>
          <a:bodyPr lIns="17280" rIns="17280" tIns="17280" bIns="1728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PlaceHolder 2"/>
          <p:cNvSpPr>
            <a:spLocks noGrp="1"/>
          </p:cNvSpPr>
          <p:nvPr>
            <p:ph type="body"/>
          </p:nvPr>
        </p:nvSpPr>
        <p:spPr>
          <a:xfrm>
            <a:off x="657720" y="1852560"/>
            <a:ext cx="7827840" cy="143820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PlaceHolder 3"/>
          <p:cNvSpPr>
            <a:spLocks noGrp="1"/>
          </p:cNvSpPr>
          <p:nvPr>
            <p:ph type="sldNum" idx="254"/>
          </p:nvPr>
        </p:nvSpPr>
        <p:spPr>
          <a:xfrm>
            <a:off x="4494960" y="4914720"/>
            <a:ext cx="14904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CDDC4AD-AFEC-4EDB-83FF-C80D99C3187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3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Google Shape;2542;g130e7787a26_1_414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9" name="Google Shape;2543;g130e7787a26_1_4140" descr="Google Shape;850;g11b39afd45e_0_21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0" name="Google Shape;2544;g130e7787a26_1_414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PlaceHolder 1"/>
          <p:cNvSpPr>
            <a:spLocks noGrp="1"/>
          </p:cNvSpPr>
          <p:nvPr>
            <p:ph type="sldNum" idx="255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569D52B-CFC6-4BAF-A507-76C57D2DB01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4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Google Shape;2547;g130e7787a26_1_414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5" name="Google Shape;2548;g130e7787a26_1_4145" descr="Google Shape;853;g11b39afd45e_0_21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6" name="Google Shape;2549;g130e7787a26_1_414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PlaceHolder 1"/>
          <p:cNvSpPr>
            <a:spLocks noGrp="1"/>
          </p:cNvSpPr>
          <p:nvPr>
            <p:ph type="sldNum" idx="256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BD1D01F-40CA-482D-BDD1-970BF31D1C2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4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Google Shape;2552;g130e7787a26_1_415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1" name="Google Shape;2553;g130e7787a26_1_4150" descr="Google Shape;856;g11b39afd45e_0_22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2" name="Google Shape;2554;g130e7787a26_1_415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PlaceHolder 1"/>
          <p:cNvSpPr>
            <a:spLocks noGrp="1"/>
          </p:cNvSpPr>
          <p:nvPr>
            <p:ph type="sldNum" idx="257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AEF2B01-4D87-4276-B1AE-0DB1D5FC4AC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55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Google Shape;2557;g130e7787a26_1_415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7" name="Google Shape;2558;g130e7787a26_1_4155" descr="Google Shape;859;g11b39afd45e_0_22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8" name="Google Shape;2559;g130e7787a26_1_415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PlaceHolder 1"/>
          <p:cNvSpPr>
            <a:spLocks noGrp="1"/>
          </p:cNvSpPr>
          <p:nvPr>
            <p:ph type="sldNum" idx="258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B74AC22-4B7C-4A14-B4E7-AC52C41CD34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61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Google Shape;2562;g130e7787a26_1_416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3" name="Google Shape;2563;g130e7787a26_1_4160" descr="Google Shape;862;g11b39afd45e_0_22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4" name="Google Shape;2564;g130e7787a26_1_416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5" name="PlaceHolder 1"/>
          <p:cNvSpPr>
            <a:spLocks noGrp="1"/>
          </p:cNvSpPr>
          <p:nvPr>
            <p:ph type="sldNum" idx="259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A880089-BF43-450F-8F21-18C4249CED8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67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8" name="Google Shape;2567;g130e7787a26_1_416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9" name="Google Shape;2568;g130e7787a26_1_4165" descr="Google Shape;865;g11b39afd45e_0_22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0" name="Google Shape;2569;g130e7787a26_1_416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1" name="PlaceHolder 1"/>
          <p:cNvSpPr>
            <a:spLocks noGrp="1"/>
          </p:cNvSpPr>
          <p:nvPr>
            <p:ph type="sldNum" idx="260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AE24AC9-B8B4-409F-A779-E23DFE90B7B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73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4" name="Google Shape;2572;g130e7787a26_1_4170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5" name="Google Shape;2573;g130e7787a26_1_4170" descr="Google Shape;868;g11b39afd45e_0_23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6" name="Google Shape;2574;g130e7787a26_1_417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7" name="PlaceHolder 1"/>
          <p:cNvSpPr>
            <a:spLocks noGrp="1"/>
          </p:cNvSpPr>
          <p:nvPr>
            <p:ph type="sldNum" idx="261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1C958BB-68D2-46D0-B76F-5EACCFAE68C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_1_1_1_1_1_1_1_1_1_1_1_1_1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488;g130e7787a26_1_3086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79" name="Google Shape;1489;g130e7787a26_1_3086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Google Shape;2577;g130e7787a26_1_4175"/>
          <p:cNvSpPr/>
          <p:nvPr/>
        </p:nvSpPr>
        <p:spPr>
          <a:xfrm>
            <a:off x="663120" y="13932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1" name="Google Shape;2578;g130e7787a26_1_4175" descr="Google Shape;871;g11b39afd45e_0_23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2" name="Google Shape;2579;g130e7787a26_1_417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PlaceHolder 1"/>
          <p:cNvSpPr>
            <a:spLocks noGrp="1"/>
          </p:cNvSpPr>
          <p:nvPr>
            <p:ph type="sldNum" idx="262"/>
          </p:nvPr>
        </p:nvSpPr>
        <p:spPr>
          <a:xfrm>
            <a:off x="5486400" y="4488120"/>
            <a:ext cx="2133000" cy="145080"/>
          </a:xfrm>
          <a:prstGeom prst="rect">
            <a:avLst/>
          </a:prstGeom>
          <a:noFill/>
          <a:ln w="0">
            <a:noFill/>
          </a:ln>
        </p:spPr>
        <p:txBody>
          <a:bodyPr lIns="19080" rIns="19080" tIns="19080" bIns="1908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94F31C2-337D-45A2-85C9-A3523209D2E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8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Google Shape;3507;g130e7787a26_1_510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7" name="Google Shape;3508;g130e7787a26_1_5105" descr="Google Shape;535;p2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8" name="Google Shape;3509;g130e7787a26_1_510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PlaceHolder 1"/>
          <p:cNvSpPr>
            <a:spLocks noGrp="1"/>
          </p:cNvSpPr>
          <p:nvPr>
            <p:ph type="sldNum" idx="26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50BB723-F3D8-46BA-97F3-1BECA9CE606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9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Google Shape;3998;g130e7787a26_1_559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3" name="Google Shape;3999;g130e7787a26_1_5596" descr="Google Shape;877;g11b39afd45e_0_24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4" name="Google Shape;4000;g130e7787a26_1_559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PlaceHolder 1"/>
          <p:cNvSpPr>
            <a:spLocks noGrp="1"/>
          </p:cNvSpPr>
          <p:nvPr>
            <p:ph type="sldNum" idx="26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D592D18-B57A-48FA-838D-FD9A44B6F87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9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Google Shape;4003;g130e7787a26_1_560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9" name="Google Shape;4004;g130e7787a26_1_5601" descr="Google Shape;880;g11b39afd45e_0_24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0" name="Google Shape;4005;g130e7787a26_1_560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PlaceHolder 1"/>
          <p:cNvSpPr>
            <a:spLocks noGrp="1"/>
          </p:cNvSpPr>
          <p:nvPr>
            <p:ph type="sldNum" idx="26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51792D5-5EB4-46EE-9E16-6F969669D89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0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4" name="PlaceHolder 1"/>
          <p:cNvSpPr>
            <a:spLocks noGrp="1"/>
          </p:cNvSpPr>
          <p:nvPr>
            <p:ph type="body"/>
          </p:nvPr>
        </p:nvSpPr>
        <p:spPr>
          <a:xfrm>
            <a:off x="-500040" y="-2071800"/>
            <a:ext cx="10143360" cy="811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5" name="PlaceHolder 2"/>
          <p:cNvSpPr>
            <a:spLocks noGrp="1"/>
          </p:cNvSpPr>
          <p:nvPr>
            <p:ph type="sldNum" idx="266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7A5B9F5-50F1-4EF2-A8B5-6E49C2C9AD8B}" type="slidenum">
              <a: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0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Google Shape;4008;g130e7787a26_1_560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9" name="Google Shape;4009;g130e7787a26_1_5606" descr="Google Shape;883;g11b39afd45e_0_24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0" name="PlaceHolder 1"/>
          <p:cNvSpPr>
            <a:spLocks noGrp="1"/>
          </p:cNvSpPr>
          <p:nvPr>
            <p:ph type="sldNum" idx="26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4B0CEB6-0270-4A96-964A-8DA1D73D267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1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3" name="Google Shape;4012;g130e7787a26_1_561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4" name="Google Shape;4013;g130e7787a26_1_5610" descr="Google Shape;885;g11b39afd45e_0_249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5" name="Google Shape;4014;g130e7787a26_1_561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PlaceHolder 1"/>
          <p:cNvSpPr>
            <a:spLocks noGrp="1"/>
          </p:cNvSpPr>
          <p:nvPr>
            <p:ph type="sldNum" idx="26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DD2F45F-01AC-424B-BA1C-ACEE6EF0028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1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Google Shape;4017;g130e7787a26_1_561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0" name="Google Shape;4018;g130e7787a26_1_5615" descr="Google Shape;888;g11b39afd45e_0_25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1" name="Google Shape;4019;g130e7787a26_1_561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Google Shape;4020;g130e7787a26_1_5615"/>
          <p:cNvSpPr/>
          <p:nvPr/>
        </p:nvSpPr>
        <p:spPr>
          <a:xfrm>
            <a:off x="0" y="0"/>
            <a:ext cx="299916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3" name="PlaceHolder 1"/>
          <p:cNvSpPr>
            <a:spLocks noGrp="1"/>
          </p:cNvSpPr>
          <p:nvPr>
            <p:ph type="sldNum" idx="26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EFF5BD5-C903-4672-8766-1D839DE94A3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2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Google Shape;4023;g130e7787a26_1_562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9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840" cy="304740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0" name="Google Shape;4027;g130e7787a26_1_5621" descr="Google Shape;896;g11b39afd45e_0_25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1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2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4" name="PlaceHolder 7"/>
          <p:cNvSpPr>
            <a:spLocks noGrp="1"/>
          </p:cNvSpPr>
          <p:nvPr>
            <p:ph type="sldNum" idx="27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DF0FF60-4BAB-4B8E-A320-3217F6A5633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3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Google Shape;4033;g130e7787a26_1_563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8" name="Google Shape;4034;g130e7787a26_1_5631"/>
          <p:cNvGrpSpPr/>
          <p:nvPr/>
        </p:nvGrpSpPr>
        <p:grpSpPr>
          <a:xfrm>
            <a:off x="6458040" y="0"/>
            <a:ext cx="2685240" cy="5142960"/>
            <a:chOff x="6458040" y="0"/>
            <a:chExt cx="2685240" cy="5142960"/>
          </a:xfrm>
        </p:grpSpPr>
        <p:sp>
          <p:nvSpPr>
            <p:cNvPr id="1839" name="Google Shape;4035;g130e7787a26_1_5631"/>
            <p:cNvSpPr/>
            <p:nvPr/>
          </p:nvSpPr>
          <p:spPr>
            <a:xfrm>
              <a:off x="6458040" y="0"/>
              <a:ext cx="268524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40" name="Google Shape;4036;g130e7787a26_1_5631"/>
            <p:cNvSpPr/>
            <p:nvPr/>
          </p:nvSpPr>
          <p:spPr>
            <a:xfrm>
              <a:off x="6483600" y="2401920"/>
              <a:ext cx="263376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1" name="Google Shape;4037;g130e7787a26_1_5631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1842" name="Google Shape;4038;g130e7787a26_1_5631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43" name="Google Shape;4039;g130e7787a26_1_5631"/>
            <p:cNvSpPr/>
            <p:nvPr/>
          </p:nvSpPr>
          <p:spPr>
            <a:xfrm>
              <a:off x="25560" y="2477880"/>
              <a:ext cx="6399360" cy="19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44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6" name="PlaceHolder 3"/>
          <p:cNvSpPr>
            <a:spLocks noGrp="1"/>
          </p:cNvSpPr>
          <p:nvPr>
            <p:ph type="sldNum" idx="27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BF23190-B8BC-40F3-B2F5-F5F69FCDB4D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4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9" name="Google Shape;4044;g130e7787a26_1_564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Google Shape;4045;g130e7787a26_1_564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51" name="Google Shape;4046;g130e7787a26_1_564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52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Google Shape;4049;g130e7787a26_1_5642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Google Shape;4051;g130e7787a26_1_5642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Google Shape;4052;g130e7787a26_1_5642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8" name="PlaceHolder 4"/>
          <p:cNvSpPr>
            <a:spLocks noGrp="1"/>
          </p:cNvSpPr>
          <p:nvPr>
            <p:ph type="sldNum" idx="272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5F2521-F632-4950-ADAB-82F18CFB3364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1" name="Google Shape;4055;g130e7787a26_1_565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2" name="Google Shape;4056;g130e7787a26_1_5653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3" name="Google Shape;4057;g130e7787a26_1_5653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4" name="Google Shape;4058;g130e7787a26_1_5653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5" name="Google Shape;4059;g130e7787a26_1_5653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6" name="Google Shape;4060;g130e7787a26_1_5653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7" name="Google Shape;4061;g130e7787a26_1_5653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8" name="Google Shape;4062;g130e7787a26_1_5653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69" name="Google Shape;4063;g130e7787a26_1_5653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70" name="Google Shape;4064;g130e7787a26_1_5653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71" name="Google Shape;4065;g130e7787a26_1_565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72" name="Google Shape;4066;g130e7787a26_1_565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73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4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Google Shape;4069;g130e7787a26_1_565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6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Google Shape;4071;g130e7787a26_1_565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Google Shape;4072;g130e7787a26_1_5653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PlaceHolder 4"/>
          <p:cNvSpPr>
            <a:spLocks noGrp="1"/>
          </p:cNvSpPr>
          <p:nvPr>
            <p:ph type="sldNum" idx="273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CEB0B65-3E96-4287-978D-AA37D5DE091A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8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2" name="Google Shape;3512;g130e7787a26_1_511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3" name="Google Shape;3513;g130e7787a26_1_5110" descr="Google Shape;538;p3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4" name="Google Shape;3514;g130e7787a26_1_511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5" name="PlaceHolder 1"/>
          <p:cNvSpPr>
            <a:spLocks noGrp="1"/>
          </p:cNvSpPr>
          <p:nvPr>
            <p:ph type="sldNum" idx="27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DE7AD4F-1CC4-4642-838A-D4C53DAF567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8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8" name="Google Shape;4075;g130e7787a26_1_567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9" name="Google Shape;4076;g130e7787a26_1_567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90" name="Google Shape;4077;g130e7787a26_1_567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91" name="Google Shape;4078;g130e7787a26_1_567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Google Shape;4079;g130e7787a26_1_567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3" name="Google Shape;4080;g130e7787a26_1_5673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4" name="Google Shape;4081;g130e7787a26_1_5673" descr="Google Shape;940;g11b39afd45e_0_299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5" name="PlaceHolder 1"/>
          <p:cNvSpPr>
            <a:spLocks noGrp="1"/>
          </p:cNvSpPr>
          <p:nvPr>
            <p:ph type="sldNum" idx="275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9661D32-E6C0-4FA0-9051-8A7E8D2C1DBA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9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Google Shape;4084;g130e7787a26_1_568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9" name="Google Shape;4085;g130e7787a26_1_5682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00" name="Google Shape;4086;g130e7787a26_1_568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01" name="Google Shape;4087;g130e7787a26_1_5682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2" name="Google Shape;4088;g130e7787a26_1_5682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3" name="Google Shape;4089;g130e7787a26_1_5682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4" name="PlaceHolder 1"/>
          <p:cNvSpPr>
            <a:spLocks noGrp="1"/>
          </p:cNvSpPr>
          <p:nvPr>
            <p:ph type="sldNum" idx="276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983CDFE-F115-4C0F-9CA9-657B614657D0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0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7" name="Google Shape;4092;g130e7787a26_1_569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8" name="Google Shape;4093;g130e7787a26_1_5690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09" name="Google Shape;4094;g130e7787a26_1_569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0" name="PlaceHolder 1"/>
          <p:cNvSpPr>
            <a:spLocks noGrp="1"/>
          </p:cNvSpPr>
          <p:nvPr>
            <p:ph type="sldNum" idx="27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ED6647D-D8A5-437C-BB42-262459E966A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2899;g130e7787a26_1_4497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12" name="Google Shape;2900;g130e7787a26_1_449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3" name="PlaceHolder 1"/>
          <p:cNvSpPr>
            <a:spLocks noGrp="1"/>
          </p:cNvSpPr>
          <p:nvPr>
            <p:ph type="sldNum" idx="27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F58B20-DC72-4D76-A2A9-950350326DF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1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6" name="Google Shape;2983;g130e7787a26_1_4581"/>
          <p:cNvSpPr/>
          <p:nvPr/>
        </p:nvSpPr>
        <p:spPr>
          <a:xfrm>
            <a:off x="8256960" y="4690080"/>
            <a:ext cx="254160" cy="254160"/>
          </a:xfrm>
          <a:prstGeom prst="ellipse">
            <a:avLst/>
          </a:prstGeom>
          <a:solidFill>
            <a:srgbClr val="00af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1917" name="Google Shape;2984;g130e7787a26_1_4581"/>
          <p:cNvCxnSpPr/>
          <p:nvPr/>
        </p:nvCxnSpPr>
        <p:spPr>
          <a:xfrm flipH="1">
            <a:off x="1464480" y="4818600"/>
            <a:ext cx="6652800" cy="720"/>
          </a:xfrm>
          <a:prstGeom prst="straightConnector1">
            <a:avLst/>
          </a:prstGeom>
          <a:ln w="19050">
            <a:solidFill>
              <a:srgbClr val="00afd2"/>
            </a:solidFill>
            <a:miter/>
          </a:ln>
        </p:spPr>
      </p:cxnSp>
      <p:sp>
        <p:nvSpPr>
          <p:cNvPr id="1918" name="Google Shape;2985;g130e7787a26_1_4581"/>
          <p:cNvSpPr/>
          <p:nvPr/>
        </p:nvSpPr>
        <p:spPr>
          <a:xfrm>
            <a:off x="630000" y="4740120"/>
            <a:ext cx="888840" cy="1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00afd2"/>
                </a:solidFill>
                <a:effectLst/>
                <a:uFillTx/>
                <a:latin typeface="Helvetica Neue"/>
                <a:ea typeface="Helvetica Neue"/>
              </a:rPr>
              <a:t>Business </a:t>
            </a:r>
            <a:r>
              <a:rPr b="0" lang="ru" sz="800" strike="noStrike" u="none">
                <a:solidFill>
                  <a:srgbClr val="050a19"/>
                </a:solidFill>
                <a:effectLst/>
                <a:uFillTx/>
                <a:latin typeface="Helvetica Neue"/>
                <a:ea typeface="Helvetica Neue"/>
              </a:rPr>
              <a:t>Plan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9" name="PlaceHolder 1"/>
          <p:cNvSpPr>
            <a:spLocks noGrp="1"/>
          </p:cNvSpPr>
          <p:nvPr>
            <p:ph type="body"/>
          </p:nvPr>
        </p:nvSpPr>
        <p:spPr>
          <a:xfrm>
            <a:off x="628560" y="685080"/>
            <a:ext cx="78861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0" name="PlaceHolder 2"/>
          <p:cNvSpPr>
            <a:spLocks noGrp="1"/>
          </p:cNvSpPr>
          <p:nvPr>
            <p:ph type="title"/>
          </p:nvPr>
        </p:nvSpPr>
        <p:spPr>
          <a:xfrm>
            <a:off x="625680" y="187920"/>
            <a:ext cx="7891560" cy="5248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1" name="PlaceHolder 3"/>
          <p:cNvSpPr>
            <a:spLocks noGrp="1"/>
          </p:cNvSpPr>
          <p:nvPr>
            <p:ph type="sldNum" idx="279"/>
          </p:nvPr>
        </p:nvSpPr>
        <p:spPr>
          <a:xfrm>
            <a:off x="8305560" y="4721040"/>
            <a:ext cx="156960" cy="1508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924AADE-5877-4D1F-8B8E-32124296CA7F}" type="slidenum">
              <a: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2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4" name="Google Shape;4097;g130e7787a26_1_569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5" name="Google Shape;4098;g130e7787a26_1_569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26" name="PlaceHolder 1"/>
          <p:cNvSpPr>
            <a:spLocks noGrp="1"/>
          </p:cNvSpPr>
          <p:nvPr>
            <p:ph type="sldNum" idx="28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F3A23F7-2083-438D-9D5C-C754A031262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2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9" name="Google Shape;4101;g130e7787a26_1_5699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0" name="Google Shape;4102;g130e7787a26_1_5699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31" name="Google Shape;4103;g130e7787a26_1_569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2" name="PlaceHolder 1"/>
          <p:cNvSpPr>
            <a:spLocks noGrp="1"/>
          </p:cNvSpPr>
          <p:nvPr>
            <p:ph type="sldNum" idx="28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ECB8DD7-6ADD-4161-A252-A535A0A007B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3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5" name="Google Shape;4106;g130e7787a26_1_5704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6" name="Google Shape;4107;g130e7787a26_1_5704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37" name="Google Shape;4108;g130e7787a26_1_570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8" name="Google Shape;4109;g130e7787a26_1_5704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39" name="PlaceHolder 1"/>
          <p:cNvSpPr>
            <a:spLocks noGrp="1"/>
          </p:cNvSpPr>
          <p:nvPr>
            <p:ph type="sldNum" idx="28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0BFA3D9-5DCD-4F16-8A2F-7ECC10FA28D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4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2" name="Google Shape;4112;g130e7787a26_1_571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3" name="Google Shape;4113;g130e7787a26_1_5710" descr="Google Shape;968;g11b39afd45e_0_82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4" name="Google Shape;4114;g130e7787a26_1_571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5" name="PlaceHolder 1"/>
          <p:cNvSpPr>
            <a:spLocks noGrp="1"/>
          </p:cNvSpPr>
          <p:nvPr>
            <p:ph type="sldNum" idx="28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880A677-3744-4F83-A9C9-BBA9E06324D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4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8" name="Google Shape;4117;g130e7787a26_1_571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9" name="Google Shape;4118;g130e7787a26_1_5715" descr="Google Shape;971;g11b39afd45e_0_82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0" name="Google Shape;4119;g130e7787a26_1_571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1" name="PlaceHolder 1"/>
          <p:cNvSpPr>
            <a:spLocks noGrp="1"/>
          </p:cNvSpPr>
          <p:nvPr>
            <p:ph type="sldNum" idx="28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A522051-06E8-4106-BAA9-5B71341766F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5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4" name="Google Shape;3517;g130e7787a26_1_511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5" name="Google Shape;3518;g130e7787a26_1_5115" descr="Google Shape;541;p3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6" name="Google Shape;3519;g130e7787a26_1_511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7" name="PlaceHolder 1"/>
          <p:cNvSpPr>
            <a:spLocks noGrp="1"/>
          </p:cNvSpPr>
          <p:nvPr>
            <p:ph type="sldNum" idx="28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2E2795A-9742-4A07-91F7-9548E7D21FE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5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0" name="Google Shape;4122;g130e7787a26_1_572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1" name="Google Shape;4123;g130e7787a26_1_5720" descr="Google Shape;974;g11b39afd45e_0_83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2" name="Google Shape;4124;g130e7787a26_1_572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3" name="PlaceHolder 1"/>
          <p:cNvSpPr>
            <a:spLocks noGrp="1"/>
          </p:cNvSpPr>
          <p:nvPr>
            <p:ph type="sldNum" idx="28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01C8519-743F-4F60-AC39-C46BE0EA69D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6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Google Shape;4127;g130e7787a26_1_572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7" name="Google Shape;4128;g130e7787a26_1_5725" descr="Google Shape;977;g11b39afd45e_0_83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8" name="Google Shape;4129;g130e7787a26_1_572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PlaceHolder 1"/>
          <p:cNvSpPr>
            <a:spLocks noGrp="1"/>
          </p:cNvSpPr>
          <p:nvPr>
            <p:ph type="sldNum" idx="28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3768568-2FED-41B9-BCF9-732AD6D79FE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7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2" name="Google Shape;4132;g130e7787a26_1_573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3" name="Google Shape;4133;g130e7787a26_1_5730" descr="Google Shape;980;g11b39afd45e_0_83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4" name="Google Shape;4134;g130e7787a26_1_573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PlaceHolder 1"/>
          <p:cNvSpPr>
            <a:spLocks noGrp="1"/>
          </p:cNvSpPr>
          <p:nvPr>
            <p:ph type="sldNum" idx="28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E784CE0-923A-4EFA-816A-BB022CAA3A7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7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Google Shape;4137;g130e7787a26_1_573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9" name="Google Shape;4138;g130e7787a26_1_5735" descr="Google Shape;983;g11b39afd45e_0_83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0" name="Google Shape;4139;g130e7787a26_1_573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1" name="PlaceHolder 1"/>
          <p:cNvSpPr>
            <a:spLocks noGrp="1"/>
          </p:cNvSpPr>
          <p:nvPr>
            <p:ph type="sldNum" idx="28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F5FD64A-D761-4DF5-B49B-9355A8D35EC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8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4" name="Google Shape;4142;g130e7787a26_1_574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5" name="Google Shape;4143;g130e7787a26_1_5740" descr="Google Shape;986;g11b39afd45e_0_84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6" name="Google Shape;4144;g130e7787a26_1_574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7" name="PlaceHolder 1"/>
          <p:cNvSpPr>
            <a:spLocks noGrp="1"/>
          </p:cNvSpPr>
          <p:nvPr>
            <p:ph type="sldNum" idx="29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D08884B-33A8-4425-8E23-23142D42493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8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0" name="PlaceHolder 1"/>
          <p:cNvSpPr>
            <a:spLocks noGrp="1"/>
          </p:cNvSpPr>
          <p:nvPr>
            <p:ph type="body"/>
          </p:nvPr>
        </p:nvSpPr>
        <p:spPr>
          <a:xfrm>
            <a:off x="757080" y="784080"/>
            <a:ext cx="7757280" cy="18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1" name="PlaceHolder 2"/>
          <p:cNvSpPr>
            <a:spLocks noGrp="1"/>
          </p:cNvSpPr>
          <p:nvPr>
            <p:ph type="title"/>
          </p:nvPr>
        </p:nvSpPr>
        <p:spPr>
          <a:xfrm>
            <a:off x="757080" y="271440"/>
            <a:ext cx="7757280" cy="50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2" name="Google Shape;2992;g130e7787a26_1_4588"/>
          <p:cNvCxnSpPr/>
          <p:nvPr/>
        </p:nvCxnSpPr>
        <p:spPr>
          <a:xfrm>
            <a:off x="645840" y="342720"/>
            <a:ext cx="720" cy="60804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cxnSp>
        <p:nvCxnSpPr>
          <p:cNvPr id="1993" name="Google Shape;2993;g130e7787a26_1_4588"/>
          <p:cNvCxnSpPr/>
          <p:nvPr/>
        </p:nvCxnSpPr>
        <p:spPr>
          <a:xfrm>
            <a:off x="8497800" y="4800600"/>
            <a:ext cx="720" cy="14976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sp>
        <p:nvSpPr>
          <p:cNvPr id="1994" name="PlaceHolder 3"/>
          <p:cNvSpPr>
            <a:spLocks noGrp="1"/>
          </p:cNvSpPr>
          <p:nvPr>
            <p:ph type="sldNum" idx="291"/>
          </p:nvPr>
        </p:nvSpPr>
        <p:spPr>
          <a:xfrm>
            <a:off x="8291880" y="4795920"/>
            <a:ext cx="129240" cy="13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5B253F-6ADF-4F12-BD81-6B2C29D9EFE1}" type="slidenum">
              <a: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9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7" name="Google Shape;4147;g130e7787a26_1_574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8" name="Google Shape;4148;g130e7787a26_1_5745" descr="Google Shape;989;g11b39afd45e_0_84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9" name="Google Shape;4149;g130e7787a26_1_574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0" name="PlaceHolder 1"/>
          <p:cNvSpPr>
            <a:spLocks noGrp="1"/>
          </p:cNvSpPr>
          <p:nvPr>
            <p:ph type="sldNum" idx="29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854FCDA-3EBE-4D64-8B40-C3E9EE6DC8A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0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3" name="Google Shape;4152;g130e7787a26_1_575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4" name="Google Shape;4153;g130e7787a26_1_5750" descr="Google Shape;992;g11b39afd45e_0_84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5" name="Google Shape;4154;g130e7787a26_1_575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6" name="PlaceHolder 1"/>
          <p:cNvSpPr>
            <a:spLocks noGrp="1"/>
          </p:cNvSpPr>
          <p:nvPr>
            <p:ph type="sldNum" idx="29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5C43636-54AB-4395-B5A0-73B68B49EE0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0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9" name="Google Shape;4157;g130e7787a26_1_575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0" name="Google Shape;4158;g130e7787a26_1_5755" descr="Google Shape;995;g11b39afd45e_0_85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1" name="Google Shape;4159;g130e7787a26_1_575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2" name="PlaceHolder 1"/>
          <p:cNvSpPr>
            <a:spLocks noGrp="1"/>
          </p:cNvSpPr>
          <p:nvPr>
            <p:ph type="sldNum" idx="29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0A583F5-F15C-4D20-8E0A-17EE9331A08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1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5" name="Google Shape;4162;g130e7787a26_1_576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6" name="Google Shape;4163;g130e7787a26_1_5760" descr="Google Shape;998;g11b39afd45e_0_85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7" name="Google Shape;4164;g130e7787a26_1_576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8" name="PlaceHolder 1"/>
          <p:cNvSpPr>
            <a:spLocks noGrp="1"/>
          </p:cNvSpPr>
          <p:nvPr>
            <p:ph type="sldNum" idx="29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8769DEC-BEA5-4C63-BF32-5494A8CA5F0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2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1" name="Google Shape;3522;g130e7787a26_1_512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2" name="Google Shape;3523;g130e7787a26_1_5120" descr="Google Shape;544;p3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3" name="Google Shape;3524;g130e7787a26_1_512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4" name="PlaceHolder 1"/>
          <p:cNvSpPr>
            <a:spLocks noGrp="1"/>
          </p:cNvSpPr>
          <p:nvPr>
            <p:ph type="sldNum" idx="29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7C36579-EED6-4BC3-B269-5B9F4DD14FA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2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7" name="Google Shape;4167;g130e7787a26_1_576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8" name="Google Shape;4168;g130e7787a26_1_5765" descr="Google Shape;1001;g11b39afd45e_0_85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9" name="Google Shape;4169;g130e7787a26_1_576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0" name="PlaceHolder 1"/>
          <p:cNvSpPr>
            <a:spLocks noGrp="1"/>
          </p:cNvSpPr>
          <p:nvPr>
            <p:ph type="sldNum" idx="29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E9852EC-8046-486B-865D-001E2D3C4B6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3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3" name="Google Shape;4172;g130e7787a26_1_577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4" name="Google Shape;4173;g130e7787a26_1_5770" descr="Google Shape;1004;g11b39afd45e_0_86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5" name="Google Shape;4174;g130e7787a26_1_577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6" name="PlaceHolder 1"/>
          <p:cNvSpPr>
            <a:spLocks noGrp="1"/>
          </p:cNvSpPr>
          <p:nvPr>
            <p:ph type="sldNum" idx="29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F1C4BE0-2E6E-41DD-B8F5-303CD1B8910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3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9" name="Google Shape;4177;g130e7787a26_1_577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0" name="Google Shape;4178;g130e7787a26_1_5775" descr="Google Shape;1007;g11b39afd45e_0_86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1" name="Google Shape;4179;g130e7787a26_1_577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2" name="PlaceHolder 1"/>
          <p:cNvSpPr>
            <a:spLocks noGrp="1"/>
          </p:cNvSpPr>
          <p:nvPr>
            <p:ph type="sldNum" idx="29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7F8C8F0-1A10-4238-9C75-AEDCFDEF40F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4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5" name="Google Shape;4182;g130e7787a26_1_578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6" name="Google Shape;4183;g130e7787a26_1_5780" descr="Google Shape;1010;g11b39afd45e_0_86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7" name="Google Shape;4184;g130e7787a26_1_578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PlaceHolder 1"/>
          <p:cNvSpPr>
            <a:spLocks noGrp="1"/>
          </p:cNvSpPr>
          <p:nvPr>
            <p:ph type="sldNum" idx="30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5856D53-22A4-43CB-A6C7-338D7707A06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5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1" name="Google Shape;4187;g130e7787a26_1_578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2" name="Google Shape;4188;g130e7787a26_1_5785" descr="Google Shape;1013;g11b39afd45e_0_86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3" name="Google Shape;4189;g130e7787a26_1_578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4" name="PlaceHolder 1"/>
          <p:cNvSpPr>
            <a:spLocks noGrp="1"/>
          </p:cNvSpPr>
          <p:nvPr>
            <p:ph type="sldNum" idx="30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090C813-400B-484A-9B82-0DA0B35F7D0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5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7" name="Google Shape;4192;g130e7787a26_1_579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8" name="Google Shape;4193;g130e7787a26_1_5790" descr="Google Shape;1016;g11b39afd45e_0_87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9" name="Google Shape;4194;g130e7787a26_1_579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0" name="PlaceHolder 1"/>
          <p:cNvSpPr>
            <a:spLocks noGrp="1"/>
          </p:cNvSpPr>
          <p:nvPr>
            <p:ph type="sldNum" idx="30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046FA90-BB89-4944-A41A-E5F8E9606AC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6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63" name="Google Shape;2996;g130e7787a26_1_4594"/>
          <p:cNvGrpSpPr/>
          <p:nvPr/>
        </p:nvGrpSpPr>
        <p:grpSpPr>
          <a:xfrm>
            <a:off x="413640" y="4518000"/>
            <a:ext cx="1564920" cy="309600"/>
            <a:chOff x="413640" y="4518000"/>
            <a:chExt cx="1564920" cy="309600"/>
          </a:xfrm>
        </p:grpSpPr>
        <p:sp>
          <p:nvSpPr>
            <p:cNvPr id="2064" name="Google Shape;2997;g130e7787a26_1_4594"/>
            <p:cNvSpPr/>
            <p:nvPr/>
          </p:nvSpPr>
          <p:spPr>
            <a:xfrm>
              <a:off x="413640" y="4518000"/>
              <a:ext cx="1564920" cy="22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10800" tIns="10800" bIns="1080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df797d"/>
                  </a:solidFill>
                  <a:effectLst/>
                  <a:uFillTx/>
                  <a:latin typeface="Open Sans SemiBold"/>
                  <a:ea typeface="Open Sans SemiBold"/>
                </a:rPr>
                <a:t>Business Plan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5" name="Google Shape;2998;g130e7787a26_1_4594"/>
            <p:cNvSpPr/>
            <p:nvPr/>
          </p:nvSpPr>
          <p:spPr>
            <a:xfrm>
              <a:off x="413640" y="4708800"/>
              <a:ext cx="1078920" cy="11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960" rIns="12960" tIns="12960" bIns="1296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66" name="PlaceHolder 1"/>
          <p:cNvSpPr>
            <a:spLocks noGrp="1"/>
          </p:cNvSpPr>
          <p:nvPr>
            <p:ph type="sldNum" idx="303"/>
          </p:nvPr>
        </p:nvSpPr>
        <p:spPr>
          <a:xfrm>
            <a:off x="8624520" y="4686480"/>
            <a:ext cx="149760" cy="20448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spAutoFit/>
          </a:bodyPr>
          <a:lstStyle>
            <a:lvl1pPr indent="0" algn="just">
              <a:lnSpc>
                <a:spcPct val="15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fld id="{5541E9AD-1C0F-46A8-9518-9F35668125C2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6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9" name="Google Shape;4197;g130e7787a26_1_579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0" name="Google Shape;4198;g130e7787a26_1_5795" descr="Google Shape;1019;g11b39afd45e_0_87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1" name="Google Shape;4199;g130e7787a26_1_579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2" name="PlaceHolder 1"/>
          <p:cNvSpPr>
            <a:spLocks noGrp="1"/>
          </p:cNvSpPr>
          <p:nvPr>
            <p:ph type="sldNum" idx="30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5E3CE38-4ED8-4C13-A3FF-09062C01B79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7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5" name="Google Shape;4202;g130e7787a26_1_580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6" name="Google Shape;4203;g130e7787a26_1_5800" descr="Google Shape;1022;g11b39afd45e_0_87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7" name="Google Shape;4204;g130e7787a26_1_580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8" name="PlaceHolder 1"/>
          <p:cNvSpPr>
            <a:spLocks noGrp="1"/>
          </p:cNvSpPr>
          <p:nvPr>
            <p:ph type="sldNum" idx="30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BE65086-6A42-4564-86D8-7D9AD2E87E2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8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1" name="Google Shape;4207;g130e7787a26_1_580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2" name="Google Shape;4208;g130e7787a26_1_5805" descr="Google Shape;1025;g11b39afd45e_0_88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3" name="Google Shape;4209;g130e7787a26_1_580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4" name="PlaceHolder 1"/>
          <p:cNvSpPr>
            <a:spLocks noGrp="1"/>
          </p:cNvSpPr>
          <p:nvPr>
            <p:ph type="sldNum" idx="30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FD8E4D3-462D-4465-8D3F-ABC607E1E7D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8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7" name="PlaceHolder 1"/>
          <p:cNvSpPr>
            <a:spLocks noGrp="1"/>
          </p:cNvSpPr>
          <p:nvPr>
            <p:ph type="body"/>
          </p:nvPr>
        </p:nvSpPr>
        <p:spPr>
          <a:xfrm>
            <a:off x="452520" y="889920"/>
            <a:ext cx="3666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8" name="PlaceHolder 2"/>
          <p:cNvSpPr>
            <a:spLocks noGrp="1"/>
          </p:cNvSpPr>
          <p:nvPr>
            <p:ph type="body"/>
          </p:nvPr>
        </p:nvSpPr>
        <p:spPr>
          <a:xfrm>
            <a:off x="452520" y="1593360"/>
            <a:ext cx="3666600" cy="30956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9" name="PlaceHolder 3"/>
          <p:cNvSpPr>
            <a:spLocks noGrp="1"/>
          </p:cNvSpPr>
          <p:nvPr>
            <p:ph type="body"/>
          </p:nvPr>
        </p:nvSpPr>
        <p:spPr>
          <a:xfrm>
            <a:off x="4572000" y="-152640"/>
            <a:ext cx="4093200" cy="545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0" name="PlaceHolder 4"/>
          <p:cNvSpPr>
            <a:spLocks noGrp="1"/>
          </p:cNvSpPr>
          <p:nvPr>
            <p:ph type="title"/>
          </p:nvPr>
        </p:nvSpPr>
        <p:spPr>
          <a:xfrm>
            <a:off x="452520" y="404640"/>
            <a:ext cx="3666600" cy="5374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1" name="PlaceHolder 5"/>
          <p:cNvSpPr>
            <a:spLocks noGrp="1"/>
          </p:cNvSpPr>
          <p:nvPr>
            <p:ph type="sldNum" idx="307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264D268-64E2-4197-A676-564A5196838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9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4" name="Google Shape;4212;g130e7787a26_1_581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5" name="Google Shape;4213;g130e7787a26_1_5810" descr="Google Shape;1028;g11b39afd45e_0_88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6" name="Google Shape;4214;g130e7787a26_1_581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PlaceHolder 1"/>
          <p:cNvSpPr>
            <a:spLocks noGrp="1"/>
          </p:cNvSpPr>
          <p:nvPr>
            <p:ph type="sldNum" idx="30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D897726-0EB9-4517-8A1F-EAB29739447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9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0" name="Google Shape;4217;g130e7787a26_1_581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1" name="Google Shape;4218;g130e7787a26_1_5815" descr="Google Shape;1031;g11b39afd45e_0_88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2" name="PlaceHolder 1"/>
          <p:cNvSpPr>
            <a:spLocks noGrp="1"/>
          </p:cNvSpPr>
          <p:nvPr>
            <p:ph type="sldNum" idx="30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4F48583-6389-455F-BC61-D1B186AADC9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0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5" name="Google Shape;4221;g130e7787a26_1_5819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6" name="Google Shape;4222;g130e7787a26_1_5819" descr="Google Shape;1033;g11b39afd45e_0_889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7" name="Google Shape;4223;g130e7787a26_1_581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8" name="PlaceHolder 1"/>
          <p:cNvSpPr>
            <a:spLocks noGrp="1"/>
          </p:cNvSpPr>
          <p:nvPr>
            <p:ph type="sldNum" idx="31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3239890-4D7D-4B30-A934-9738D4D98FB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1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1" name="Google Shape;4226;g130e7787a26_1_5824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2" name="Google Shape;4227;g130e7787a26_1_5824" descr="Google Shape;1036;g11b39afd45e_0_89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3" name="Google Shape;4228;g130e7787a26_1_582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4" name="Google Shape;4229;g130e7787a26_1_5824"/>
          <p:cNvSpPr/>
          <p:nvPr/>
        </p:nvSpPr>
        <p:spPr>
          <a:xfrm>
            <a:off x="0" y="0"/>
            <a:ext cx="299916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5" name="PlaceHolder 1"/>
          <p:cNvSpPr>
            <a:spLocks noGrp="1"/>
          </p:cNvSpPr>
          <p:nvPr>
            <p:ph type="sldNum" idx="31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E15BE1F-AD57-4BB3-8B92-99C9D23EB33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1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8" name="Google Shape;4232;g130e7787a26_1_583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9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0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1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480" cy="304740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2" name="Google Shape;4236;g130e7787a26_1_5830" descr="Google Shape;1044;g11b39afd45e_0_89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3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4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5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6" name="PlaceHolder 7"/>
          <p:cNvSpPr>
            <a:spLocks noGrp="1"/>
          </p:cNvSpPr>
          <p:nvPr>
            <p:ph type="sldNum" idx="31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D505CCD-5BD2-4F11-A7D5-340AA7016CD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2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9" name="Google Shape;4242;g130e7787a26_1_584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30" name="Google Shape;4243;g130e7787a26_1_5840"/>
          <p:cNvGrpSpPr/>
          <p:nvPr/>
        </p:nvGrpSpPr>
        <p:grpSpPr>
          <a:xfrm>
            <a:off x="6458040" y="0"/>
            <a:ext cx="2685600" cy="5142960"/>
            <a:chOff x="6458040" y="0"/>
            <a:chExt cx="2685600" cy="5142960"/>
          </a:xfrm>
        </p:grpSpPr>
        <p:sp>
          <p:nvSpPr>
            <p:cNvPr id="2131" name="Google Shape;4244;g130e7787a26_1_5840"/>
            <p:cNvSpPr/>
            <p:nvPr/>
          </p:nvSpPr>
          <p:spPr>
            <a:xfrm>
              <a:off x="6458040" y="0"/>
              <a:ext cx="268560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2" name="Google Shape;4245;g130e7787a26_1_5840"/>
            <p:cNvSpPr/>
            <p:nvPr/>
          </p:nvSpPr>
          <p:spPr>
            <a:xfrm>
              <a:off x="6483600" y="2401920"/>
              <a:ext cx="263412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33" name="Google Shape;4246;g130e7787a26_1_5840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2134" name="Google Shape;4247;g130e7787a26_1_5840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35" name="Google Shape;4248;g130e7787a26_1_5840"/>
            <p:cNvSpPr/>
            <p:nvPr/>
          </p:nvSpPr>
          <p:spPr>
            <a:xfrm>
              <a:off x="25560" y="2477880"/>
              <a:ext cx="6399360" cy="19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36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7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8" name="PlaceHolder 3"/>
          <p:cNvSpPr>
            <a:spLocks noGrp="1"/>
          </p:cNvSpPr>
          <p:nvPr>
            <p:ph type="sldNum" idx="31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A3820E4-FA52-446A-8352-95C20915752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4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1" name="Google Shape;4253;g130e7787a26_1_585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2" name="Google Shape;4254;g130e7787a26_1_5851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43" name="Google Shape;4255;g130e7787a26_1_585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44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5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6" name="Google Shape;4258;g130e7787a26_1_5851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7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8" name="Google Shape;4260;g130e7787a26_1_5851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9" name="Google Shape;4261;g130e7787a26_1_5851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0" name="PlaceHolder 4"/>
          <p:cNvSpPr>
            <a:spLocks noGrp="1"/>
          </p:cNvSpPr>
          <p:nvPr>
            <p:ph type="sldNum" idx="314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8D88DB0-360A-40A4-B8BD-5A3E1035E29A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5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53" name="Google Shape;3001;g130e7787a26_1_4599"/>
          <p:cNvGrpSpPr/>
          <p:nvPr/>
        </p:nvGrpSpPr>
        <p:grpSpPr>
          <a:xfrm>
            <a:off x="502920" y="4627080"/>
            <a:ext cx="974520" cy="174240"/>
            <a:chOff x="502920" y="4627080"/>
            <a:chExt cx="974520" cy="174240"/>
          </a:xfrm>
        </p:grpSpPr>
        <p:sp>
          <p:nvSpPr>
            <p:cNvPr id="2154" name="Google Shape;3002;g130e7787a26_1_4599"/>
            <p:cNvSpPr/>
            <p:nvPr/>
          </p:nvSpPr>
          <p:spPr>
            <a:xfrm>
              <a:off x="1293120" y="4653000"/>
              <a:ext cx="184320" cy="147960"/>
            </a:xfrm>
            <a:custGeom>
              <a:avLst/>
              <a:gdLst>
                <a:gd name="textAreaLeft" fmla="*/ 0 w 184320"/>
                <a:gd name="textAreaRight" fmla="*/ 185040 w 184320"/>
                <a:gd name="textAreaTop" fmla="*/ 0 h 147960"/>
                <a:gd name="textAreaBottom" fmla="*/ 148680 h 1479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21600" y="2606"/>
                  </a:moveTo>
                  <a:cubicBezTo>
                    <a:pt x="20757" y="3127"/>
                    <a:pt x="19913" y="3648"/>
                    <a:pt x="19117" y="3648"/>
                  </a:cubicBezTo>
                  <a:cubicBezTo>
                    <a:pt x="19913" y="3127"/>
                    <a:pt x="20757" y="2085"/>
                    <a:pt x="20757" y="579"/>
                  </a:cubicBezTo>
                  <a:cubicBezTo>
                    <a:pt x="19913" y="1100"/>
                    <a:pt x="19117" y="1564"/>
                    <a:pt x="18226" y="2085"/>
                  </a:cubicBezTo>
                  <a:cubicBezTo>
                    <a:pt x="17430" y="1100"/>
                    <a:pt x="16165" y="0"/>
                    <a:pt x="14947" y="0"/>
                  </a:cubicBezTo>
                  <a:cubicBezTo>
                    <a:pt x="12416" y="0"/>
                    <a:pt x="10355" y="2606"/>
                    <a:pt x="10355" y="5675"/>
                  </a:cubicBezTo>
                  <a:cubicBezTo>
                    <a:pt x="10355" y="6196"/>
                    <a:pt x="10355" y="6717"/>
                    <a:pt x="10777" y="6717"/>
                  </a:cubicBezTo>
                  <a:cubicBezTo>
                    <a:pt x="7075" y="6717"/>
                    <a:pt x="3702" y="4691"/>
                    <a:pt x="1640" y="1100"/>
                  </a:cubicBezTo>
                  <a:cubicBezTo>
                    <a:pt x="1218" y="2085"/>
                    <a:pt x="797" y="3127"/>
                    <a:pt x="797" y="4169"/>
                  </a:cubicBezTo>
                  <a:cubicBezTo>
                    <a:pt x="797" y="5675"/>
                    <a:pt x="1640" y="7760"/>
                    <a:pt x="2858" y="8744"/>
                  </a:cubicBezTo>
                  <a:cubicBezTo>
                    <a:pt x="2062" y="8281"/>
                    <a:pt x="1640" y="8281"/>
                    <a:pt x="797" y="7760"/>
                  </a:cubicBezTo>
                  <a:cubicBezTo>
                    <a:pt x="797" y="10308"/>
                    <a:pt x="2483" y="12856"/>
                    <a:pt x="4592" y="13377"/>
                  </a:cubicBezTo>
                  <a:cubicBezTo>
                    <a:pt x="4170" y="13377"/>
                    <a:pt x="3702" y="13377"/>
                    <a:pt x="3280" y="13377"/>
                  </a:cubicBezTo>
                  <a:cubicBezTo>
                    <a:pt x="2858" y="13377"/>
                    <a:pt x="2858" y="13377"/>
                    <a:pt x="2483" y="13377"/>
                  </a:cubicBezTo>
                  <a:cubicBezTo>
                    <a:pt x="2858" y="15404"/>
                    <a:pt x="4592" y="17025"/>
                    <a:pt x="6653" y="17025"/>
                  </a:cubicBezTo>
                  <a:cubicBezTo>
                    <a:pt x="4967" y="18473"/>
                    <a:pt x="3280" y="19573"/>
                    <a:pt x="1218" y="19573"/>
                  </a:cubicBezTo>
                  <a:cubicBezTo>
                    <a:pt x="797" y="19573"/>
                    <a:pt x="375" y="19573"/>
                    <a:pt x="0" y="19573"/>
                  </a:cubicBezTo>
                  <a:cubicBezTo>
                    <a:pt x="2062" y="21079"/>
                    <a:pt x="4170" y="21600"/>
                    <a:pt x="6653" y="21600"/>
                  </a:cubicBezTo>
                  <a:cubicBezTo>
                    <a:pt x="14947" y="21600"/>
                    <a:pt x="19117" y="13377"/>
                    <a:pt x="19117" y="6196"/>
                  </a:cubicBezTo>
                  <a:lnTo>
                    <a:pt x="19117" y="5675"/>
                  </a:lnTo>
                  <a:cubicBezTo>
                    <a:pt x="20335" y="4691"/>
                    <a:pt x="20757" y="4169"/>
                    <a:pt x="21600" y="2606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55" name="Google Shape;3003;g130e7787a26_1_4599"/>
            <p:cNvSpPr/>
            <p:nvPr/>
          </p:nvSpPr>
          <p:spPr>
            <a:xfrm>
              <a:off x="897840" y="4627080"/>
              <a:ext cx="170280" cy="17388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3880"/>
                <a:gd name="textAreaBottom" fmla="*/ 174600 h 1738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7534" y="10601"/>
                  </a:moveTo>
                  <a:cubicBezTo>
                    <a:pt x="17534" y="14135"/>
                    <a:pt x="14434" y="17220"/>
                    <a:pt x="10825" y="17220"/>
                  </a:cubicBezTo>
                  <a:cubicBezTo>
                    <a:pt x="7217" y="17220"/>
                    <a:pt x="4015" y="14135"/>
                    <a:pt x="4015" y="10601"/>
                  </a:cubicBezTo>
                  <a:cubicBezTo>
                    <a:pt x="4015" y="10103"/>
                    <a:pt x="4472" y="10103"/>
                    <a:pt x="4472" y="9705"/>
                  </a:cubicBezTo>
                  <a:cubicBezTo>
                    <a:pt x="0" y="9705"/>
                    <a:pt x="0" y="9705"/>
                    <a:pt x="0" y="9705"/>
                  </a:cubicBezTo>
                  <a:cubicBezTo>
                    <a:pt x="0" y="18066"/>
                    <a:pt x="0" y="18066"/>
                    <a:pt x="0" y="18066"/>
                  </a:cubicBezTo>
                  <a:cubicBezTo>
                    <a:pt x="0" y="19858"/>
                    <a:pt x="1321" y="21600"/>
                    <a:pt x="3151" y="21600"/>
                  </a:cubicBezTo>
                  <a:cubicBezTo>
                    <a:pt x="18449" y="21600"/>
                    <a:pt x="18449" y="21600"/>
                    <a:pt x="18449" y="21600"/>
                  </a:cubicBezTo>
                  <a:cubicBezTo>
                    <a:pt x="20228" y="21600"/>
                    <a:pt x="21600" y="19858"/>
                    <a:pt x="21600" y="18066"/>
                  </a:cubicBezTo>
                  <a:cubicBezTo>
                    <a:pt x="21600" y="9705"/>
                    <a:pt x="21600" y="9705"/>
                    <a:pt x="21600" y="9705"/>
                  </a:cubicBezTo>
                  <a:cubicBezTo>
                    <a:pt x="17128" y="9705"/>
                    <a:pt x="17128" y="9705"/>
                    <a:pt x="17128" y="9705"/>
                  </a:cubicBezTo>
                  <a:cubicBezTo>
                    <a:pt x="17128" y="10103"/>
                    <a:pt x="17534" y="10103"/>
                    <a:pt x="17534" y="10601"/>
                  </a:cubicBezTo>
                  <a:close/>
                  <a:moveTo>
                    <a:pt x="18449" y="0"/>
                  </a:moveTo>
                  <a:cubicBezTo>
                    <a:pt x="3151" y="0"/>
                    <a:pt x="3151" y="0"/>
                    <a:pt x="3151" y="0"/>
                  </a:cubicBezTo>
                  <a:cubicBezTo>
                    <a:pt x="1321" y="0"/>
                    <a:pt x="0" y="1792"/>
                    <a:pt x="0" y="3534"/>
                  </a:cubicBezTo>
                  <a:cubicBezTo>
                    <a:pt x="0" y="7067"/>
                    <a:pt x="0" y="7067"/>
                    <a:pt x="0" y="7067"/>
                  </a:cubicBezTo>
                  <a:cubicBezTo>
                    <a:pt x="5387" y="7067"/>
                    <a:pt x="5387" y="7067"/>
                    <a:pt x="5387" y="7067"/>
                  </a:cubicBezTo>
                  <a:cubicBezTo>
                    <a:pt x="6709" y="5276"/>
                    <a:pt x="8538" y="4429"/>
                    <a:pt x="10825" y="4429"/>
                  </a:cubicBezTo>
                  <a:cubicBezTo>
                    <a:pt x="13062" y="4429"/>
                    <a:pt x="14840" y="5276"/>
                    <a:pt x="16213" y="7067"/>
                  </a:cubicBezTo>
                  <a:cubicBezTo>
                    <a:pt x="21600" y="7067"/>
                    <a:pt x="21600" y="7067"/>
                    <a:pt x="21600" y="7067"/>
                  </a:cubicBezTo>
                  <a:cubicBezTo>
                    <a:pt x="21600" y="3534"/>
                    <a:pt x="21600" y="3534"/>
                    <a:pt x="21600" y="3534"/>
                  </a:cubicBezTo>
                  <a:cubicBezTo>
                    <a:pt x="21600" y="1792"/>
                    <a:pt x="20228" y="0"/>
                    <a:pt x="18449" y="0"/>
                  </a:cubicBezTo>
                  <a:close/>
                  <a:moveTo>
                    <a:pt x="19821" y="4429"/>
                  </a:moveTo>
                  <a:cubicBezTo>
                    <a:pt x="19821" y="4429"/>
                    <a:pt x="19821" y="4828"/>
                    <a:pt x="19364" y="4828"/>
                  </a:cubicBezTo>
                  <a:cubicBezTo>
                    <a:pt x="17534" y="4828"/>
                    <a:pt x="17534" y="4828"/>
                    <a:pt x="17534" y="4828"/>
                  </a:cubicBezTo>
                  <a:cubicBezTo>
                    <a:pt x="17128" y="4828"/>
                    <a:pt x="16670" y="4429"/>
                    <a:pt x="16670" y="4429"/>
                  </a:cubicBezTo>
                  <a:cubicBezTo>
                    <a:pt x="16670" y="2638"/>
                    <a:pt x="16670" y="2638"/>
                    <a:pt x="16670" y="2638"/>
                  </a:cubicBezTo>
                  <a:cubicBezTo>
                    <a:pt x="16670" y="2190"/>
                    <a:pt x="17128" y="1792"/>
                    <a:pt x="17534" y="1792"/>
                  </a:cubicBezTo>
                  <a:cubicBezTo>
                    <a:pt x="19364" y="1792"/>
                    <a:pt x="19364" y="1792"/>
                    <a:pt x="19364" y="1792"/>
                  </a:cubicBezTo>
                  <a:cubicBezTo>
                    <a:pt x="19821" y="1792"/>
                    <a:pt x="19821" y="2190"/>
                    <a:pt x="19821" y="2638"/>
                  </a:cubicBezTo>
                  <a:lnTo>
                    <a:pt x="19821" y="4429"/>
                  </a:lnTo>
                  <a:close/>
                  <a:moveTo>
                    <a:pt x="14840" y="10601"/>
                  </a:moveTo>
                  <a:cubicBezTo>
                    <a:pt x="14840" y="8361"/>
                    <a:pt x="13062" y="6619"/>
                    <a:pt x="10825" y="6619"/>
                  </a:cubicBezTo>
                  <a:cubicBezTo>
                    <a:pt x="8538" y="6619"/>
                    <a:pt x="6709" y="8361"/>
                    <a:pt x="6709" y="10601"/>
                  </a:cubicBezTo>
                  <a:cubicBezTo>
                    <a:pt x="6709" y="12791"/>
                    <a:pt x="8538" y="14582"/>
                    <a:pt x="10825" y="14582"/>
                  </a:cubicBezTo>
                  <a:cubicBezTo>
                    <a:pt x="13062" y="14582"/>
                    <a:pt x="14840" y="12791"/>
                    <a:pt x="14840" y="10601"/>
                  </a:cubicBezTo>
                  <a:close/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56" name="Google Shape;3004;g130e7787a26_1_4599"/>
            <p:cNvSpPr/>
            <p:nvPr/>
          </p:nvSpPr>
          <p:spPr>
            <a:xfrm>
              <a:off x="502920" y="4629960"/>
              <a:ext cx="170280" cy="17136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1360"/>
                <a:gd name="textAreaBottom" fmla="*/ 172080 h 171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8906" y="0"/>
                  </a:moveTo>
                  <a:cubicBezTo>
                    <a:pt x="2694" y="0"/>
                    <a:pt x="2694" y="0"/>
                    <a:pt x="2694" y="0"/>
                  </a:cubicBezTo>
                  <a:cubicBezTo>
                    <a:pt x="1372" y="0"/>
                    <a:pt x="0" y="1369"/>
                    <a:pt x="0" y="2687"/>
                  </a:cubicBezTo>
                  <a:cubicBezTo>
                    <a:pt x="0" y="18862"/>
                    <a:pt x="0" y="18862"/>
                    <a:pt x="0" y="18862"/>
                  </a:cubicBezTo>
                  <a:cubicBezTo>
                    <a:pt x="0" y="20231"/>
                    <a:pt x="1372" y="21600"/>
                    <a:pt x="2694" y="21600"/>
                  </a:cubicBezTo>
                  <a:cubicBezTo>
                    <a:pt x="10825" y="21600"/>
                    <a:pt x="10825" y="21600"/>
                    <a:pt x="10825" y="21600"/>
                  </a:cubicBezTo>
                  <a:cubicBezTo>
                    <a:pt x="10825" y="13893"/>
                    <a:pt x="10825" y="13893"/>
                    <a:pt x="10825" y="13893"/>
                  </a:cubicBezTo>
                  <a:cubicBezTo>
                    <a:pt x="8132" y="13893"/>
                    <a:pt x="8132" y="13893"/>
                    <a:pt x="8132" y="13893"/>
                  </a:cubicBezTo>
                  <a:cubicBezTo>
                    <a:pt x="8132" y="10344"/>
                    <a:pt x="8132" y="10344"/>
                    <a:pt x="8132" y="10344"/>
                  </a:cubicBezTo>
                  <a:cubicBezTo>
                    <a:pt x="10825" y="10344"/>
                    <a:pt x="10825" y="10344"/>
                    <a:pt x="10825" y="10344"/>
                  </a:cubicBezTo>
                  <a:cubicBezTo>
                    <a:pt x="10825" y="8518"/>
                    <a:pt x="10825" y="8518"/>
                    <a:pt x="10825" y="8518"/>
                  </a:cubicBezTo>
                  <a:cubicBezTo>
                    <a:pt x="10825" y="6287"/>
                    <a:pt x="13062" y="4056"/>
                    <a:pt x="15298" y="4056"/>
                  </a:cubicBezTo>
                  <a:cubicBezTo>
                    <a:pt x="17585" y="4056"/>
                    <a:pt x="17585" y="4056"/>
                    <a:pt x="17585" y="4056"/>
                  </a:cubicBezTo>
                  <a:cubicBezTo>
                    <a:pt x="17585" y="8113"/>
                    <a:pt x="17585" y="8113"/>
                    <a:pt x="17585" y="8113"/>
                  </a:cubicBezTo>
                  <a:cubicBezTo>
                    <a:pt x="15755" y="8113"/>
                    <a:pt x="15755" y="8113"/>
                    <a:pt x="15755" y="8113"/>
                  </a:cubicBezTo>
                  <a:cubicBezTo>
                    <a:pt x="14840" y="8113"/>
                    <a:pt x="14840" y="8113"/>
                    <a:pt x="14840" y="8518"/>
                  </a:cubicBezTo>
                  <a:cubicBezTo>
                    <a:pt x="14840" y="10344"/>
                    <a:pt x="14840" y="10344"/>
                    <a:pt x="14840" y="10344"/>
                  </a:cubicBezTo>
                  <a:cubicBezTo>
                    <a:pt x="17585" y="10344"/>
                    <a:pt x="17585" y="10344"/>
                    <a:pt x="17585" y="10344"/>
                  </a:cubicBezTo>
                  <a:cubicBezTo>
                    <a:pt x="17585" y="13893"/>
                    <a:pt x="17585" y="13893"/>
                    <a:pt x="17585" y="13893"/>
                  </a:cubicBezTo>
                  <a:cubicBezTo>
                    <a:pt x="14840" y="13893"/>
                    <a:pt x="14840" y="13893"/>
                    <a:pt x="14840" y="13893"/>
                  </a:cubicBezTo>
                  <a:cubicBezTo>
                    <a:pt x="14840" y="21600"/>
                    <a:pt x="14840" y="21600"/>
                    <a:pt x="14840" y="21600"/>
                  </a:cubicBezTo>
                  <a:cubicBezTo>
                    <a:pt x="18906" y="21600"/>
                    <a:pt x="18906" y="21600"/>
                    <a:pt x="18906" y="21600"/>
                  </a:cubicBezTo>
                  <a:cubicBezTo>
                    <a:pt x="20279" y="21600"/>
                    <a:pt x="21600" y="20231"/>
                    <a:pt x="21600" y="18862"/>
                  </a:cubicBezTo>
                  <a:cubicBezTo>
                    <a:pt x="21600" y="2687"/>
                    <a:pt x="21600" y="2687"/>
                    <a:pt x="21600" y="2687"/>
                  </a:cubicBezTo>
                  <a:cubicBezTo>
                    <a:pt x="21600" y="1369"/>
                    <a:pt x="20279" y="0"/>
                    <a:pt x="18906" y="0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157" name="Google Shape;3005;g130e7787a26_1_4599"/>
          <p:cNvSpPr/>
          <p:nvPr/>
        </p:nvSpPr>
        <p:spPr>
          <a:xfrm flipH="1" rot="16200000">
            <a:off x="8142480" y="3843720"/>
            <a:ext cx="234360" cy="1767240"/>
          </a:xfrm>
          <a:custGeom>
            <a:avLst/>
            <a:gdLst>
              <a:gd name="textAreaLeft" fmla="*/ 360 w 234360"/>
              <a:gd name="textAreaRight" fmla="*/ 235440 w 234360"/>
              <a:gd name="textAreaTop" fmla="*/ 0 h 1767240"/>
              <a:gd name="textAreaBottom" fmla="*/ 1767960 h 1767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cubicBezTo>
                  <a:pt x="16765" y="0"/>
                  <a:pt x="21600" y="643"/>
                  <a:pt x="21600" y="143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435"/>
                </a:lnTo>
                <a:cubicBezTo>
                  <a:pt x="0" y="643"/>
                  <a:pt x="4835" y="0"/>
                  <a:pt x="10800" y="0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58" name="Google Shape;3006;g130e7787a26_1_4599"/>
          <p:cNvSpPr/>
          <p:nvPr/>
        </p:nvSpPr>
        <p:spPr>
          <a:xfrm>
            <a:off x="7527240" y="4633920"/>
            <a:ext cx="1540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www.website.com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9" name="PlaceHolder 1"/>
          <p:cNvSpPr>
            <a:spLocks noGrp="1"/>
          </p:cNvSpPr>
          <p:nvPr>
            <p:ph type="sldNum" idx="315"/>
          </p:nvPr>
        </p:nvSpPr>
        <p:spPr>
          <a:xfrm>
            <a:off x="7884000" y="-91440"/>
            <a:ext cx="1085400" cy="10573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DCCF78-5E3A-4377-96A5-10A5806AF2A1}" type="slidenum">
              <a: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6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2" name="Google Shape;4264;g130e7787a26_1_586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3" name="Google Shape;4265;g130e7787a26_1_5862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4" name="Google Shape;4266;g130e7787a26_1_5862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5" name="Google Shape;4267;g130e7787a26_1_5862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6" name="Google Shape;4268;g130e7787a26_1_5862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7" name="Google Shape;4269;g130e7787a26_1_5862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8" name="Google Shape;4270;g130e7787a26_1_5862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69" name="Google Shape;4271;g130e7787a26_1_5862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70" name="Google Shape;4272;g130e7787a26_1_5862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71" name="Google Shape;4273;g130e7787a26_1_5862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72" name="Google Shape;4274;g130e7787a26_1_586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73" name="Google Shape;4275;g130e7787a26_1_586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74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5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6" name="Google Shape;4278;g130e7787a26_1_5862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7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8" name="Google Shape;4280;g130e7787a26_1_5862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4281;g130e7787a26_1_5862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0" name="PlaceHolder 4"/>
          <p:cNvSpPr>
            <a:spLocks noGrp="1"/>
          </p:cNvSpPr>
          <p:nvPr>
            <p:ph type="sldNum" idx="316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65C94BF-E2E0-46F9-AE08-DFF143A5FE22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8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3" name="Google Shape;4284;g130e7787a26_1_588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4" name="Google Shape;4285;g130e7787a26_1_588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85" name="Google Shape;4286;g130e7787a26_1_588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86" name="Google Shape;4287;g130e7787a26_1_5882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7" name="Google Shape;4288;g130e7787a26_1_5882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8" name="Google Shape;4289;g130e7787a26_1_5882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9" name="Google Shape;4290;g130e7787a26_1_5882" descr="Google Shape;1088;g11b39afd45e_0_939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0" name="PlaceHolder 1"/>
          <p:cNvSpPr>
            <a:spLocks noGrp="1"/>
          </p:cNvSpPr>
          <p:nvPr>
            <p:ph type="sldNum" idx="317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F2F9D4E-9D05-4F00-A171-92E6B358C274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9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3" name="Google Shape;3527;g130e7787a26_1_512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4" name="Google Shape;3528;g130e7787a26_1_5125" descr="Google Shape;547;p3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5" name="Google Shape;3529;g130e7787a26_1_512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6" name="PlaceHolder 1"/>
          <p:cNvSpPr>
            <a:spLocks noGrp="1"/>
          </p:cNvSpPr>
          <p:nvPr>
            <p:ph type="sldNum" idx="31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DE358DF-4133-4C89-82F8-D232FFCA070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9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9" name="Google Shape;4293;g130e7787a26_1_589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0" name="Google Shape;4294;g130e7787a26_1_5891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01" name="Google Shape;4295;g130e7787a26_1_5891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02" name="Google Shape;4296;g130e7787a26_1_5891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3" name="Google Shape;4297;g130e7787a26_1_5891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4" name="Google Shape;4298;g130e7787a26_1_5891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5" name="PlaceHolder 1"/>
          <p:cNvSpPr>
            <a:spLocks noGrp="1"/>
          </p:cNvSpPr>
          <p:nvPr>
            <p:ph type="sldNum" idx="319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2AE502B-BFFC-4524-9751-465405E1F6BD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0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8" name="Google Shape;4301;g130e7787a26_1_5899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9" name="Google Shape;4302;g130e7787a26_1_5899"/>
          <p:cNvCxnSpPr/>
          <p:nvPr/>
        </p:nvCxnSpPr>
        <p:spPr>
          <a:xfrm flipV="1">
            <a:off x="7164000" y="617760"/>
            <a:ext cx="1980360" cy="10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210" name="Google Shape;4303;g130e7787a26_1_5899"/>
          <p:cNvSpPr/>
          <p:nvPr/>
        </p:nvSpPr>
        <p:spPr>
          <a:xfrm>
            <a:off x="8280000" y="123480"/>
            <a:ext cx="863280" cy="503280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11" name="PlaceHolder 1"/>
          <p:cNvSpPr>
            <a:spLocks noGrp="1"/>
          </p:cNvSpPr>
          <p:nvPr>
            <p:ph type="sldNum" idx="320"/>
          </p:nvPr>
        </p:nvSpPr>
        <p:spPr>
          <a:xfrm>
            <a:off x="8599320" y="267480"/>
            <a:ext cx="261000" cy="19548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BA35211-CBCE-4351-BEEF-36F95BB77FCC}" type="slidenum">
              <a: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&lt;number&gt;</a:t>
            </a:fld>
            <a:endParaRPr b="0" lang="ru-RU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12" name="Google Shape;4305;g130e7787a26_1_5899" descr="Google Shape;1101;g11b39afd45e_0_954"/>
          <p:cNvPicPr/>
          <p:nvPr/>
        </p:nvPicPr>
        <p:blipFill>
          <a:blip r:embed="rId2"/>
          <a:stretch/>
        </p:blipFill>
        <p:spPr>
          <a:xfrm>
            <a:off x="7164360" y="299520"/>
            <a:ext cx="1007280" cy="151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1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5" name="Google Shape;4307;g130e7787a26_1_590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6" name="PlaceHolder 1"/>
          <p:cNvSpPr>
            <a:spLocks noGrp="1"/>
          </p:cNvSpPr>
          <p:nvPr>
            <p:ph type="sldNum" idx="32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B0611BD-AB14-4BF1-B3CC-E61AAB547B9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1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9" name="PlaceHolder 1"/>
          <p:cNvSpPr>
            <a:spLocks noGrp="1"/>
          </p:cNvSpPr>
          <p:nvPr>
            <p:ph type="body"/>
          </p:nvPr>
        </p:nvSpPr>
        <p:spPr>
          <a:xfrm>
            <a:off x="44064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0" name="PlaceHolder 2"/>
          <p:cNvSpPr>
            <a:spLocks noGrp="1"/>
          </p:cNvSpPr>
          <p:nvPr>
            <p:ph type="body"/>
          </p:nvPr>
        </p:nvSpPr>
        <p:spPr>
          <a:xfrm>
            <a:off x="16545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1" name="PlaceHolder 3"/>
          <p:cNvSpPr>
            <a:spLocks noGrp="1"/>
          </p:cNvSpPr>
          <p:nvPr>
            <p:ph type="body"/>
          </p:nvPr>
        </p:nvSpPr>
        <p:spPr>
          <a:xfrm>
            <a:off x="28681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2" name="PlaceHolder 4"/>
          <p:cNvSpPr>
            <a:spLocks noGrp="1"/>
          </p:cNvSpPr>
          <p:nvPr>
            <p:ph type="body"/>
          </p:nvPr>
        </p:nvSpPr>
        <p:spPr>
          <a:xfrm>
            <a:off x="408168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3" name="PlaceHolder 5"/>
          <p:cNvSpPr>
            <a:spLocks noGrp="1"/>
          </p:cNvSpPr>
          <p:nvPr>
            <p:ph type="body"/>
          </p:nvPr>
        </p:nvSpPr>
        <p:spPr>
          <a:xfrm>
            <a:off x="529560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4" name="PlaceHolder 6"/>
          <p:cNvSpPr>
            <a:spLocks noGrp="1"/>
          </p:cNvSpPr>
          <p:nvPr>
            <p:ph type="body"/>
          </p:nvPr>
        </p:nvSpPr>
        <p:spPr>
          <a:xfrm>
            <a:off x="65091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5" name="PlaceHolder 7"/>
          <p:cNvSpPr>
            <a:spLocks noGrp="1"/>
          </p:cNvSpPr>
          <p:nvPr>
            <p:ph type="body"/>
          </p:nvPr>
        </p:nvSpPr>
        <p:spPr>
          <a:xfrm>
            <a:off x="77227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6" name="PlaceHolder 8"/>
          <p:cNvSpPr>
            <a:spLocks noGrp="1"/>
          </p:cNvSpPr>
          <p:nvPr>
            <p:ph type="body"/>
          </p:nvPr>
        </p:nvSpPr>
        <p:spPr>
          <a:xfrm>
            <a:off x="44064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7" name="PlaceHolder 9"/>
          <p:cNvSpPr>
            <a:spLocks noGrp="1"/>
          </p:cNvSpPr>
          <p:nvPr>
            <p:ph type="body"/>
          </p:nvPr>
        </p:nvSpPr>
        <p:spPr>
          <a:xfrm>
            <a:off x="16545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8" name="PlaceHolder 10"/>
          <p:cNvSpPr>
            <a:spLocks noGrp="1"/>
          </p:cNvSpPr>
          <p:nvPr>
            <p:ph type="body"/>
          </p:nvPr>
        </p:nvSpPr>
        <p:spPr>
          <a:xfrm>
            <a:off x="28681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9" name="PlaceHolder 11"/>
          <p:cNvSpPr>
            <a:spLocks noGrp="1"/>
          </p:cNvSpPr>
          <p:nvPr>
            <p:ph type="body"/>
          </p:nvPr>
        </p:nvSpPr>
        <p:spPr>
          <a:xfrm>
            <a:off x="408168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0" name="PlaceHolder 12"/>
          <p:cNvSpPr>
            <a:spLocks noGrp="1"/>
          </p:cNvSpPr>
          <p:nvPr>
            <p:ph type="body"/>
          </p:nvPr>
        </p:nvSpPr>
        <p:spPr>
          <a:xfrm>
            <a:off x="529560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1" name="PlaceHolder 13"/>
          <p:cNvSpPr>
            <a:spLocks noGrp="1"/>
          </p:cNvSpPr>
          <p:nvPr>
            <p:ph type="body"/>
          </p:nvPr>
        </p:nvSpPr>
        <p:spPr>
          <a:xfrm>
            <a:off x="65091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2" name="PlaceHolder 14"/>
          <p:cNvSpPr>
            <a:spLocks noGrp="1"/>
          </p:cNvSpPr>
          <p:nvPr>
            <p:ph type="body"/>
          </p:nvPr>
        </p:nvSpPr>
        <p:spPr>
          <a:xfrm>
            <a:off x="77227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3" name="PlaceHolder 15"/>
          <p:cNvSpPr>
            <a:spLocks noGrp="1"/>
          </p:cNvSpPr>
          <p:nvPr>
            <p:ph type="body"/>
          </p:nvPr>
        </p:nvSpPr>
        <p:spPr>
          <a:xfrm>
            <a:off x="44064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4" name="PlaceHolder 16"/>
          <p:cNvSpPr>
            <a:spLocks noGrp="1"/>
          </p:cNvSpPr>
          <p:nvPr>
            <p:ph type="body"/>
          </p:nvPr>
        </p:nvSpPr>
        <p:spPr>
          <a:xfrm>
            <a:off x="16545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5" name="PlaceHolder 17"/>
          <p:cNvSpPr>
            <a:spLocks noGrp="1"/>
          </p:cNvSpPr>
          <p:nvPr>
            <p:ph type="body"/>
          </p:nvPr>
        </p:nvSpPr>
        <p:spPr>
          <a:xfrm>
            <a:off x="28681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6" name="PlaceHolder 18"/>
          <p:cNvSpPr>
            <a:spLocks noGrp="1"/>
          </p:cNvSpPr>
          <p:nvPr>
            <p:ph type="body"/>
          </p:nvPr>
        </p:nvSpPr>
        <p:spPr>
          <a:xfrm>
            <a:off x="408168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7" name="PlaceHolder 19"/>
          <p:cNvSpPr>
            <a:spLocks noGrp="1"/>
          </p:cNvSpPr>
          <p:nvPr>
            <p:ph type="body"/>
          </p:nvPr>
        </p:nvSpPr>
        <p:spPr>
          <a:xfrm>
            <a:off x="529560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8" name="PlaceHolder 20"/>
          <p:cNvSpPr>
            <a:spLocks noGrp="1"/>
          </p:cNvSpPr>
          <p:nvPr>
            <p:ph type="body"/>
          </p:nvPr>
        </p:nvSpPr>
        <p:spPr>
          <a:xfrm>
            <a:off x="65091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9" name="PlaceHolder 21"/>
          <p:cNvSpPr>
            <a:spLocks noGrp="1"/>
          </p:cNvSpPr>
          <p:nvPr>
            <p:ph type="body"/>
          </p:nvPr>
        </p:nvSpPr>
        <p:spPr>
          <a:xfrm>
            <a:off x="77227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0" name="PlaceHolder 22"/>
          <p:cNvSpPr>
            <a:spLocks noGrp="1"/>
          </p:cNvSpPr>
          <p:nvPr>
            <p:ph type="sldNum" idx="322"/>
          </p:nvPr>
        </p:nvSpPr>
        <p:spPr>
          <a:xfrm>
            <a:off x="4482360" y="4905360"/>
            <a:ext cx="173520" cy="1666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31D8FA1-06E0-4DAA-AC2F-20062A857921}" type="slidenum">
              <a: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4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3" name="Google Shape;3032;g130e7787a26_1_4630"/>
          <p:cNvSpPr/>
          <p:nvPr/>
        </p:nvSpPr>
        <p:spPr>
          <a:xfrm rot="3493800">
            <a:off x="-468000" y="-1000080"/>
            <a:ext cx="1885320" cy="2469600"/>
          </a:xfrm>
          <a:prstGeom prst="roundRect">
            <a:avLst>
              <a:gd name="adj" fmla="val 3557"/>
            </a:avLst>
          </a:prstGeom>
          <a:solidFill>
            <a:srgbClr val="9fb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44" name="PlaceHolder 1"/>
          <p:cNvSpPr>
            <a:spLocks noGrp="1"/>
          </p:cNvSpPr>
          <p:nvPr>
            <p:ph type="body"/>
          </p:nvPr>
        </p:nvSpPr>
        <p:spPr>
          <a:xfrm>
            <a:off x="-1029240" y="-1136880"/>
            <a:ext cx="3004920" cy="274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5" name="Google Shape;3034;g130e7787a26_1_4630"/>
          <p:cNvSpPr/>
          <p:nvPr/>
        </p:nvSpPr>
        <p:spPr>
          <a:xfrm>
            <a:off x="2390040" y="236160"/>
            <a:ext cx="9356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THEME. </a:t>
            </a:r>
            <a:r>
              <a:rPr b="0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multipurpose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6" name="Google Shape;3035;g130e7787a26_1_4630"/>
          <p:cNvSpPr/>
          <p:nvPr/>
        </p:nvSpPr>
        <p:spPr>
          <a:xfrm>
            <a:off x="2197800" y="254880"/>
            <a:ext cx="93240" cy="73080"/>
          </a:xfrm>
          <a:custGeom>
            <a:avLst/>
            <a:gdLst>
              <a:gd name="textAreaLeft" fmla="*/ 0 w 93240"/>
              <a:gd name="textAreaRight" fmla="*/ 93960 w 93240"/>
              <a:gd name="textAreaTop" fmla="*/ 0 h 73080"/>
              <a:gd name="textAreaBottom" fmla="*/ 73800 h 73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5465" y="974"/>
                </a:moveTo>
                <a:cubicBezTo>
                  <a:pt x="15465" y="3086"/>
                  <a:pt x="15465" y="3086"/>
                  <a:pt x="15465" y="3086"/>
                </a:cubicBezTo>
                <a:cubicBezTo>
                  <a:pt x="15465" y="3248"/>
                  <a:pt x="15337" y="3573"/>
                  <a:pt x="15209" y="3735"/>
                </a:cubicBezTo>
                <a:cubicBezTo>
                  <a:pt x="15082" y="3898"/>
                  <a:pt x="14826" y="4060"/>
                  <a:pt x="14698" y="4060"/>
                </a:cubicBezTo>
                <a:cubicBezTo>
                  <a:pt x="767" y="4060"/>
                  <a:pt x="767" y="4060"/>
                  <a:pt x="767" y="4060"/>
                </a:cubicBezTo>
                <a:cubicBezTo>
                  <a:pt x="511" y="4060"/>
                  <a:pt x="383" y="3898"/>
                  <a:pt x="128" y="3735"/>
                </a:cubicBezTo>
                <a:cubicBezTo>
                  <a:pt x="0" y="3573"/>
                  <a:pt x="0" y="3248"/>
                  <a:pt x="0" y="3086"/>
                </a:cubicBezTo>
                <a:cubicBezTo>
                  <a:pt x="0" y="974"/>
                  <a:pt x="0" y="974"/>
                  <a:pt x="0" y="974"/>
                </a:cubicBezTo>
                <a:cubicBezTo>
                  <a:pt x="0" y="812"/>
                  <a:pt x="0" y="487"/>
                  <a:pt x="128" y="325"/>
                </a:cubicBezTo>
                <a:cubicBezTo>
                  <a:pt x="383" y="162"/>
                  <a:pt x="511" y="0"/>
                  <a:pt x="767" y="0"/>
                </a:cubicBezTo>
                <a:cubicBezTo>
                  <a:pt x="14698" y="0"/>
                  <a:pt x="14698" y="0"/>
                  <a:pt x="14698" y="0"/>
                </a:cubicBezTo>
                <a:cubicBezTo>
                  <a:pt x="14826" y="0"/>
                  <a:pt x="15082" y="162"/>
                  <a:pt x="15209" y="325"/>
                </a:cubicBezTo>
                <a:cubicBezTo>
                  <a:pt x="15337" y="487"/>
                  <a:pt x="15465" y="812"/>
                  <a:pt x="15465" y="974"/>
                </a:cubicBezTo>
                <a:close/>
                <a:moveTo>
                  <a:pt x="20066" y="6983"/>
                </a:moveTo>
                <a:cubicBezTo>
                  <a:pt x="20066" y="8932"/>
                  <a:pt x="20066" y="8932"/>
                  <a:pt x="20066" y="8932"/>
                </a:cubicBezTo>
                <a:cubicBezTo>
                  <a:pt x="20066" y="9095"/>
                  <a:pt x="19938" y="9420"/>
                  <a:pt x="19811" y="9582"/>
                </a:cubicBezTo>
                <a:cubicBezTo>
                  <a:pt x="19683" y="9744"/>
                  <a:pt x="19555" y="9907"/>
                  <a:pt x="19299" y="9907"/>
                </a:cubicBezTo>
                <a:cubicBezTo>
                  <a:pt x="767" y="9907"/>
                  <a:pt x="767" y="9907"/>
                  <a:pt x="767" y="9907"/>
                </a:cubicBezTo>
                <a:cubicBezTo>
                  <a:pt x="511" y="9907"/>
                  <a:pt x="383" y="9744"/>
                  <a:pt x="128" y="9582"/>
                </a:cubicBezTo>
                <a:cubicBezTo>
                  <a:pt x="0" y="9420"/>
                  <a:pt x="0" y="9095"/>
                  <a:pt x="0" y="8932"/>
                </a:cubicBezTo>
                <a:cubicBezTo>
                  <a:pt x="0" y="6983"/>
                  <a:pt x="0" y="6983"/>
                  <a:pt x="0" y="6983"/>
                </a:cubicBezTo>
                <a:cubicBezTo>
                  <a:pt x="0" y="6659"/>
                  <a:pt x="0" y="6496"/>
                  <a:pt x="128" y="6171"/>
                </a:cubicBezTo>
                <a:cubicBezTo>
                  <a:pt x="383" y="6009"/>
                  <a:pt x="511" y="6009"/>
                  <a:pt x="767" y="6009"/>
                </a:cubicBezTo>
                <a:cubicBezTo>
                  <a:pt x="19299" y="6009"/>
                  <a:pt x="19299" y="6009"/>
                  <a:pt x="19299" y="6009"/>
                </a:cubicBezTo>
                <a:cubicBezTo>
                  <a:pt x="19555" y="6009"/>
                  <a:pt x="19683" y="6009"/>
                  <a:pt x="19811" y="6171"/>
                </a:cubicBezTo>
                <a:cubicBezTo>
                  <a:pt x="19938" y="6496"/>
                  <a:pt x="20066" y="6659"/>
                  <a:pt x="20066" y="6983"/>
                </a:cubicBezTo>
                <a:close/>
                <a:moveTo>
                  <a:pt x="16999" y="12830"/>
                </a:moveTo>
                <a:cubicBezTo>
                  <a:pt x="16999" y="14779"/>
                  <a:pt x="16999" y="14779"/>
                  <a:pt x="16999" y="14779"/>
                </a:cubicBezTo>
                <a:cubicBezTo>
                  <a:pt x="16999" y="15104"/>
                  <a:pt x="16871" y="15266"/>
                  <a:pt x="16743" y="15429"/>
                </a:cubicBezTo>
                <a:cubicBezTo>
                  <a:pt x="16615" y="15753"/>
                  <a:pt x="16360" y="15753"/>
                  <a:pt x="16232" y="15753"/>
                </a:cubicBezTo>
                <a:cubicBezTo>
                  <a:pt x="767" y="15753"/>
                  <a:pt x="767" y="15753"/>
                  <a:pt x="767" y="15753"/>
                </a:cubicBezTo>
                <a:cubicBezTo>
                  <a:pt x="511" y="15753"/>
                  <a:pt x="383" y="15753"/>
                  <a:pt x="128" y="15429"/>
                </a:cubicBezTo>
                <a:cubicBezTo>
                  <a:pt x="0" y="15266"/>
                  <a:pt x="0" y="15104"/>
                  <a:pt x="0" y="14779"/>
                </a:cubicBezTo>
                <a:cubicBezTo>
                  <a:pt x="0" y="12830"/>
                  <a:pt x="0" y="12830"/>
                  <a:pt x="0" y="12830"/>
                </a:cubicBezTo>
                <a:cubicBezTo>
                  <a:pt x="0" y="12505"/>
                  <a:pt x="0" y="12343"/>
                  <a:pt x="128" y="12180"/>
                </a:cubicBezTo>
                <a:cubicBezTo>
                  <a:pt x="383" y="12018"/>
                  <a:pt x="511" y="11856"/>
                  <a:pt x="767" y="11856"/>
                </a:cubicBezTo>
                <a:cubicBezTo>
                  <a:pt x="16232" y="11856"/>
                  <a:pt x="16232" y="11856"/>
                  <a:pt x="16232" y="11856"/>
                </a:cubicBezTo>
                <a:cubicBezTo>
                  <a:pt x="16360" y="11856"/>
                  <a:pt x="16615" y="12018"/>
                  <a:pt x="16743" y="12180"/>
                </a:cubicBezTo>
                <a:cubicBezTo>
                  <a:pt x="16871" y="12343"/>
                  <a:pt x="16999" y="12505"/>
                  <a:pt x="16999" y="12830"/>
                </a:cubicBezTo>
                <a:close/>
                <a:moveTo>
                  <a:pt x="21600" y="18677"/>
                </a:moveTo>
                <a:cubicBezTo>
                  <a:pt x="21600" y="20626"/>
                  <a:pt x="21600" y="20626"/>
                  <a:pt x="21600" y="20626"/>
                </a:cubicBezTo>
                <a:cubicBezTo>
                  <a:pt x="21600" y="20950"/>
                  <a:pt x="21472" y="21113"/>
                  <a:pt x="21344" y="21438"/>
                </a:cubicBezTo>
                <a:cubicBezTo>
                  <a:pt x="21217" y="21600"/>
                  <a:pt x="21089" y="21600"/>
                  <a:pt x="20833" y="21600"/>
                </a:cubicBezTo>
                <a:cubicBezTo>
                  <a:pt x="767" y="21600"/>
                  <a:pt x="767" y="21600"/>
                  <a:pt x="767" y="21600"/>
                </a:cubicBezTo>
                <a:cubicBezTo>
                  <a:pt x="511" y="21600"/>
                  <a:pt x="383" y="21600"/>
                  <a:pt x="128" y="21438"/>
                </a:cubicBezTo>
                <a:cubicBezTo>
                  <a:pt x="0" y="21113"/>
                  <a:pt x="0" y="20950"/>
                  <a:pt x="0" y="20626"/>
                </a:cubicBezTo>
                <a:cubicBezTo>
                  <a:pt x="0" y="18677"/>
                  <a:pt x="0" y="18677"/>
                  <a:pt x="0" y="18677"/>
                </a:cubicBezTo>
                <a:cubicBezTo>
                  <a:pt x="0" y="18514"/>
                  <a:pt x="0" y="18189"/>
                  <a:pt x="128" y="18027"/>
                </a:cubicBezTo>
                <a:cubicBezTo>
                  <a:pt x="383" y="17865"/>
                  <a:pt x="511" y="17702"/>
                  <a:pt x="767" y="17702"/>
                </a:cubicBezTo>
                <a:cubicBezTo>
                  <a:pt x="20833" y="17702"/>
                  <a:pt x="20833" y="17702"/>
                  <a:pt x="20833" y="17702"/>
                </a:cubicBezTo>
                <a:cubicBezTo>
                  <a:pt x="21089" y="17702"/>
                  <a:pt x="21217" y="17865"/>
                  <a:pt x="21344" y="18027"/>
                </a:cubicBezTo>
                <a:cubicBezTo>
                  <a:pt x="21472" y="18189"/>
                  <a:pt x="21600" y="18514"/>
                  <a:pt x="21600" y="18677"/>
                </a:cubicBezTo>
                <a:close/>
              </a:path>
            </a:pathLst>
          </a:custGeom>
          <a:solidFill>
            <a:srgbClr val="5358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2247" name="Google Shape;3036;g130e7787a26_1_4630"/>
          <p:cNvCxnSpPr/>
          <p:nvPr/>
        </p:nvCxnSpPr>
        <p:spPr>
          <a:xfrm flipV="1">
            <a:off x="7539840" y="243000"/>
            <a:ext cx="720" cy="91080"/>
          </a:xfrm>
          <a:prstGeom prst="straightConnector1">
            <a:avLst/>
          </a:prstGeom>
          <a:ln w="12700">
            <a:solidFill>
              <a:srgbClr val="a6aaa9"/>
            </a:solidFill>
            <a:miter/>
          </a:ln>
        </p:spPr>
      </p:cxnSp>
      <p:sp>
        <p:nvSpPr>
          <p:cNvPr id="2248" name="Google Shape;3037;g130e7787a26_1_4630"/>
          <p:cNvSpPr/>
          <p:nvPr/>
        </p:nvSpPr>
        <p:spPr>
          <a:xfrm>
            <a:off x="7616520" y="196920"/>
            <a:ext cx="1118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Creative &amp; Professional Projects.</a:t>
            </a:r>
            <a:endParaRPr b="0" lang="ru-RU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9" name="PlaceHolder 2"/>
          <p:cNvSpPr>
            <a:spLocks noGrp="1"/>
          </p:cNvSpPr>
          <p:nvPr>
            <p:ph type="sldNum" idx="323"/>
          </p:nvPr>
        </p:nvSpPr>
        <p:spPr>
          <a:xfrm>
            <a:off x="7385760" y="243000"/>
            <a:ext cx="93240" cy="9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E412E1B-8CA4-475B-969C-653446334793}" type="slidenum"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2" name="Google Shape;3040;g130e7787a26_1_4638"/>
          <p:cNvSpPr/>
          <p:nvPr/>
        </p:nvSpPr>
        <p:spPr>
          <a:xfrm>
            <a:off x="834048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3" name="Google Shape;3041;g130e7787a26_1_4638"/>
          <p:cNvSpPr/>
          <p:nvPr/>
        </p:nvSpPr>
        <p:spPr>
          <a:xfrm>
            <a:off x="882612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421d5a"/>
          </a:solidFill>
          <a:ln w="0">
            <a:noFill/>
          </a:ln>
          <a:effectLst>
            <a:outerShdw blurRad="127080" dir="2388334" dist="50610" rotWithShape="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4" name="Google Shape;3042;g130e7787a26_1_4638"/>
          <p:cNvSpPr/>
          <p:nvPr/>
        </p:nvSpPr>
        <p:spPr>
          <a:xfrm>
            <a:off x="8899920" y="4913640"/>
            <a:ext cx="43200" cy="67320"/>
          </a:xfrm>
          <a:custGeom>
            <a:avLst/>
            <a:gdLst>
              <a:gd name="textAreaLeft" fmla="*/ 0 w 43200"/>
              <a:gd name="textAreaRight" fmla="*/ 4392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5" name="Google Shape;3043;g130e7787a26_1_4638"/>
          <p:cNvSpPr/>
          <p:nvPr/>
        </p:nvSpPr>
        <p:spPr>
          <a:xfrm flipH="1">
            <a:off x="8413200" y="4913640"/>
            <a:ext cx="43200" cy="67320"/>
          </a:xfrm>
          <a:custGeom>
            <a:avLst/>
            <a:gdLst>
              <a:gd name="textAreaLeft" fmla="*/ -360 w 43200"/>
              <a:gd name="textAreaRight" fmla="*/ 4356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56" name="Google Shape;3044;g130e7787a26_1_4638"/>
          <p:cNvSpPr/>
          <p:nvPr/>
        </p:nvSpPr>
        <p:spPr>
          <a:xfrm>
            <a:off x="387360" y="265320"/>
            <a:ext cx="492876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2100" strike="noStrike" u="none">
                <a:solidFill>
                  <a:srgbClr val="494949"/>
                </a:solidFill>
                <a:effectLst/>
                <a:uFillTx/>
                <a:latin typeface="Helvetica Neue"/>
                <a:ea typeface="Helvetica Neue"/>
              </a:rPr>
              <a:t>Infographic Collection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7" name="Google Shape;3045;g130e7787a26_1_4638"/>
          <p:cNvCxnSpPr/>
          <p:nvPr/>
        </p:nvCxnSpPr>
        <p:spPr>
          <a:xfrm>
            <a:off x="4228920" y="485640"/>
            <a:ext cx="4415400" cy="720"/>
          </a:xfrm>
          <a:prstGeom prst="straightConnector1">
            <a:avLst/>
          </a:prstGeom>
          <a:ln w="12700">
            <a:solidFill>
              <a:srgbClr val="c2c2c2"/>
            </a:solidFill>
            <a:miter/>
          </a:ln>
        </p:spPr>
      </p:cxnSp>
      <p:sp>
        <p:nvSpPr>
          <p:cNvPr id="2258" name="PlaceHolder 1"/>
          <p:cNvSpPr>
            <a:spLocks noGrp="1"/>
          </p:cNvSpPr>
          <p:nvPr>
            <p:ph type="sldNum" idx="324"/>
          </p:nvPr>
        </p:nvSpPr>
        <p:spPr>
          <a:xfrm>
            <a:off x="8591040" y="486540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2D1DF76-8F1D-46CC-BFBE-D08CBF79521B}" type="slidenum">
              <a: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61" name="Google Shape;3048;g130e7787a26_1_4646"/>
          <p:cNvCxnSpPr/>
          <p:nvPr/>
        </p:nvCxnSpPr>
        <p:spPr>
          <a:xfrm>
            <a:off x="473040" y="4964400"/>
            <a:ext cx="8271720" cy="720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2262" name="PlaceHolder 1"/>
          <p:cNvSpPr>
            <a:spLocks noGrp="1"/>
          </p:cNvSpPr>
          <p:nvPr>
            <p:ph type="body"/>
          </p:nvPr>
        </p:nvSpPr>
        <p:spPr>
          <a:xfrm>
            <a:off x="876240" y="270720"/>
            <a:ext cx="7390800" cy="416160"/>
          </a:xfrm>
          <a:prstGeom prst="rect">
            <a:avLst/>
          </a:prstGeom>
          <a:noFill/>
          <a:ln w="0">
            <a:noFill/>
          </a:ln>
          <a:effectLst>
            <a:outerShdw dist="0" dir="0" blurRad="127080" rotWithShape="0">
              <a:srgbClr val="000000">
                <a:alpha val="40000"/>
              </a:srgbClr>
            </a:outerShdw>
          </a:effectLst>
        </p:spPr>
        <p:txBody>
          <a:bodyPr lIns="25560" rIns="25560" tIns="25560" bIns="2556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3" name="PlaceHolder 2"/>
          <p:cNvSpPr>
            <a:spLocks noGrp="1"/>
          </p:cNvSpPr>
          <p:nvPr>
            <p:ph type="body"/>
          </p:nvPr>
        </p:nvSpPr>
        <p:spPr>
          <a:xfrm>
            <a:off x="876240" y="659520"/>
            <a:ext cx="7390800" cy="236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4" name="PlaceHolder 3"/>
          <p:cNvSpPr>
            <a:spLocks noGrp="1"/>
          </p:cNvSpPr>
          <p:nvPr>
            <p:ph type="sldNum" idx="325"/>
          </p:nvPr>
        </p:nvSpPr>
        <p:spPr>
          <a:xfrm>
            <a:off x="117360" y="4860720"/>
            <a:ext cx="200520" cy="18900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EB0A1FA-7DAB-47A4-B48B-0F701BD756E0}" type="slidenum">
              <a: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6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7" name="Google Shape;3053;g130e7787a26_1_4651"/>
          <p:cNvSpPr/>
          <p:nvPr/>
        </p:nvSpPr>
        <p:spPr>
          <a:xfrm>
            <a:off x="198360" y="187920"/>
            <a:ext cx="3913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startup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68" name="Google Shape;3054;g130e7787a26_1_4651"/>
          <p:cNvCxnSpPr/>
          <p:nvPr/>
        </p:nvCxnSpPr>
        <p:spPr>
          <a:xfrm>
            <a:off x="8783640" y="459360"/>
            <a:ext cx="720" cy="298800"/>
          </a:xfrm>
          <a:prstGeom prst="straightConnector1">
            <a:avLst/>
          </a:prstGeom>
          <a:ln w="38100">
            <a:solidFill>
              <a:srgbClr val="344046"/>
            </a:solidFill>
            <a:miter/>
          </a:ln>
        </p:spPr>
      </p:cxnSp>
      <p:sp>
        <p:nvSpPr>
          <p:cNvPr id="2269" name="Google Shape;3055;g130e7787a26_1_4651"/>
          <p:cNvSpPr/>
          <p:nvPr/>
        </p:nvSpPr>
        <p:spPr>
          <a:xfrm flipH="1" rot="2700000">
            <a:off x="8732520" y="4778640"/>
            <a:ext cx="98640" cy="99000"/>
          </a:xfrm>
          <a:custGeom>
            <a:avLst/>
            <a:gdLst>
              <a:gd name="textAreaLeft" fmla="*/ 0 w 98640"/>
              <a:gd name="textAreaRight" fmla="*/ 99360 w 98640"/>
              <a:gd name="textAreaTop" fmla="*/ 0 h 99000"/>
              <a:gd name="textAreaBottom" fmla="*/ 99720 h 9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35"/>
                </a:moveTo>
                <a:lnTo>
                  <a:pt x="21565" y="35"/>
                </a:lnTo>
                <a:lnTo>
                  <a:pt x="21565" y="0"/>
                </a:lnTo>
                <a:lnTo>
                  <a:pt x="0" y="0"/>
                </a:lnTo>
                <a:lnTo>
                  <a:pt x="0" y="2875"/>
                </a:lnTo>
                <a:lnTo>
                  <a:pt x="18725" y="2875"/>
                </a:lnTo>
                <a:lnTo>
                  <a:pt x="18725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4404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70" name="PlaceHolder 1"/>
          <p:cNvSpPr>
            <a:spLocks noGrp="1"/>
          </p:cNvSpPr>
          <p:nvPr>
            <p:ph type="title"/>
          </p:nvPr>
        </p:nvSpPr>
        <p:spPr>
          <a:xfrm>
            <a:off x="1293480" y="95040"/>
            <a:ext cx="4281480" cy="176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1" name="PlaceHolder 2"/>
          <p:cNvSpPr>
            <a:spLocks noGrp="1"/>
          </p:cNvSpPr>
          <p:nvPr>
            <p:ph type="sldNum" idx="326"/>
          </p:nvPr>
        </p:nvSpPr>
        <p:spPr>
          <a:xfrm>
            <a:off x="8677440" y="197280"/>
            <a:ext cx="209160" cy="206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4292196-654F-4EED-9BD5-03F67C6B7E02}" type="slidenum"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7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4" name="Google Shape;3059;g130e7787a26_1_4657"/>
          <p:cNvSpPr/>
          <p:nvPr/>
        </p:nvSpPr>
        <p:spPr>
          <a:xfrm>
            <a:off x="663120" y="1418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5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6" name="PlaceHolder 2"/>
          <p:cNvSpPr>
            <a:spLocks noGrp="1"/>
          </p:cNvSpPr>
          <p:nvPr>
            <p:ph type="body"/>
          </p:nvPr>
        </p:nvSpPr>
        <p:spPr>
          <a:xfrm>
            <a:off x="5610600" y="1436760"/>
            <a:ext cx="2475000" cy="243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7" name="PlaceHolder 3"/>
          <p:cNvSpPr>
            <a:spLocks noGrp="1"/>
          </p:cNvSpPr>
          <p:nvPr>
            <p:ph type="body"/>
          </p:nvPr>
        </p:nvSpPr>
        <p:spPr>
          <a:xfrm>
            <a:off x="642960" y="1436760"/>
            <a:ext cx="2948760" cy="285804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8" name="Google Shape;3063;g130e7787a26_1_4657" descr="Google Shape;158;p7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9" name="PlaceHolder 4"/>
          <p:cNvSpPr>
            <a:spLocks noGrp="1"/>
          </p:cNvSpPr>
          <p:nvPr>
            <p:ph type="sldNum" idx="327"/>
          </p:nvPr>
        </p:nvSpPr>
        <p:spPr>
          <a:xfrm>
            <a:off x="6553080" y="4506120"/>
            <a:ext cx="585000" cy="5695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09BE7E3-D236-47DE-9C64-06A12B6EDDA9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8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2" name="Google Shape;2916;g130e7787a26_1_4514"/>
          <p:cNvSpPr/>
          <p:nvPr/>
        </p:nvSpPr>
        <p:spPr>
          <a:xfrm>
            <a:off x="663120" y="1418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3" name="PlaceHolder 1"/>
          <p:cNvSpPr>
            <a:spLocks noGrp="1"/>
          </p:cNvSpPr>
          <p:nvPr>
            <p:ph type="sldNum" idx="328"/>
          </p:nvPr>
        </p:nvSpPr>
        <p:spPr>
          <a:xfrm>
            <a:off x="5463720" y="4777200"/>
            <a:ext cx="585000" cy="5695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0D6053D-74CF-4CAC-8D9A-56045021DDA1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8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3532;g130e7787a26_1_513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7" name="Google Shape;3533;g130e7787a26_1_5130" descr="Google Shape;550;p3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8" name="Google Shape;3534;g130e7787a26_1_513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PlaceHolder 1"/>
          <p:cNvSpPr>
            <a:spLocks noGrp="1"/>
          </p:cNvSpPr>
          <p:nvPr>
            <p:ph type="sldNum" idx="32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80AD869-FC74-4D11-B7B2-1A7FC1D4B23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9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92" name="Google Shape;3066;g130e7787a26_1_4664"/>
          <p:cNvGrpSpPr/>
          <p:nvPr/>
        </p:nvGrpSpPr>
        <p:grpSpPr>
          <a:xfrm>
            <a:off x="444960" y="407520"/>
            <a:ext cx="1466280" cy="221760"/>
            <a:chOff x="444960" y="407520"/>
            <a:chExt cx="1466280" cy="221760"/>
          </a:xfrm>
        </p:grpSpPr>
        <p:sp>
          <p:nvSpPr>
            <p:cNvPr id="2293" name="Google Shape;3067;g130e7787a26_1_4664"/>
            <p:cNvSpPr/>
            <p:nvPr/>
          </p:nvSpPr>
          <p:spPr>
            <a:xfrm>
              <a:off x="727200" y="427320"/>
              <a:ext cx="118404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ctr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000001"/>
                  </a:solidFill>
                  <a:effectLst/>
                  <a:uFillTx/>
                  <a:latin typeface="Open Sans SemiBold"/>
                  <a:ea typeface="Open Sans SemiBold"/>
                </a:rPr>
                <a:t>BUSINESS TOOLS </a:t>
              </a:r>
              <a:r>
                <a:rPr b="1" lang="ru" sz="600" strike="noStrike" u="none">
                  <a:solidFill>
                    <a:srgbClr val="000001"/>
                  </a:solidFill>
                  <a:effectLst/>
                  <a:uFillTx/>
                  <a:latin typeface="Open Sans"/>
                  <a:ea typeface="Open Sans"/>
                </a:rPr>
                <a:t>PRO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4" name="Google Shape;3068;g130e7787a26_1_4664"/>
            <p:cNvSpPr/>
            <p:nvPr/>
          </p:nvSpPr>
          <p:spPr>
            <a:xfrm>
              <a:off x="444960" y="407520"/>
              <a:ext cx="199440" cy="221760"/>
            </a:xfrm>
            <a:custGeom>
              <a:avLst/>
              <a:gdLst>
                <a:gd name="textAreaLeft" fmla="*/ 0 w 199440"/>
                <a:gd name="textAreaRight" fmla="*/ 200160 w 199440"/>
                <a:gd name="textAreaTop" fmla="*/ 0 h 221760"/>
                <a:gd name="textAreaBottom" fmla="*/ 222480 h 221760"/>
              </a:gdLst>
              <a:ahLst/>
              <a:cxnLst/>
              <a:rect l="textAreaLeft" t="textAreaTop" r="textAreaRight" b="textAreaBottom"/>
              <a:pathLst>
                <a:path w="21575" h="21600">
                  <a:moveTo>
                    <a:pt x="5602" y="0"/>
                  </a:moveTo>
                  <a:cubicBezTo>
                    <a:pt x="5252" y="29"/>
                    <a:pt x="4921" y="153"/>
                    <a:pt x="4651" y="356"/>
                  </a:cubicBezTo>
                  <a:cubicBezTo>
                    <a:pt x="4352" y="581"/>
                    <a:pt x="4145" y="891"/>
                    <a:pt x="4064" y="1234"/>
                  </a:cubicBezTo>
                  <a:lnTo>
                    <a:pt x="0" y="21600"/>
                  </a:lnTo>
                  <a:lnTo>
                    <a:pt x="20473" y="15097"/>
                  </a:lnTo>
                  <a:cubicBezTo>
                    <a:pt x="20837" y="14990"/>
                    <a:pt x="21145" y="14768"/>
                    <a:pt x="21343" y="14473"/>
                  </a:cubicBezTo>
                  <a:cubicBezTo>
                    <a:pt x="21502" y="14236"/>
                    <a:pt x="21581" y="13962"/>
                    <a:pt x="21570" y="13685"/>
                  </a:cubicBezTo>
                  <a:lnTo>
                    <a:pt x="21570" y="1341"/>
                  </a:lnTo>
                  <a:cubicBezTo>
                    <a:pt x="21600" y="1015"/>
                    <a:pt x="21487" y="692"/>
                    <a:pt x="21255" y="441"/>
                  </a:cubicBezTo>
                  <a:cubicBezTo>
                    <a:pt x="21028" y="195"/>
                    <a:pt x="20705" y="37"/>
                    <a:pt x="20352" y="0"/>
                  </a:cubicBezTo>
                  <a:lnTo>
                    <a:pt x="5602" y="0"/>
                  </a:lnTo>
                  <a:close/>
                  <a:moveTo>
                    <a:pt x="9446" y="2655"/>
                  </a:moveTo>
                  <a:cubicBezTo>
                    <a:pt x="9939" y="2660"/>
                    <a:pt x="10346" y="3005"/>
                    <a:pt x="10380" y="3449"/>
                  </a:cubicBezTo>
                  <a:lnTo>
                    <a:pt x="10380" y="6492"/>
                  </a:lnTo>
                  <a:cubicBezTo>
                    <a:pt x="13122" y="4877"/>
                    <a:pt x="16786" y="6465"/>
                    <a:pt x="17101" y="9404"/>
                  </a:cubicBezTo>
                  <a:cubicBezTo>
                    <a:pt x="17343" y="11666"/>
                    <a:pt x="15308" y="13594"/>
                    <a:pt x="12765" y="13570"/>
                  </a:cubicBezTo>
                  <a:cubicBezTo>
                    <a:pt x="10462" y="13548"/>
                    <a:pt x="8580" y="11907"/>
                    <a:pt x="8478" y="9832"/>
                  </a:cubicBezTo>
                  <a:lnTo>
                    <a:pt x="8478" y="3496"/>
                  </a:lnTo>
                  <a:cubicBezTo>
                    <a:pt x="8491" y="3024"/>
                    <a:pt x="8922" y="2650"/>
                    <a:pt x="9446" y="2655"/>
                  </a:cubicBezTo>
                  <a:close/>
                  <a:moveTo>
                    <a:pt x="12799" y="7557"/>
                  </a:moveTo>
                  <a:cubicBezTo>
                    <a:pt x="12185" y="7557"/>
                    <a:pt x="11571" y="7768"/>
                    <a:pt x="11102" y="8191"/>
                  </a:cubicBezTo>
                  <a:cubicBezTo>
                    <a:pt x="10165" y="9035"/>
                    <a:pt x="10165" y="10405"/>
                    <a:pt x="11102" y="11250"/>
                  </a:cubicBezTo>
                  <a:cubicBezTo>
                    <a:pt x="12039" y="12095"/>
                    <a:pt x="13558" y="12095"/>
                    <a:pt x="14495" y="11250"/>
                  </a:cubicBezTo>
                  <a:cubicBezTo>
                    <a:pt x="15432" y="10405"/>
                    <a:pt x="15432" y="9035"/>
                    <a:pt x="14495" y="8191"/>
                  </a:cubicBezTo>
                  <a:cubicBezTo>
                    <a:pt x="14027" y="7768"/>
                    <a:pt x="13413" y="7557"/>
                    <a:pt x="12799" y="7557"/>
                  </a:cubicBezTo>
                  <a:close/>
                </a:path>
              </a:pathLst>
            </a:custGeom>
            <a:solidFill>
              <a:srgbClr val="326e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295" name="PlaceHolder 1"/>
          <p:cNvSpPr>
            <a:spLocks noGrp="1"/>
          </p:cNvSpPr>
          <p:nvPr>
            <p:ph type="sldNum" idx="330"/>
          </p:nvPr>
        </p:nvSpPr>
        <p:spPr>
          <a:xfrm>
            <a:off x="8536320" y="425520"/>
            <a:ext cx="135360" cy="1206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415D825-EA10-4C0E-B1F9-D5157F7F02D3}" type="slidenum">
              <a: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9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98" name="Google Shape;3071;g130e7787a26_1_4669"/>
          <p:cNvGrpSpPr/>
          <p:nvPr/>
        </p:nvGrpSpPr>
        <p:grpSpPr>
          <a:xfrm>
            <a:off x="423360" y="4540320"/>
            <a:ext cx="1567800" cy="320760"/>
            <a:chOff x="423360" y="4540320"/>
            <a:chExt cx="1567800" cy="320760"/>
          </a:xfrm>
        </p:grpSpPr>
        <p:sp>
          <p:nvSpPr>
            <p:cNvPr id="2299" name="Google Shape;3072;g130e7787a26_1_4669"/>
            <p:cNvSpPr/>
            <p:nvPr/>
          </p:nvSpPr>
          <p:spPr>
            <a:xfrm>
              <a:off x="426240" y="4540320"/>
              <a:ext cx="1564920" cy="22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10800" tIns="10800" bIns="10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0077bf"/>
                  </a:solidFill>
                  <a:effectLst/>
                  <a:uFillTx/>
                  <a:latin typeface="Open Sans SemiBold"/>
                  <a:ea typeface="Open Sans SemiBold"/>
                </a:rPr>
                <a:t>Funnel Pack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0" name="Google Shape;3073;g130e7787a26_1_4669"/>
            <p:cNvSpPr/>
            <p:nvPr/>
          </p:nvSpPr>
          <p:spPr>
            <a:xfrm>
              <a:off x="423360" y="4742280"/>
              <a:ext cx="1078920" cy="11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960" rIns="12960" tIns="12960" bIns="1296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01" name="PlaceHolder 1"/>
          <p:cNvSpPr>
            <a:spLocks noGrp="1"/>
          </p:cNvSpPr>
          <p:nvPr>
            <p:ph type="title"/>
          </p:nvPr>
        </p:nvSpPr>
        <p:spPr>
          <a:xfrm>
            <a:off x="795240" y="854280"/>
            <a:ext cx="7313400" cy="81612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2" name="PlaceHolder 2"/>
          <p:cNvSpPr>
            <a:spLocks noGrp="1"/>
          </p:cNvSpPr>
          <p:nvPr>
            <p:ph type="body"/>
          </p:nvPr>
        </p:nvSpPr>
        <p:spPr>
          <a:xfrm>
            <a:off x="851760" y="1751400"/>
            <a:ext cx="7678080" cy="263196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3" name="PlaceHolder 3"/>
          <p:cNvSpPr>
            <a:spLocks noGrp="1"/>
          </p:cNvSpPr>
          <p:nvPr>
            <p:ph type="sldNum" idx="331"/>
          </p:nvPr>
        </p:nvSpPr>
        <p:spPr>
          <a:xfrm>
            <a:off x="8547480" y="4686480"/>
            <a:ext cx="149760" cy="14364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0621DB5-7618-412A-AF3A-19505B416AAA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PlaceHolder 1"/>
          <p:cNvSpPr>
            <a:spLocks noGrp="1"/>
          </p:cNvSpPr>
          <p:nvPr>
            <p:ph type="sldNum" idx="332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5CAA993-4883-4C15-9E3F-52B697FC8AA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0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9" name="Google Shape;3080;g130e7787a26_1_4678"/>
          <p:cNvSpPr/>
          <p:nvPr/>
        </p:nvSpPr>
        <p:spPr>
          <a:xfrm>
            <a:off x="663120" y="1418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1"/>
          <p:cNvSpPr>
            <a:spLocks noGrp="1"/>
          </p:cNvSpPr>
          <p:nvPr>
            <p:ph type="sldNum" idx="333"/>
          </p:nvPr>
        </p:nvSpPr>
        <p:spPr>
          <a:xfrm>
            <a:off x="5463720" y="4777200"/>
            <a:ext cx="585000" cy="5695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56D31F-AA09-441A-8EB1-96B6A338844E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1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1"/>
          <p:cNvSpPr>
            <a:spLocks noGrp="1"/>
          </p:cNvSpPr>
          <p:nvPr>
            <p:ph type="body"/>
          </p:nvPr>
        </p:nvSpPr>
        <p:spPr>
          <a:xfrm>
            <a:off x="450360" y="4447440"/>
            <a:ext cx="8238600" cy="23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4" name="PlaceHolder 2"/>
          <p:cNvSpPr>
            <a:spLocks noGrp="1"/>
          </p:cNvSpPr>
          <p:nvPr>
            <p:ph type="title"/>
          </p:nvPr>
        </p:nvSpPr>
        <p:spPr>
          <a:xfrm>
            <a:off x="452520" y="96552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5" name="PlaceHolder 3"/>
          <p:cNvSpPr>
            <a:spLocks noGrp="1"/>
          </p:cNvSpPr>
          <p:nvPr>
            <p:ph type="body"/>
          </p:nvPr>
        </p:nvSpPr>
        <p:spPr>
          <a:xfrm>
            <a:off x="450360" y="2708640"/>
            <a:ext cx="8238600" cy="7135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6" name="PlaceHolder 4"/>
          <p:cNvSpPr>
            <a:spLocks noGrp="1"/>
          </p:cNvSpPr>
          <p:nvPr>
            <p:ph type="sldNum" idx="334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30700C3-C724-4006-9BBE-4B1666FB281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1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9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67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0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1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2" name="PlaceHolder 4"/>
          <p:cNvSpPr>
            <a:spLocks noGrp="1"/>
          </p:cNvSpPr>
          <p:nvPr>
            <p:ph type="sldNum" idx="335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D06600A-C0A3-4F13-A3A1-F0D2F75DEEB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2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5" name="PlaceHolder 1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6" name="PlaceHolder 2"/>
          <p:cNvSpPr>
            <a:spLocks noGrp="1"/>
          </p:cNvSpPr>
          <p:nvPr>
            <p:ph type="sldNum" idx="336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7E3102F-23D1-49A6-9C16-CB737E1FAB4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2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9" name="PlaceHolder 1"/>
          <p:cNvSpPr>
            <a:spLocks noGrp="1"/>
          </p:cNvSpPr>
          <p:nvPr>
            <p:ph type="body"/>
          </p:nvPr>
        </p:nvSpPr>
        <p:spPr>
          <a:xfrm>
            <a:off x="452520" y="889920"/>
            <a:ext cx="3666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0" name="PlaceHolder 2"/>
          <p:cNvSpPr>
            <a:spLocks noGrp="1"/>
          </p:cNvSpPr>
          <p:nvPr>
            <p:ph type="body"/>
          </p:nvPr>
        </p:nvSpPr>
        <p:spPr>
          <a:xfrm>
            <a:off x="452520" y="1593360"/>
            <a:ext cx="3666600" cy="30956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1" name="PlaceHolder 3"/>
          <p:cNvSpPr>
            <a:spLocks noGrp="1"/>
          </p:cNvSpPr>
          <p:nvPr>
            <p:ph type="body"/>
          </p:nvPr>
        </p:nvSpPr>
        <p:spPr>
          <a:xfrm>
            <a:off x="4572000" y="-152640"/>
            <a:ext cx="4093200" cy="545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2" name="PlaceHolder 4"/>
          <p:cNvSpPr>
            <a:spLocks noGrp="1"/>
          </p:cNvSpPr>
          <p:nvPr>
            <p:ph type="title"/>
          </p:nvPr>
        </p:nvSpPr>
        <p:spPr>
          <a:xfrm>
            <a:off x="452520" y="404640"/>
            <a:ext cx="3666600" cy="5374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3" name="PlaceHolder 5"/>
          <p:cNvSpPr>
            <a:spLocks noGrp="1"/>
          </p:cNvSpPr>
          <p:nvPr>
            <p:ph type="sldNum" idx="337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DBDCC01-DD22-4346-8198-A9A5A3FFB88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3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6" name="PlaceHolder 1"/>
          <p:cNvSpPr>
            <a:spLocks noGrp="1"/>
          </p:cNvSpPr>
          <p:nvPr>
            <p:ph type="title"/>
          </p:nvPr>
        </p:nvSpPr>
        <p:spPr>
          <a:xfrm>
            <a:off x="452520" y="170028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7" name="PlaceHolder 2"/>
          <p:cNvSpPr>
            <a:spLocks noGrp="1"/>
          </p:cNvSpPr>
          <p:nvPr>
            <p:ph type="sldNum" idx="338"/>
          </p:nvPr>
        </p:nvSpPr>
        <p:spPr>
          <a:xfrm>
            <a:off x="4500000" y="491652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5EA093B-76DE-4391-BBC9-846A7F616B5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3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0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2" name="PlaceHolder 3"/>
          <p:cNvSpPr>
            <a:spLocks noGrp="1"/>
          </p:cNvSpPr>
          <p:nvPr>
            <p:ph type="sldNum" idx="339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ABA4160-94BA-41BD-B751-3F407CBABB5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4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5" name="Google Shape;3537;g130e7787a26_1_513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6" name="Google Shape;3538;g130e7787a26_1_5135" descr="Google Shape;553;p3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7" name="Google Shape;3539;g130e7787a26_1_513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8" name="PlaceHolder 1"/>
          <p:cNvSpPr>
            <a:spLocks noGrp="1"/>
          </p:cNvSpPr>
          <p:nvPr>
            <p:ph type="sldNum" idx="34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2E888CC-AC32-4E46-A19C-A84D8FF0B3E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5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1" name="Google Shape;2919;g130e7787a26_1_4517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52" name="Google Shape;2920;g130e7787a26_1_451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3" name="Google Shape;2921;g130e7787a26_1_4517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54" name="PlaceHolder 1"/>
          <p:cNvSpPr>
            <a:spLocks noGrp="1"/>
          </p:cNvSpPr>
          <p:nvPr>
            <p:ph type="sldNum" idx="34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308E4C9-2317-4665-98D3-3036B60145D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5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7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8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9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0" name="PlaceHolder 4"/>
          <p:cNvSpPr>
            <a:spLocks noGrp="1"/>
          </p:cNvSpPr>
          <p:nvPr>
            <p:ph type="sldNum" idx="342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3D04F21-2797-44B9-BC95-483FA71CA75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3" name="PlaceHolder 1"/>
          <p:cNvSpPr>
            <a:spLocks noGrp="1"/>
          </p:cNvSpPr>
          <p:nvPr>
            <p:ph type="body"/>
          </p:nvPr>
        </p:nvSpPr>
        <p:spPr>
          <a:xfrm>
            <a:off x="452520" y="1845360"/>
            <a:ext cx="8238600" cy="14522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4" name="PlaceHolder 2"/>
          <p:cNvSpPr>
            <a:spLocks noGrp="1"/>
          </p:cNvSpPr>
          <p:nvPr>
            <p:ph type="sldNum" idx="343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EE79575-FE9A-4399-B7D3-36327D084DB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6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7" name="PlaceHolder 1"/>
          <p:cNvSpPr>
            <a:spLocks noGrp="1"/>
          </p:cNvSpPr>
          <p:nvPr>
            <p:ph type="body"/>
          </p:nvPr>
        </p:nvSpPr>
        <p:spPr>
          <a:xfrm>
            <a:off x="452520" y="403560"/>
            <a:ext cx="8238600" cy="27147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8" name="PlaceHolder 2"/>
          <p:cNvSpPr>
            <a:spLocks noGrp="1"/>
          </p:cNvSpPr>
          <p:nvPr>
            <p:ph type="body"/>
          </p:nvPr>
        </p:nvSpPr>
        <p:spPr>
          <a:xfrm>
            <a:off x="452520" y="309816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9" name="PlaceHolder 3"/>
          <p:cNvSpPr>
            <a:spLocks noGrp="1"/>
          </p:cNvSpPr>
          <p:nvPr>
            <p:ph type="sldNum" idx="344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2B9E1B6-5081-45B1-AC20-3B15950D45A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2" name="PlaceHolder 1"/>
          <p:cNvSpPr>
            <a:spLocks noGrp="1"/>
          </p:cNvSpPr>
          <p:nvPr>
            <p:ph type="body"/>
          </p:nvPr>
        </p:nvSpPr>
        <p:spPr>
          <a:xfrm>
            <a:off x="911160" y="4003200"/>
            <a:ext cx="7574400" cy="23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3" name="PlaceHolder 2"/>
          <p:cNvSpPr>
            <a:spLocks noGrp="1"/>
          </p:cNvSpPr>
          <p:nvPr>
            <p:ph type="body"/>
          </p:nvPr>
        </p:nvSpPr>
        <p:spPr>
          <a:xfrm>
            <a:off x="657720" y="1852560"/>
            <a:ext cx="7827840" cy="14382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4" name="PlaceHolder 3"/>
          <p:cNvSpPr>
            <a:spLocks noGrp="1"/>
          </p:cNvSpPr>
          <p:nvPr>
            <p:ph type="sldNum" idx="345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4059B4A-EA7F-4395-AA84-330AEE58CF3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7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7" name="PlaceHolder 1"/>
          <p:cNvSpPr>
            <a:spLocks noGrp="1"/>
          </p:cNvSpPr>
          <p:nvPr>
            <p:ph type="body"/>
          </p:nvPr>
        </p:nvSpPr>
        <p:spPr>
          <a:xfrm>
            <a:off x="5910120" y="380880"/>
            <a:ext cx="2788920" cy="223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8" name="PlaceHolder 2"/>
          <p:cNvSpPr>
            <a:spLocks noGrp="1"/>
          </p:cNvSpPr>
          <p:nvPr>
            <p:ph type="body"/>
          </p:nvPr>
        </p:nvSpPr>
        <p:spPr>
          <a:xfrm>
            <a:off x="5062680" y="1491840"/>
            <a:ext cx="3913920" cy="45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9" name="PlaceHolder 3"/>
          <p:cNvSpPr>
            <a:spLocks noGrp="1"/>
          </p:cNvSpPr>
          <p:nvPr>
            <p:ph type="body"/>
          </p:nvPr>
        </p:nvSpPr>
        <p:spPr>
          <a:xfrm>
            <a:off x="-52560" y="185760"/>
            <a:ext cx="6228720" cy="467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0" name="PlaceHolder 4"/>
          <p:cNvSpPr>
            <a:spLocks noGrp="1"/>
          </p:cNvSpPr>
          <p:nvPr>
            <p:ph type="sldNum" idx="346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D8CBE16-4402-4568-8DC6-D4FE4A43B07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8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3" name="PlaceHolder 1"/>
          <p:cNvSpPr>
            <a:spLocks noGrp="1"/>
          </p:cNvSpPr>
          <p:nvPr>
            <p:ph type="body"/>
          </p:nvPr>
        </p:nvSpPr>
        <p:spPr>
          <a:xfrm>
            <a:off x="-500040" y="-2071800"/>
            <a:ext cx="10143360" cy="811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4" name="PlaceHolder 2"/>
          <p:cNvSpPr>
            <a:spLocks noGrp="1"/>
          </p:cNvSpPr>
          <p:nvPr>
            <p:ph type="sldNum" idx="347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BC1A49D-0D38-4673-A6AD-BC9209FAF45F}" type="slidenum">
              <a:rPr b="0" lang="ru" sz="700" strike="noStrike" u="non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8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7" name="Google Shape;3133;g130e7787a26_1_4731"/>
          <p:cNvSpPr/>
          <p:nvPr/>
        </p:nvSpPr>
        <p:spPr>
          <a:xfrm>
            <a:off x="8256960" y="4690080"/>
            <a:ext cx="254160" cy="254160"/>
          </a:xfrm>
          <a:prstGeom prst="ellipse">
            <a:avLst/>
          </a:prstGeom>
          <a:solidFill>
            <a:srgbClr val="00af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2388" name="Google Shape;3134;g130e7787a26_1_4731"/>
          <p:cNvCxnSpPr/>
          <p:nvPr/>
        </p:nvCxnSpPr>
        <p:spPr>
          <a:xfrm flipH="1">
            <a:off x="1464480" y="4818600"/>
            <a:ext cx="6652800" cy="720"/>
          </a:xfrm>
          <a:prstGeom prst="straightConnector1">
            <a:avLst/>
          </a:prstGeom>
          <a:ln w="19050">
            <a:solidFill>
              <a:srgbClr val="00afd2"/>
            </a:solidFill>
            <a:miter/>
          </a:ln>
        </p:spPr>
      </p:cxnSp>
      <p:sp>
        <p:nvSpPr>
          <p:cNvPr id="2389" name="Google Shape;3135;g130e7787a26_1_4731"/>
          <p:cNvSpPr/>
          <p:nvPr/>
        </p:nvSpPr>
        <p:spPr>
          <a:xfrm>
            <a:off x="630000" y="4740120"/>
            <a:ext cx="888840" cy="1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00afd2"/>
                </a:solidFill>
                <a:effectLst/>
                <a:uFillTx/>
                <a:latin typeface="Helvetica Neue"/>
                <a:ea typeface="Helvetica Neue"/>
              </a:rPr>
              <a:t>Business </a:t>
            </a:r>
            <a:r>
              <a:rPr b="0" lang="ru" sz="800" strike="noStrike" u="none">
                <a:solidFill>
                  <a:srgbClr val="050a19"/>
                </a:solidFill>
                <a:effectLst/>
                <a:uFillTx/>
                <a:latin typeface="Helvetica Neue"/>
                <a:ea typeface="Helvetica Neue"/>
              </a:rPr>
              <a:t>Plan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0" name="PlaceHolder 1"/>
          <p:cNvSpPr>
            <a:spLocks noGrp="1"/>
          </p:cNvSpPr>
          <p:nvPr>
            <p:ph type="body"/>
          </p:nvPr>
        </p:nvSpPr>
        <p:spPr>
          <a:xfrm>
            <a:off x="628560" y="685080"/>
            <a:ext cx="78861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1" name="PlaceHolder 2"/>
          <p:cNvSpPr>
            <a:spLocks noGrp="1"/>
          </p:cNvSpPr>
          <p:nvPr>
            <p:ph type="title"/>
          </p:nvPr>
        </p:nvSpPr>
        <p:spPr>
          <a:xfrm>
            <a:off x="625680" y="187920"/>
            <a:ext cx="7891560" cy="5248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2" name="PlaceHolder 3"/>
          <p:cNvSpPr>
            <a:spLocks noGrp="1"/>
          </p:cNvSpPr>
          <p:nvPr>
            <p:ph type="sldNum" idx="348"/>
          </p:nvPr>
        </p:nvSpPr>
        <p:spPr>
          <a:xfrm>
            <a:off x="8305560" y="4721040"/>
            <a:ext cx="156960" cy="1508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366978C-712F-4502-8033-86BBB240DC4E}" type="slidenum">
              <a:rPr b="0" lang="ru" sz="800" strike="noStrike" u="non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9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5" name="PlaceHolder 1"/>
          <p:cNvSpPr>
            <a:spLocks noGrp="1"/>
          </p:cNvSpPr>
          <p:nvPr>
            <p:ph type="body"/>
          </p:nvPr>
        </p:nvSpPr>
        <p:spPr>
          <a:xfrm>
            <a:off x="757080" y="784080"/>
            <a:ext cx="7757280" cy="18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6" name="PlaceHolder 2"/>
          <p:cNvSpPr>
            <a:spLocks noGrp="1"/>
          </p:cNvSpPr>
          <p:nvPr>
            <p:ph type="title"/>
          </p:nvPr>
        </p:nvSpPr>
        <p:spPr>
          <a:xfrm>
            <a:off x="757080" y="271440"/>
            <a:ext cx="7757280" cy="50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97" name="Google Shape;3142;g130e7787a26_1_4738"/>
          <p:cNvCxnSpPr/>
          <p:nvPr/>
        </p:nvCxnSpPr>
        <p:spPr>
          <a:xfrm>
            <a:off x="645840" y="342720"/>
            <a:ext cx="720" cy="60804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cxnSp>
        <p:nvCxnSpPr>
          <p:cNvPr id="2398" name="Google Shape;3143;g130e7787a26_1_4738"/>
          <p:cNvCxnSpPr/>
          <p:nvPr/>
        </p:nvCxnSpPr>
        <p:spPr>
          <a:xfrm>
            <a:off x="8497800" y="4800600"/>
            <a:ext cx="720" cy="149760"/>
          </a:xfrm>
          <a:prstGeom prst="straightConnector1">
            <a:avLst/>
          </a:prstGeom>
          <a:ln w="88900">
            <a:solidFill>
              <a:srgbClr val="83c25a"/>
            </a:solidFill>
            <a:miter/>
          </a:ln>
        </p:spPr>
      </p:cxnSp>
      <p:sp>
        <p:nvSpPr>
          <p:cNvPr id="2399" name="PlaceHolder 3"/>
          <p:cNvSpPr>
            <a:spLocks noGrp="1"/>
          </p:cNvSpPr>
          <p:nvPr>
            <p:ph type="sldNum" idx="349"/>
          </p:nvPr>
        </p:nvSpPr>
        <p:spPr>
          <a:xfrm>
            <a:off x="8291880" y="4795920"/>
            <a:ext cx="129240" cy="13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487462-C39B-414B-B152-9D9784679258}" type="slidenum">
              <a:rPr b="0" lang="ru" sz="900" strike="noStrike" u="none">
                <a:solidFill>
                  <a:srgbClr val="282828"/>
                </a:solidFill>
                <a:effectLst/>
                <a:uFillTx/>
                <a:latin typeface="Lato Light"/>
                <a:ea typeface="Lato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0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02" name="Google Shape;3146;g130e7787a26_1_4744"/>
          <p:cNvGrpSpPr/>
          <p:nvPr/>
        </p:nvGrpSpPr>
        <p:grpSpPr>
          <a:xfrm>
            <a:off x="413640" y="4518000"/>
            <a:ext cx="1564920" cy="309600"/>
            <a:chOff x="413640" y="4518000"/>
            <a:chExt cx="1564920" cy="309600"/>
          </a:xfrm>
        </p:grpSpPr>
        <p:sp>
          <p:nvSpPr>
            <p:cNvPr id="2403" name="Google Shape;3147;g130e7787a26_1_4744"/>
            <p:cNvSpPr/>
            <p:nvPr/>
          </p:nvSpPr>
          <p:spPr>
            <a:xfrm>
              <a:off x="413640" y="4518000"/>
              <a:ext cx="1564920" cy="22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10800" tIns="10800" bIns="1080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df797d"/>
                  </a:solidFill>
                  <a:effectLst/>
                  <a:uFillTx/>
                  <a:latin typeface="Open Sans SemiBold"/>
                  <a:ea typeface="Open Sans SemiBold"/>
                </a:rPr>
                <a:t>Business Plan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4" name="Google Shape;3148;g130e7787a26_1_4744"/>
            <p:cNvSpPr/>
            <p:nvPr/>
          </p:nvSpPr>
          <p:spPr>
            <a:xfrm>
              <a:off x="413640" y="4708800"/>
              <a:ext cx="1078920" cy="11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960" rIns="12960" tIns="12960" bIns="1296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05" name="PlaceHolder 1"/>
          <p:cNvSpPr>
            <a:spLocks noGrp="1"/>
          </p:cNvSpPr>
          <p:nvPr>
            <p:ph type="sldNum" idx="350"/>
          </p:nvPr>
        </p:nvSpPr>
        <p:spPr>
          <a:xfrm>
            <a:off x="8624520" y="4686480"/>
            <a:ext cx="149760" cy="20448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spAutoFit/>
          </a:bodyPr>
          <a:lstStyle>
            <a:lvl1pPr indent="0" algn="just">
              <a:lnSpc>
                <a:spcPct val="15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fld id="{5062067E-8C13-4D2F-9341-F1452DDD0B47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0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8" name="Google Shape;3542;g130e7787a26_1_514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9" name="Google Shape;3543;g130e7787a26_1_5140" descr="Google Shape;556;p3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0" name="Google Shape;3544;g130e7787a26_1_514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1" name="PlaceHolder 1"/>
          <p:cNvSpPr>
            <a:spLocks noGrp="1"/>
          </p:cNvSpPr>
          <p:nvPr>
            <p:ph type="sldNum" idx="35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F883FD-4E0D-4A18-9AAC-5541197E3A7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1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14" name="Google Shape;3151;g130e7787a26_1_4749"/>
          <p:cNvGrpSpPr/>
          <p:nvPr/>
        </p:nvGrpSpPr>
        <p:grpSpPr>
          <a:xfrm>
            <a:off x="502920" y="4627080"/>
            <a:ext cx="974520" cy="174240"/>
            <a:chOff x="502920" y="4627080"/>
            <a:chExt cx="974520" cy="174240"/>
          </a:xfrm>
        </p:grpSpPr>
        <p:sp>
          <p:nvSpPr>
            <p:cNvPr id="2415" name="Google Shape;3152;g130e7787a26_1_4749"/>
            <p:cNvSpPr/>
            <p:nvPr/>
          </p:nvSpPr>
          <p:spPr>
            <a:xfrm>
              <a:off x="1293120" y="4653000"/>
              <a:ext cx="184320" cy="147960"/>
            </a:xfrm>
            <a:custGeom>
              <a:avLst/>
              <a:gdLst>
                <a:gd name="textAreaLeft" fmla="*/ 0 w 184320"/>
                <a:gd name="textAreaRight" fmla="*/ 185040 w 184320"/>
                <a:gd name="textAreaTop" fmla="*/ 0 h 147960"/>
                <a:gd name="textAreaBottom" fmla="*/ 148680 h 1479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21600" y="2606"/>
                  </a:moveTo>
                  <a:cubicBezTo>
                    <a:pt x="20757" y="3127"/>
                    <a:pt x="19913" y="3648"/>
                    <a:pt x="19117" y="3648"/>
                  </a:cubicBezTo>
                  <a:cubicBezTo>
                    <a:pt x="19913" y="3127"/>
                    <a:pt x="20757" y="2085"/>
                    <a:pt x="20757" y="579"/>
                  </a:cubicBezTo>
                  <a:cubicBezTo>
                    <a:pt x="19913" y="1100"/>
                    <a:pt x="19117" y="1564"/>
                    <a:pt x="18226" y="2085"/>
                  </a:cubicBezTo>
                  <a:cubicBezTo>
                    <a:pt x="17430" y="1100"/>
                    <a:pt x="16165" y="0"/>
                    <a:pt x="14947" y="0"/>
                  </a:cubicBezTo>
                  <a:cubicBezTo>
                    <a:pt x="12416" y="0"/>
                    <a:pt x="10355" y="2606"/>
                    <a:pt x="10355" y="5675"/>
                  </a:cubicBezTo>
                  <a:cubicBezTo>
                    <a:pt x="10355" y="6196"/>
                    <a:pt x="10355" y="6717"/>
                    <a:pt x="10777" y="6717"/>
                  </a:cubicBezTo>
                  <a:cubicBezTo>
                    <a:pt x="7075" y="6717"/>
                    <a:pt x="3702" y="4691"/>
                    <a:pt x="1640" y="1100"/>
                  </a:cubicBezTo>
                  <a:cubicBezTo>
                    <a:pt x="1218" y="2085"/>
                    <a:pt x="797" y="3127"/>
                    <a:pt x="797" y="4169"/>
                  </a:cubicBezTo>
                  <a:cubicBezTo>
                    <a:pt x="797" y="5675"/>
                    <a:pt x="1640" y="7760"/>
                    <a:pt x="2858" y="8744"/>
                  </a:cubicBezTo>
                  <a:cubicBezTo>
                    <a:pt x="2062" y="8281"/>
                    <a:pt x="1640" y="8281"/>
                    <a:pt x="797" y="7760"/>
                  </a:cubicBezTo>
                  <a:cubicBezTo>
                    <a:pt x="797" y="10308"/>
                    <a:pt x="2483" y="12856"/>
                    <a:pt x="4592" y="13377"/>
                  </a:cubicBezTo>
                  <a:cubicBezTo>
                    <a:pt x="4170" y="13377"/>
                    <a:pt x="3702" y="13377"/>
                    <a:pt x="3280" y="13377"/>
                  </a:cubicBezTo>
                  <a:cubicBezTo>
                    <a:pt x="2858" y="13377"/>
                    <a:pt x="2858" y="13377"/>
                    <a:pt x="2483" y="13377"/>
                  </a:cubicBezTo>
                  <a:cubicBezTo>
                    <a:pt x="2858" y="15404"/>
                    <a:pt x="4592" y="17025"/>
                    <a:pt x="6653" y="17025"/>
                  </a:cubicBezTo>
                  <a:cubicBezTo>
                    <a:pt x="4967" y="18473"/>
                    <a:pt x="3280" y="19573"/>
                    <a:pt x="1218" y="19573"/>
                  </a:cubicBezTo>
                  <a:cubicBezTo>
                    <a:pt x="797" y="19573"/>
                    <a:pt x="375" y="19573"/>
                    <a:pt x="0" y="19573"/>
                  </a:cubicBezTo>
                  <a:cubicBezTo>
                    <a:pt x="2062" y="21079"/>
                    <a:pt x="4170" y="21600"/>
                    <a:pt x="6653" y="21600"/>
                  </a:cubicBezTo>
                  <a:cubicBezTo>
                    <a:pt x="14947" y="21600"/>
                    <a:pt x="19117" y="13377"/>
                    <a:pt x="19117" y="6196"/>
                  </a:cubicBezTo>
                  <a:lnTo>
                    <a:pt x="19117" y="5675"/>
                  </a:lnTo>
                  <a:cubicBezTo>
                    <a:pt x="20335" y="4691"/>
                    <a:pt x="20757" y="4169"/>
                    <a:pt x="21600" y="2606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6" name="Google Shape;3153;g130e7787a26_1_4749"/>
            <p:cNvSpPr/>
            <p:nvPr/>
          </p:nvSpPr>
          <p:spPr>
            <a:xfrm>
              <a:off x="897840" y="4627080"/>
              <a:ext cx="170280" cy="17388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3880"/>
                <a:gd name="textAreaBottom" fmla="*/ 174600 h 1738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7534" y="10601"/>
                  </a:moveTo>
                  <a:cubicBezTo>
                    <a:pt x="17534" y="14135"/>
                    <a:pt x="14434" y="17220"/>
                    <a:pt x="10825" y="17220"/>
                  </a:cubicBezTo>
                  <a:cubicBezTo>
                    <a:pt x="7217" y="17220"/>
                    <a:pt x="4015" y="14135"/>
                    <a:pt x="4015" y="10601"/>
                  </a:cubicBezTo>
                  <a:cubicBezTo>
                    <a:pt x="4015" y="10103"/>
                    <a:pt x="4472" y="10103"/>
                    <a:pt x="4472" y="9705"/>
                  </a:cubicBezTo>
                  <a:cubicBezTo>
                    <a:pt x="0" y="9705"/>
                    <a:pt x="0" y="9705"/>
                    <a:pt x="0" y="9705"/>
                  </a:cubicBezTo>
                  <a:cubicBezTo>
                    <a:pt x="0" y="18066"/>
                    <a:pt x="0" y="18066"/>
                    <a:pt x="0" y="18066"/>
                  </a:cubicBezTo>
                  <a:cubicBezTo>
                    <a:pt x="0" y="19858"/>
                    <a:pt x="1321" y="21600"/>
                    <a:pt x="3151" y="21600"/>
                  </a:cubicBezTo>
                  <a:cubicBezTo>
                    <a:pt x="18449" y="21600"/>
                    <a:pt x="18449" y="21600"/>
                    <a:pt x="18449" y="21600"/>
                  </a:cubicBezTo>
                  <a:cubicBezTo>
                    <a:pt x="20228" y="21600"/>
                    <a:pt x="21600" y="19858"/>
                    <a:pt x="21600" y="18066"/>
                  </a:cubicBezTo>
                  <a:cubicBezTo>
                    <a:pt x="21600" y="9705"/>
                    <a:pt x="21600" y="9705"/>
                    <a:pt x="21600" y="9705"/>
                  </a:cubicBezTo>
                  <a:cubicBezTo>
                    <a:pt x="17128" y="9705"/>
                    <a:pt x="17128" y="9705"/>
                    <a:pt x="17128" y="9705"/>
                  </a:cubicBezTo>
                  <a:cubicBezTo>
                    <a:pt x="17128" y="10103"/>
                    <a:pt x="17534" y="10103"/>
                    <a:pt x="17534" y="10601"/>
                  </a:cubicBezTo>
                  <a:close/>
                  <a:moveTo>
                    <a:pt x="18449" y="0"/>
                  </a:moveTo>
                  <a:cubicBezTo>
                    <a:pt x="3151" y="0"/>
                    <a:pt x="3151" y="0"/>
                    <a:pt x="3151" y="0"/>
                  </a:cubicBezTo>
                  <a:cubicBezTo>
                    <a:pt x="1321" y="0"/>
                    <a:pt x="0" y="1792"/>
                    <a:pt x="0" y="3534"/>
                  </a:cubicBezTo>
                  <a:cubicBezTo>
                    <a:pt x="0" y="7067"/>
                    <a:pt x="0" y="7067"/>
                    <a:pt x="0" y="7067"/>
                  </a:cubicBezTo>
                  <a:cubicBezTo>
                    <a:pt x="5387" y="7067"/>
                    <a:pt x="5387" y="7067"/>
                    <a:pt x="5387" y="7067"/>
                  </a:cubicBezTo>
                  <a:cubicBezTo>
                    <a:pt x="6709" y="5276"/>
                    <a:pt x="8538" y="4429"/>
                    <a:pt x="10825" y="4429"/>
                  </a:cubicBezTo>
                  <a:cubicBezTo>
                    <a:pt x="13062" y="4429"/>
                    <a:pt x="14840" y="5276"/>
                    <a:pt x="16213" y="7067"/>
                  </a:cubicBezTo>
                  <a:cubicBezTo>
                    <a:pt x="21600" y="7067"/>
                    <a:pt x="21600" y="7067"/>
                    <a:pt x="21600" y="7067"/>
                  </a:cubicBezTo>
                  <a:cubicBezTo>
                    <a:pt x="21600" y="3534"/>
                    <a:pt x="21600" y="3534"/>
                    <a:pt x="21600" y="3534"/>
                  </a:cubicBezTo>
                  <a:cubicBezTo>
                    <a:pt x="21600" y="1792"/>
                    <a:pt x="20228" y="0"/>
                    <a:pt x="18449" y="0"/>
                  </a:cubicBezTo>
                  <a:close/>
                  <a:moveTo>
                    <a:pt x="19821" y="4429"/>
                  </a:moveTo>
                  <a:cubicBezTo>
                    <a:pt x="19821" y="4429"/>
                    <a:pt x="19821" y="4828"/>
                    <a:pt x="19364" y="4828"/>
                  </a:cubicBezTo>
                  <a:cubicBezTo>
                    <a:pt x="17534" y="4828"/>
                    <a:pt x="17534" y="4828"/>
                    <a:pt x="17534" y="4828"/>
                  </a:cubicBezTo>
                  <a:cubicBezTo>
                    <a:pt x="17128" y="4828"/>
                    <a:pt x="16670" y="4429"/>
                    <a:pt x="16670" y="4429"/>
                  </a:cubicBezTo>
                  <a:cubicBezTo>
                    <a:pt x="16670" y="2638"/>
                    <a:pt x="16670" y="2638"/>
                    <a:pt x="16670" y="2638"/>
                  </a:cubicBezTo>
                  <a:cubicBezTo>
                    <a:pt x="16670" y="2190"/>
                    <a:pt x="17128" y="1792"/>
                    <a:pt x="17534" y="1792"/>
                  </a:cubicBezTo>
                  <a:cubicBezTo>
                    <a:pt x="19364" y="1792"/>
                    <a:pt x="19364" y="1792"/>
                    <a:pt x="19364" y="1792"/>
                  </a:cubicBezTo>
                  <a:cubicBezTo>
                    <a:pt x="19821" y="1792"/>
                    <a:pt x="19821" y="2190"/>
                    <a:pt x="19821" y="2638"/>
                  </a:cubicBezTo>
                  <a:lnTo>
                    <a:pt x="19821" y="4429"/>
                  </a:lnTo>
                  <a:close/>
                  <a:moveTo>
                    <a:pt x="14840" y="10601"/>
                  </a:moveTo>
                  <a:cubicBezTo>
                    <a:pt x="14840" y="8361"/>
                    <a:pt x="13062" y="6619"/>
                    <a:pt x="10825" y="6619"/>
                  </a:cubicBezTo>
                  <a:cubicBezTo>
                    <a:pt x="8538" y="6619"/>
                    <a:pt x="6709" y="8361"/>
                    <a:pt x="6709" y="10601"/>
                  </a:cubicBezTo>
                  <a:cubicBezTo>
                    <a:pt x="6709" y="12791"/>
                    <a:pt x="8538" y="14582"/>
                    <a:pt x="10825" y="14582"/>
                  </a:cubicBezTo>
                  <a:cubicBezTo>
                    <a:pt x="13062" y="14582"/>
                    <a:pt x="14840" y="12791"/>
                    <a:pt x="14840" y="10601"/>
                  </a:cubicBezTo>
                  <a:close/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17" name="Google Shape;3154;g130e7787a26_1_4749"/>
            <p:cNvSpPr/>
            <p:nvPr/>
          </p:nvSpPr>
          <p:spPr>
            <a:xfrm>
              <a:off x="502920" y="4629960"/>
              <a:ext cx="170280" cy="171360"/>
            </a:xfrm>
            <a:custGeom>
              <a:avLst/>
              <a:gdLst>
                <a:gd name="textAreaLeft" fmla="*/ 0 w 170280"/>
                <a:gd name="textAreaRight" fmla="*/ 171000 w 170280"/>
                <a:gd name="textAreaTop" fmla="*/ 0 h 171360"/>
                <a:gd name="textAreaBottom" fmla="*/ 172080 h 171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18906" y="0"/>
                  </a:moveTo>
                  <a:cubicBezTo>
                    <a:pt x="2694" y="0"/>
                    <a:pt x="2694" y="0"/>
                    <a:pt x="2694" y="0"/>
                  </a:cubicBezTo>
                  <a:cubicBezTo>
                    <a:pt x="1372" y="0"/>
                    <a:pt x="0" y="1369"/>
                    <a:pt x="0" y="2687"/>
                  </a:cubicBezTo>
                  <a:cubicBezTo>
                    <a:pt x="0" y="18862"/>
                    <a:pt x="0" y="18862"/>
                    <a:pt x="0" y="18862"/>
                  </a:cubicBezTo>
                  <a:cubicBezTo>
                    <a:pt x="0" y="20231"/>
                    <a:pt x="1372" y="21600"/>
                    <a:pt x="2694" y="21600"/>
                  </a:cubicBezTo>
                  <a:cubicBezTo>
                    <a:pt x="10825" y="21600"/>
                    <a:pt x="10825" y="21600"/>
                    <a:pt x="10825" y="21600"/>
                  </a:cubicBezTo>
                  <a:cubicBezTo>
                    <a:pt x="10825" y="13893"/>
                    <a:pt x="10825" y="13893"/>
                    <a:pt x="10825" y="13893"/>
                  </a:cubicBezTo>
                  <a:cubicBezTo>
                    <a:pt x="8132" y="13893"/>
                    <a:pt x="8132" y="13893"/>
                    <a:pt x="8132" y="13893"/>
                  </a:cubicBezTo>
                  <a:cubicBezTo>
                    <a:pt x="8132" y="10344"/>
                    <a:pt x="8132" y="10344"/>
                    <a:pt x="8132" y="10344"/>
                  </a:cubicBezTo>
                  <a:cubicBezTo>
                    <a:pt x="10825" y="10344"/>
                    <a:pt x="10825" y="10344"/>
                    <a:pt x="10825" y="10344"/>
                  </a:cubicBezTo>
                  <a:cubicBezTo>
                    <a:pt x="10825" y="8518"/>
                    <a:pt x="10825" y="8518"/>
                    <a:pt x="10825" y="8518"/>
                  </a:cubicBezTo>
                  <a:cubicBezTo>
                    <a:pt x="10825" y="6287"/>
                    <a:pt x="13062" y="4056"/>
                    <a:pt x="15298" y="4056"/>
                  </a:cubicBezTo>
                  <a:cubicBezTo>
                    <a:pt x="17585" y="4056"/>
                    <a:pt x="17585" y="4056"/>
                    <a:pt x="17585" y="4056"/>
                  </a:cubicBezTo>
                  <a:cubicBezTo>
                    <a:pt x="17585" y="8113"/>
                    <a:pt x="17585" y="8113"/>
                    <a:pt x="17585" y="8113"/>
                  </a:cubicBezTo>
                  <a:cubicBezTo>
                    <a:pt x="15755" y="8113"/>
                    <a:pt x="15755" y="8113"/>
                    <a:pt x="15755" y="8113"/>
                  </a:cubicBezTo>
                  <a:cubicBezTo>
                    <a:pt x="14840" y="8113"/>
                    <a:pt x="14840" y="8113"/>
                    <a:pt x="14840" y="8518"/>
                  </a:cubicBezTo>
                  <a:cubicBezTo>
                    <a:pt x="14840" y="10344"/>
                    <a:pt x="14840" y="10344"/>
                    <a:pt x="14840" y="10344"/>
                  </a:cubicBezTo>
                  <a:cubicBezTo>
                    <a:pt x="17585" y="10344"/>
                    <a:pt x="17585" y="10344"/>
                    <a:pt x="17585" y="10344"/>
                  </a:cubicBezTo>
                  <a:cubicBezTo>
                    <a:pt x="17585" y="13893"/>
                    <a:pt x="17585" y="13893"/>
                    <a:pt x="17585" y="13893"/>
                  </a:cubicBezTo>
                  <a:cubicBezTo>
                    <a:pt x="14840" y="13893"/>
                    <a:pt x="14840" y="13893"/>
                    <a:pt x="14840" y="13893"/>
                  </a:cubicBezTo>
                  <a:cubicBezTo>
                    <a:pt x="14840" y="21600"/>
                    <a:pt x="14840" y="21600"/>
                    <a:pt x="14840" y="21600"/>
                  </a:cubicBezTo>
                  <a:cubicBezTo>
                    <a:pt x="18906" y="21600"/>
                    <a:pt x="18906" y="21600"/>
                    <a:pt x="18906" y="21600"/>
                  </a:cubicBezTo>
                  <a:cubicBezTo>
                    <a:pt x="20279" y="21600"/>
                    <a:pt x="21600" y="20231"/>
                    <a:pt x="21600" y="18862"/>
                  </a:cubicBezTo>
                  <a:cubicBezTo>
                    <a:pt x="21600" y="2687"/>
                    <a:pt x="21600" y="2687"/>
                    <a:pt x="21600" y="2687"/>
                  </a:cubicBezTo>
                  <a:cubicBezTo>
                    <a:pt x="21600" y="1369"/>
                    <a:pt x="20279" y="0"/>
                    <a:pt x="18906" y="0"/>
                  </a:cubicBezTo>
                </a:path>
              </a:pathLst>
            </a:custGeom>
            <a:solidFill>
              <a:srgbClr val="bfbfb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418" name="Google Shape;3155;g130e7787a26_1_4749"/>
          <p:cNvSpPr/>
          <p:nvPr/>
        </p:nvSpPr>
        <p:spPr>
          <a:xfrm flipH="1" rot="16200000">
            <a:off x="8142480" y="3843720"/>
            <a:ext cx="234360" cy="1767240"/>
          </a:xfrm>
          <a:custGeom>
            <a:avLst/>
            <a:gdLst>
              <a:gd name="textAreaLeft" fmla="*/ 360 w 234360"/>
              <a:gd name="textAreaRight" fmla="*/ 235440 w 234360"/>
              <a:gd name="textAreaTop" fmla="*/ 0 h 1767240"/>
              <a:gd name="textAreaBottom" fmla="*/ 1767960 h 1767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cubicBezTo>
                  <a:pt x="16765" y="0"/>
                  <a:pt x="21600" y="643"/>
                  <a:pt x="21600" y="143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435"/>
                </a:lnTo>
                <a:cubicBezTo>
                  <a:pt x="0" y="643"/>
                  <a:pt x="4835" y="0"/>
                  <a:pt x="10800" y="0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19" name="Google Shape;3156;g130e7787a26_1_4749"/>
          <p:cNvSpPr/>
          <p:nvPr/>
        </p:nvSpPr>
        <p:spPr>
          <a:xfrm>
            <a:off x="7527240" y="4633920"/>
            <a:ext cx="1540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www.website.com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0" name="PlaceHolder 1"/>
          <p:cNvSpPr>
            <a:spLocks noGrp="1"/>
          </p:cNvSpPr>
          <p:nvPr>
            <p:ph type="sldNum" idx="352"/>
          </p:nvPr>
        </p:nvSpPr>
        <p:spPr>
          <a:xfrm>
            <a:off x="7884000" y="-91440"/>
            <a:ext cx="1085400" cy="10573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6FB072-A704-4CFA-A00F-36A951EDFC27}" type="slidenum">
              <a:rPr b="0" lang="ru" sz="6600" strike="noStrike" u="none">
                <a:solidFill>
                  <a:srgbClr val="f2f2f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6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2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3" name="PlaceHolder 1"/>
          <p:cNvSpPr>
            <a:spLocks noGrp="1"/>
          </p:cNvSpPr>
          <p:nvPr>
            <p:ph type="sldNum" idx="353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9ED47F5-D032-48A9-917C-5BA62EAED35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2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6" name="PlaceHolder 1"/>
          <p:cNvSpPr>
            <a:spLocks noGrp="1"/>
          </p:cNvSpPr>
          <p:nvPr>
            <p:ph type="body"/>
          </p:nvPr>
        </p:nvSpPr>
        <p:spPr>
          <a:xfrm>
            <a:off x="44064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7" name="PlaceHolder 2"/>
          <p:cNvSpPr>
            <a:spLocks noGrp="1"/>
          </p:cNvSpPr>
          <p:nvPr>
            <p:ph type="body"/>
          </p:nvPr>
        </p:nvSpPr>
        <p:spPr>
          <a:xfrm>
            <a:off x="16545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8" name="PlaceHolder 3"/>
          <p:cNvSpPr>
            <a:spLocks noGrp="1"/>
          </p:cNvSpPr>
          <p:nvPr>
            <p:ph type="body"/>
          </p:nvPr>
        </p:nvSpPr>
        <p:spPr>
          <a:xfrm>
            <a:off x="28681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9" name="PlaceHolder 4"/>
          <p:cNvSpPr>
            <a:spLocks noGrp="1"/>
          </p:cNvSpPr>
          <p:nvPr>
            <p:ph type="body"/>
          </p:nvPr>
        </p:nvSpPr>
        <p:spPr>
          <a:xfrm>
            <a:off x="408168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0" name="PlaceHolder 5"/>
          <p:cNvSpPr>
            <a:spLocks noGrp="1"/>
          </p:cNvSpPr>
          <p:nvPr>
            <p:ph type="body"/>
          </p:nvPr>
        </p:nvSpPr>
        <p:spPr>
          <a:xfrm>
            <a:off x="529560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1" name="PlaceHolder 6"/>
          <p:cNvSpPr>
            <a:spLocks noGrp="1"/>
          </p:cNvSpPr>
          <p:nvPr>
            <p:ph type="body"/>
          </p:nvPr>
        </p:nvSpPr>
        <p:spPr>
          <a:xfrm>
            <a:off x="650916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2" name="PlaceHolder 7"/>
          <p:cNvSpPr>
            <a:spLocks noGrp="1"/>
          </p:cNvSpPr>
          <p:nvPr>
            <p:ph type="body"/>
          </p:nvPr>
        </p:nvSpPr>
        <p:spPr>
          <a:xfrm>
            <a:off x="7722720" y="59580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3" name="PlaceHolder 8"/>
          <p:cNvSpPr>
            <a:spLocks noGrp="1"/>
          </p:cNvSpPr>
          <p:nvPr>
            <p:ph type="body"/>
          </p:nvPr>
        </p:nvSpPr>
        <p:spPr>
          <a:xfrm>
            <a:off x="44064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4" name="PlaceHolder 9"/>
          <p:cNvSpPr>
            <a:spLocks noGrp="1"/>
          </p:cNvSpPr>
          <p:nvPr>
            <p:ph type="body"/>
          </p:nvPr>
        </p:nvSpPr>
        <p:spPr>
          <a:xfrm>
            <a:off x="16545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5" name="PlaceHolder 10"/>
          <p:cNvSpPr>
            <a:spLocks noGrp="1"/>
          </p:cNvSpPr>
          <p:nvPr>
            <p:ph type="body"/>
          </p:nvPr>
        </p:nvSpPr>
        <p:spPr>
          <a:xfrm>
            <a:off x="28681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6" name="PlaceHolder 11"/>
          <p:cNvSpPr>
            <a:spLocks noGrp="1"/>
          </p:cNvSpPr>
          <p:nvPr>
            <p:ph type="body"/>
          </p:nvPr>
        </p:nvSpPr>
        <p:spPr>
          <a:xfrm>
            <a:off x="408168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7" name="PlaceHolder 12"/>
          <p:cNvSpPr>
            <a:spLocks noGrp="1"/>
          </p:cNvSpPr>
          <p:nvPr>
            <p:ph type="body"/>
          </p:nvPr>
        </p:nvSpPr>
        <p:spPr>
          <a:xfrm>
            <a:off x="529560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8" name="PlaceHolder 13"/>
          <p:cNvSpPr>
            <a:spLocks noGrp="1"/>
          </p:cNvSpPr>
          <p:nvPr>
            <p:ph type="body"/>
          </p:nvPr>
        </p:nvSpPr>
        <p:spPr>
          <a:xfrm>
            <a:off x="650916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9" name="PlaceHolder 14"/>
          <p:cNvSpPr>
            <a:spLocks noGrp="1"/>
          </p:cNvSpPr>
          <p:nvPr>
            <p:ph type="body"/>
          </p:nvPr>
        </p:nvSpPr>
        <p:spPr>
          <a:xfrm>
            <a:off x="7722720" y="297792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0" name="PlaceHolder 15"/>
          <p:cNvSpPr>
            <a:spLocks noGrp="1"/>
          </p:cNvSpPr>
          <p:nvPr>
            <p:ph type="body"/>
          </p:nvPr>
        </p:nvSpPr>
        <p:spPr>
          <a:xfrm>
            <a:off x="44064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1" name="PlaceHolder 16"/>
          <p:cNvSpPr>
            <a:spLocks noGrp="1"/>
          </p:cNvSpPr>
          <p:nvPr>
            <p:ph type="body"/>
          </p:nvPr>
        </p:nvSpPr>
        <p:spPr>
          <a:xfrm>
            <a:off x="16545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2" name="PlaceHolder 17"/>
          <p:cNvSpPr>
            <a:spLocks noGrp="1"/>
          </p:cNvSpPr>
          <p:nvPr>
            <p:ph type="body"/>
          </p:nvPr>
        </p:nvSpPr>
        <p:spPr>
          <a:xfrm>
            <a:off x="28681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3" name="PlaceHolder 18"/>
          <p:cNvSpPr>
            <a:spLocks noGrp="1"/>
          </p:cNvSpPr>
          <p:nvPr>
            <p:ph type="body"/>
          </p:nvPr>
        </p:nvSpPr>
        <p:spPr>
          <a:xfrm>
            <a:off x="408168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4" name="PlaceHolder 19"/>
          <p:cNvSpPr>
            <a:spLocks noGrp="1"/>
          </p:cNvSpPr>
          <p:nvPr>
            <p:ph type="body"/>
          </p:nvPr>
        </p:nvSpPr>
        <p:spPr>
          <a:xfrm>
            <a:off x="529560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5" name="PlaceHolder 20"/>
          <p:cNvSpPr>
            <a:spLocks noGrp="1"/>
          </p:cNvSpPr>
          <p:nvPr>
            <p:ph type="body"/>
          </p:nvPr>
        </p:nvSpPr>
        <p:spPr>
          <a:xfrm>
            <a:off x="650916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6" name="PlaceHolder 21"/>
          <p:cNvSpPr>
            <a:spLocks noGrp="1"/>
          </p:cNvSpPr>
          <p:nvPr>
            <p:ph type="body"/>
          </p:nvPr>
        </p:nvSpPr>
        <p:spPr>
          <a:xfrm>
            <a:off x="7722720" y="1787040"/>
            <a:ext cx="9918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7" name="PlaceHolder 22"/>
          <p:cNvSpPr>
            <a:spLocks noGrp="1"/>
          </p:cNvSpPr>
          <p:nvPr>
            <p:ph type="sldNum" idx="354"/>
          </p:nvPr>
        </p:nvSpPr>
        <p:spPr>
          <a:xfrm>
            <a:off x="4482360" y="4905360"/>
            <a:ext cx="173520" cy="1666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FED12DD-29A3-4A68-B6D3-060643174788}" type="slidenum">
              <a:rPr b="0" lang="ru" sz="900" strike="noStrike" u="none"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4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0" name="Google Shape;3182;g130e7787a26_1_4780"/>
          <p:cNvSpPr/>
          <p:nvPr/>
        </p:nvSpPr>
        <p:spPr>
          <a:xfrm rot="3493800">
            <a:off x="-468000" y="-1000080"/>
            <a:ext cx="1885320" cy="2469600"/>
          </a:xfrm>
          <a:prstGeom prst="roundRect">
            <a:avLst>
              <a:gd name="adj" fmla="val 3557"/>
            </a:avLst>
          </a:prstGeom>
          <a:solidFill>
            <a:srgbClr val="9fb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51" name="PlaceHolder 1"/>
          <p:cNvSpPr>
            <a:spLocks noGrp="1"/>
          </p:cNvSpPr>
          <p:nvPr>
            <p:ph type="body"/>
          </p:nvPr>
        </p:nvSpPr>
        <p:spPr>
          <a:xfrm>
            <a:off x="-1029240" y="-1136880"/>
            <a:ext cx="3004920" cy="274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2" name="Google Shape;3184;g130e7787a26_1_4780"/>
          <p:cNvSpPr/>
          <p:nvPr/>
        </p:nvSpPr>
        <p:spPr>
          <a:xfrm>
            <a:off x="2390040" y="236160"/>
            <a:ext cx="9356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THEME. </a:t>
            </a:r>
            <a:r>
              <a:rPr b="0" lang="ru" sz="8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multipurpose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3" name="Google Shape;3185;g130e7787a26_1_4780"/>
          <p:cNvSpPr/>
          <p:nvPr/>
        </p:nvSpPr>
        <p:spPr>
          <a:xfrm>
            <a:off x="2197800" y="254880"/>
            <a:ext cx="93240" cy="73080"/>
          </a:xfrm>
          <a:custGeom>
            <a:avLst/>
            <a:gdLst>
              <a:gd name="textAreaLeft" fmla="*/ 0 w 93240"/>
              <a:gd name="textAreaRight" fmla="*/ 93960 w 93240"/>
              <a:gd name="textAreaTop" fmla="*/ 0 h 73080"/>
              <a:gd name="textAreaBottom" fmla="*/ 73800 h 73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5465" y="974"/>
                </a:moveTo>
                <a:cubicBezTo>
                  <a:pt x="15465" y="3086"/>
                  <a:pt x="15465" y="3086"/>
                  <a:pt x="15465" y="3086"/>
                </a:cubicBezTo>
                <a:cubicBezTo>
                  <a:pt x="15465" y="3248"/>
                  <a:pt x="15337" y="3573"/>
                  <a:pt x="15209" y="3735"/>
                </a:cubicBezTo>
                <a:cubicBezTo>
                  <a:pt x="15082" y="3898"/>
                  <a:pt x="14826" y="4060"/>
                  <a:pt x="14698" y="4060"/>
                </a:cubicBezTo>
                <a:cubicBezTo>
                  <a:pt x="767" y="4060"/>
                  <a:pt x="767" y="4060"/>
                  <a:pt x="767" y="4060"/>
                </a:cubicBezTo>
                <a:cubicBezTo>
                  <a:pt x="511" y="4060"/>
                  <a:pt x="383" y="3898"/>
                  <a:pt x="128" y="3735"/>
                </a:cubicBezTo>
                <a:cubicBezTo>
                  <a:pt x="0" y="3573"/>
                  <a:pt x="0" y="3248"/>
                  <a:pt x="0" y="3086"/>
                </a:cubicBezTo>
                <a:cubicBezTo>
                  <a:pt x="0" y="974"/>
                  <a:pt x="0" y="974"/>
                  <a:pt x="0" y="974"/>
                </a:cubicBezTo>
                <a:cubicBezTo>
                  <a:pt x="0" y="812"/>
                  <a:pt x="0" y="487"/>
                  <a:pt x="128" y="325"/>
                </a:cubicBezTo>
                <a:cubicBezTo>
                  <a:pt x="383" y="162"/>
                  <a:pt x="511" y="0"/>
                  <a:pt x="767" y="0"/>
                </a:cubicBezTo>
                <a:cubicBezTo>
                  <a:pt x="14698" y="0"/>
                  <a:pt x="14698" y="0"/>
                  <a:pt x="14698" y="0"/>
                </a:cubicBezTo>
                <a:cubicBezTo>
                  <a:pt x="14826" y="0"/>
                  <a:pt x="15082" y="162"/>
                  <a:pt x="15209" y="325"/>
                </a:cubicBezTo>
                <a:cubicBezTo>
                  <a:pt x="15337" y="487"/>
                  <a:pt x="15465" y="812"/>
                  <a:pt x="15465" y="974"/>
                </a:cubicBezTo>
                <a:close/>
                <a:moveTo>
                  <a:pt x="20066" y="6983"/>
                </a:moveTo>
                <a:cubicBezTo>
                  <a:pt x="20066" y="8932"/>
                  <a:pt x="20066" y="8932"/>
                  <a:pt x="20066" y="8932"/>
                </a:cubicBezTo>
                <a:cubicBezTo>
                  <a:pt x="20066" y="9095"/>
                  <a:pt x="19938" y="9420"/>
                  <a:pt x="19811" y="9582"/>
                </a:cubicBezTo>
                <a:cubicBezTo>
                  <a:pt x="19683" y="9744"/>
                  <a:pt x="19555" y="9907"/>
                  <a:pt x="19299" y="9907"/>
                </a:cubicBezTo>
                <a:cubicBezTo>
                  <a:pt x="767" y="9907"/>
                  <a:pt x="767" y="9907"/>
                  <a:pt x="767" y="9907"/>
                </a:cubicBezTo>
                <a:cubicBezTo>
                  <a:pt x="511" y="9907"/>
                  <a:pt x="383" y="9744"/>
                  <a:pt x="128" y="9582"/>
                </a:cubicBezTo>
                <a:cubicBezTo>
                  <a:pt x="0" y="9420"/>
                  <a:pt x="0" y="9095"/>
                  <a:pt x="0" y="8932"/>
                </a:cubicBezTo>
                <a:cubicBezTo>
                  <a:pt x="0" y="6983"/>
                  <a:pt x="0" y="6983"/>
                  <a:pt x="0" y="6983"/>
                </a:cubicBezTo>
                <a:cubicBezTo>
                  <a:pt x="0" y="6659"/>
                  <a:pt x="0" y="6496"/>
                  <a:pt x="128" y="6171"/>
                </a:cubicBezTo>
                <a:cubicBezTo>
                  <a:pt x="383" y="6009"/>
                  <a:pt x="511" y="6009"/>
                  <a:pt x="767" y="6009"/>
                </a:cubicBezTo>
                <a:cubicBezTo>
                  <a:pt x="19299" y="6009"/>
                  <a:pt x="19299" y="6009"/>
                  <a:pt x="19299" y="6009"/>
                </a:cubicBezTo>
                <a:cubicBezTo>
                  <a:pt x="19555" y="6009"/>
                  <a:pt x="19683" y="6009"/>
                  <a:pt x="19811" y="6171"/>
                </a:cubicBezTo>
                <a:cubicBezTo>
                  <a:pt x="19938" y="6496"/>
                  <a:pt x="20066" y="6659"/>
                  <a:pt x="20066" y="6983"/>
                </a:cubicBezTo>
                <a:close/>
                <a:moveTo>
                  <a:pt x="16999" y="12830"/>
                </a:moveTo>
                <a:cubicBezTo>
                  <a:pt x="16999" y="14779"/>
                  <a:pt x="16999" y="14779"/>
                  <a:pt x="16999" y="14779"/>
                </a:cubicBezTo>
                <a:cubicBezTo>
                  <a:pt x="16999" y="15104"/>
                  <a:pt x="16871" y="15266"/>
                  <a:pt x="16743" y="15429"/>
                </a:cubicBezTo>
                <a:cubicBezTo>
                  <a:pt x="16615" y="15753"/>
                  <a:pt x="16360" y="15753"/>
                  <a:pt x="16232" y="15753"/>
                </a:cubicBezTo>
                <a:cubicBezTo>
                  <a:pt x="767" y="15753"/>
                  <a:pt x="767" y="15753"/>
                  <a:pt x="767" y="15753"/>
                </a:cubicBezTo>
                <a:cubicBezTo>
                  <a:pt x="511" y="15753"/>
                  <a:pt x="383" y="15753"/>
                  <a:pt x="128" y="15429"/>
                </a:cubicBezTo>
                <a:cubicBezTo>
                  <a:pt x="0" y="15266"/>
                  <a:pt x="0" y="15104"/>
                  <a:pt x="0" y="14779"/>
                </a:cubicBezTo>
                <a:cubicBezTo>
                  <a:pt x="0" y="12830"/>
                  <a:pt x="0" y="12830"/>
                  <a:pt x="0" y="12830"/>
                </a:cubicBezTo>
                <a:cubicBezTo>
                  <a:pt x="0" y="12505"/>
                  <a:pt x="0" y="12343"/>
                  <a:pt x="128" y="12180"/>
                </a:cubicBezTo>
                <a:cubicBezTo>
                  <a:pt x="383" y="12018"/>
                  <a:pt x="511" y="11856"/>
                  <a:pt x="767" y="11856"/>
                </a:cubicBezTo>
                <a:cubicBezTo>
                  <a:pt x="16232" y="11856"/>
                  <a:pt x="16232" y="11856"/>
                  <a:pt x="16232" y="11856"/>
                </a:cubicBezTo>
                <a:cubicBezTo>
                  <a:pt x="16360" y="11856"/>
                  <a:pt x="16615" y="12018"/>
                  <a:pt x="16743" y="12180"/>
                </a:cubicBezTo>
                <a:cubicBezTo>
                  <a:pt x="16871" y="12343"/>
                  <a:pt x="16999" y="12505"/>
                  <a:pt x="16999" y="12830"/>
                </a:cubicBezTo>
                <a:close/>
                <a:moveTo>
                  <a:pt x="21600" y="18677"/>
                </a:moveTo>
                <a:cubicBezTo>
                  <a:pt x="21600" y="20626"/>
                  <a:pt x="21600" y="20626"/>
                  <a:pt x="21600" y="20626"/>
                </a:cubicBezTo>
                <a:cubicBezTo>
                  <a:pt x="21600" y="20950"/>
                  <a:pt x="21472" y="21113"/>
                  <a:pt x="21344" y="21438"/>
                </a:cubicBezTo>
                <a:cubicBezTo>
                  <a:pt x="21217" y="21600"/>
                  <a:pt x="21089" y="21600"/>
                  <a:pt x="20833" y="21600"/>
                </a:cubicBezTo>
                <a:cubicBezTo>
                  <a:pt x="767" y="21600"/>
                  <a:pt x="767" y="21600"/>
                  <a:pt x="767" y="21600"/>
                </a:cubicBezTo>
                <a:cubicBezTo>
                  <a:pt x="511" y="21600"/>
                  <a:pt x="383" y="21600"/>
                  <a:pt x="128" y="21438"/>
                </a:cubicBezTo>
                <a:cubicBezTo>
                  <a:pt x="0" y="21113"/>
                  <a:pt x="0" y="20950"/>
                  <a:pt x="0" y="20626"/>
                </a:cubicBezTo>
                <a:cubicBezTo>
                  <a:pt x="0" y="18677"/>
                  <a:pt x="0" y="18677"/>
                  <a:pt x="0" y="18677"/>
                </a:cubicBezTo>
                <a:cubicBezTo>
                  <a:pt x="0" y="18514"/>
                  <a:pt x="0" y="18189"/>
                  <a:pt x="128" y="18027"/>
                </a:cubicBezTo>
                <a:cubicBezTo>
                  <a:pt x="383" y="17865"/>
                  <a:pt x="511" y="17702"/>
                  <a:pt x="767" y="17702"/>
                </a:cubicBezTo>
                <a:cubicBezTo>
                  <a:pt x="20833" y="17702"/>
                  <a:pt x="20833" y="17702"/>
                  <a:pt x="20833" y="17702"/>
                </a:cubicBezTo>
                <a:cubicBezTo>
                  <a:pt x="21089" y="17702"/>
                  <a:pt x="21217" y="17865"/>
                  <a:pt x="21344" y="18027"/>
                </a:cubicBezTo>
                <a:cubicBezTo>
                  <a:pt x="21472" y="18189"/>
                  <a:pt x="21600" y="18514"/>
                  <a:pt x="21600" y="18677"/>
                </a:cubicBezTo>
                <a:close/>
              </a:path>
            </a:pathLst>
          </a:custGeom>
          <a:solidFill>
            <a:srgbClr val="5358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2454" name="Google Shape;3186;g130e7787a26_1_4780"/>
          <p:cNvCxnSpPr/>
          <p:nvPr/>
        </p:nvCxnSpPr>
        <p:spPr>
          <a:xfrm flipV="1">
            <a:off x="7539840" y="243000"/>
            <a:ext cx="720" cy="91080"/>
          </a:xfrm>
          <a:prstGeom prst="straightConnector1">
            <a:avLst/>
          </a:prstGeom>
          <a:ln w="12700">
            <a:solidFill>
              <a:srgbClr val="a6aaa9"/>
            </a:solidFill>
            <a:miter/>
          </a:ln>
        </p:spPr>
      </p:cxnSp>
      <p:sp>
        <p:nvSpPr>
          <p:cNvPr id="2455" name="Google Shape;3187;g130e7787a26_1_4780"/>
          <p:cNvSpPr/>
          <p:nvPr/>
        </p:nvSpPr>
        <p:spPr>
          <a:xfrm>
            <a:off x="7616520" y="196920"/>
            <a:ext cx="1118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Creative &amp; Professional Projects.</a:t>
            </a:r>
            <a:endParaRPr b="0" lang="ru-RU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6" name="PlaceHolder 2"/>
          <p:cNvSpPr>
            <a:spLocks noGrp="1"/>
          </p:cNvSpPr>
          <p:nvPr>
            <p:ph type="sldNum" idx="355"/>
          </p:nvPr>
        </p:nvSpPr>
        <p:spPr>
          <a:xfrm>
            <a:off x="7385760" y="243000"/>
            <a:ext cx="93240" cy="9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CA7CB4A-BE44-4C5A-9FF3-7732AF3C7495}" type="slidenum">
              <a:rPr b="0" lang="ru" sz="600" strike="noStrike" u="none">
                <a:solidFill>
                  <a:srgbClr val="53585f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5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9" name="Google Shape;3190;g130e7787a26_1_4788"/>
          <p:cNvSpPr/>
          <p:nvPr/>
        </p:nvSpPr>
        <p:spPr>
          <a:xfrm>
            <a:off x="834048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60" name="Google Shape;3191;g130e7787a26_1_4788"/>
          <p:cNvSpPr/>
          <p:nvPr/>
        </p:nvSpPr>
        <p:spPr>
          <a:xfrm>
            <a:off x="8826120" y="4883040"/>
            <a:ext cx="190440" cy="128160"/>
          </a:xfrm>
          <a:prstGeom prst="roundRect">
            <a:avLst>
              <a:gd name="adj" fmla="val 8975"/>
            </a:avLst>
          </a:prstGeom>
          <a:solidFill>
            <a:srgbClr val="421d5a"/>
          </a:solidFill>
          <a:ln w="0">
            <a:noFill/>
          </a:ln>
          <a:effectLst>
            <a:outerShdw blurRad="127080" dir="2388334" dist="50610" rotWithShape="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61" name="Google Shape;3192;g130e7787a26_1_4788"/>
          <p:cNvSpPr/>
          <p:nvPr/>
        </p:nvSpPr>
        <p:spPr>
          <a:xfrm>
            <a:off x="8899920" y="4913640"/>
            <a:ext cx="43200" cy="67320"/>
          </a:xfrm>
          <a:custGeom>
            <a:avLst/>
            <a:gdLst>
              <a:gd name="textAreaLeft" fmla="*/ 0 w 43200"/>
              <a:gd name="textAreaRight" fmla="*/ 4392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62" name="Google Shape;3193;g130e7787a26_1_4788"/>
          <p:cNvSpPr/>
          <p:nvPr/>
        </p:nvSpPr>
        <p:spPr>
          <a:xfrm flipH="1">
            <a:off x="8413200" y="4913640"/>
            <a:ext cx="43200" cy="67320"/>
          </a:xfrm>
          <a:custGeom>
            <a:avLst/>
            <a:gdLst>
              <a:gd name="textAreaLeft" fmla="*/ -360 w 43200"/>
              <a:gd name="textAreaRight" fmla="*/ 43560 w 43200"/>
              <a:gd name="textAreaTop" fmla="*/ 0 h 67320"/>
              <a:gd name="textAreaBottom" fmla="*/ 68040 h 67320"/>
            </a:gdLst>
            <a:ahLst/>
            <a:cxnLst/>
            <a:rect l="textAreaLeft" t="textAreaTop" r="textAreaRight" b="textAreaBottom"/>
            <a:pathLst>
              <a:path w="21308" h="21414">
                <a:moveTo>
                  <a:pt x="5692" y="21135"/>
                </a:moveTo>
                <a:cubicBezTo>
                  <a:pt x="5108" y="21507"/>
                  <a:pt x="3940" y="21507"/>
                  <a:pt x="3940" y="21135"/>
                </a:cubicBezTo>
                <a:cubicBezTo>
                  <a:pt x="438" y="18900"/>
                  <a:pt x="438" y="18900"/>
                  <a:pt x="438" y="18900"/>
                </a:cubicBezTo>
                <a:cubicBezTo>
                  <a:pt x="-146" y="18528"/>
                  <a:pt x="-146" y="18155"/>
                  <a:pt x="438" y="17783"/>
                </a:cubicBezTo>
                <a:cubicBezTo>
                  <a:pt x="11530" y="10707"/>
                  <a:pt x="11530" y="10707"/>
                  <a:pt x="11530" y="10707"/>
                </a:cubicBezTo>
                <a:cubicBezTo>
                  <a:pt x="438" y="3631"/>
                  <a:pt x="438" y="3631"/>
                  <a:pt x="438" y="3631"/>
                </a:cubicBezTo>
                <a:cubicBezTo>
                  <a:pt x="-146" y="3259"/>
                  <a:pt x="-146" y="2886"/>
                  <a:pt x="438" y="2514"/>
                </a:cubicBezTo>
                <a:cubicBezTo>
                  <a:pt x="3940" y="279"/>
                  <a:pt x="3940" y="279"/>
                  <a:pt x="3940" y="279"/>
                </a:cubicBezTo>
                <a:cubicBezTo>
                  <a:pt x="3940" y="-93"/>
                  <a:pt x="5108" y="-93"/>
                  <a:pt x="5692" y="279"/>
                </a:cubicBezTo>
                <a:cubicBezTo>
                  <a:pt x="20870" y="9962"/>
                  <a:pt x="20870" y="9962"/>
                  <a:pt x="20870" y="9962"/>
                </a:cubicBezTo>
                <a:cubicBezTo>
                  <a:pt x="21454" y="10335"/>
                  <a:pt x="21454" y="11079"/>
                  <a:pt x="20870" y="11452"/>
                </a:cubicBezTo>
                <a:lnTo>
                  <a:pt x="5692" y="21135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63" name="Google Shape;3194;g130e7787a26_1_4788"/>
          <p:cNvSpPr/>
          <p:nvPr/>
        </p:nvSpPr>
        <p:spPr>
          <a:xfrm>
            <a:off x="387360" y="265320"/>
            <a:ext cx="492876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2100" strike="noStrike" u="none">
                <a:solidFill>
                  <a:srgbClr val="494949"/>
                </a:solidFill>
                <a:effectLst/>
                <a:uFillTx/>
                <a:latin typeface="Helvetica Neue"/>
                <a:ea typeface="Helvetica Neue"/>
              </a:rPr>
              <a:t>Infographic Collection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4" name="Google Shape;3195;g130e7787a26_1_4788"/>
          <p:cNvCxnSpPr/>
          <p:nvPr/>
        </p:nvCxnSpPr>
        <p:spPr>
          <a:xfrm>
            <a:off x="4228920" y="485640"/>
            <a:ext cx="4415400" cy="720"/>
          </a:xfrm>
          <a:prstGeom prst="straightConnector1">
            <a:avLst/>
          </a:prstGeom>
          <a:ln w="12700">
            <a:solidFill>
              <a:srgbClr val="c2c2c2"/>
            </a:solidFill>
            <a:miter/>
          </a:ln>
        </p:spPr>
      </p:cxnSp>
      <p:sp>
        <p:nvSpPr>
          <p:cNvPr id="2465" name="PlaceHolder 1"/>
          <p:cNvSpPr>
            <a:spLocks noGrp="1"/>
          </p:cNvSpPr>
          <p:nvPr>
            <p:ph type="sldNum" idx="356"/>
          </p:nvPr>
        </p:nvSpPr>
        <p:spPr>
          <a:xfrm>
            <a:off x="8591040" y="486540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1CAD06E-D4E9-4A93-87E5-45E11D180ECB}" type="slidenum">
              <a:rPr b="0" lang="ru" sz="800" strike="noStrike" u="none">
                <a:solidFill>
                  <a:srgbClr val="333333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6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8" name="Google Shape;3198;g130e7787a26_1_4796"/>
          <p:cNvCxnSpPr/>
          <p:nvPr/>
        </p:nvCxnSpPr>
        <p:spPr>
          <a:xfrm>
            <a:off x="473040" y="4964400"/>
            <a:ext cx="8271720" cy="720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2469" name="PlaceHolder 1"/>
          <p:cNvSpPr>
            <a:spLocks noGrp="1"/>
          </p:cNvSpPr>
          <p:nvPr>
            <p:ph type="body"/>
          </p:nvPr>
        </p:nvSpPr>
        <p:spPr>
          <a:xfrm>
            <a:off x="876240" y="270720"/>
            <a:ext cx="7390800" cy="416160"/>
          </a:xfrm>
          <a:prstGeom prst="rect">
            <a:avLst/>
          </a:prstGeom>
          <a:noFill/>
          <a:ln w="0">
            <a:noFill/>
          </a:ln>
          <a:effectLst>
            <a:outerShdw dist="0" dir="0" blurRad="127080" rotWithShape="0">
              <a:srgbClr val="000000">
                <a:alpha val="40000"/>
              </a:srgbClr>
            </a:outerShdw>
          </a:effectLst>
        </p:spPr>
        <p:txBody>
          <a:bodyPr lIns="25560" rIns="25560" tIns="25560" bIns="2556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0" name="PlaceHolder 2"/>
          <p:cNvSpPr>
            <a:spLocks noGrp="1"/>
          </p:cNvSpPr>
          <p:nvPr>
            <p:ph type="body"/>
          </p:nvPr>
        </p:nvSpPr>
        <p:spPr>
          <a:xfrm>
            <a:off x="876240" y="659520"/>
            <a:ext cx="7390800" cy="236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1" name="PlaceHolder 3"/>
          <p:cNvSpPr>
            <a:spLocks noGrp="1"/>
          </p:cNvSpPr>
          <p:nvPr>
            <p:ph type="sldNum" idx="357"/>
          </p:nvPr>
        </p:nvSpPr>
        <p:spPr>
          <a:xfrm>
            <a:off x="117360" y="4860720"/>
            <a:ext cx="200520" cy="18900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E7D3A5C-733B-40C0-A201-D65B7A15B759}" type="slidenum">
              <a:rPr b="0" lang="ru" sz="900" strike="noStrike" u="none">
                <a:solidFill>
                  <a:srgbClr val="595959"/>
                </a:solidFill>
                <a:effectLst/>
                <a:uFillTx/>
                <a:latin typeface="Trebuchet MS"/>
                <a:ea typeface="Trebuchet MS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7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4" name="Google Shape;3203;g130e7787a26_1_4801"/>
          <p:cNvSpPr/>
          <p:nvPr/>
        </p:nvSpPr>
        <p:spPr>
          <a:xfrm>
            <a:off x="198360" y="187920"/>
            <a:ext cx="3913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startup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75" name="Google Shape;3204;g130e7787a26_1_4801"/>
          <p:cNvCxnSpPr/>
          <p:nvPr/>
        </p:nvCxnSpPr>
        <p:spPr>
          <a:xfrm>
            <a:off x="8783640" y="459360"/>
            <a:ext cx="720" cy="298800"/>
          </a:xfrm>
          <a:prstGeom prst="straightConnector1">
            <a:avLst/>
          </a:prstGeom>
          <a:ln w="38100">
            <a:solidFill>
              <a:srgbClr val="344046"/>
            </a:solidFill>
            <a:miter/>
          </a:ln>
        </p:spPr>
      </p:cxnSp>
      <p:sp>
        <p:nvSpPr>
          <p:cNvPr id="2476" name="Google Shape;3205;g130e7787a26_1_4801"/>
          <p:cNvSpPr/>
          <p:nvPr/>
        </p:nvSpPr>
        <p:spPr>
          <a:xfrm flipH="1" rot="2700000">
            <a:off x="8732520" y="4778640"/>
            <a:ext cx="98640" cy="99000"/>
          </a:xfrm>
          <a:custGeom>
            <a:avLst/>
            <a:gdLst>
              <a:gd name="textAreaLeft" fmla="*/ 0 w 98640"/>
              <a:gd name="textAreaRight" fmla="*/ 99360 w 98640"/>
              <a:gd name="textAreaTop" fmla="*/ 0 h 99000"/>
              <a:gd name="textAreaBottom" fmla="*/ 99720 h 99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35"/>
                </a:moveTo>
                <a:lnTo>
                  <a:pt x="21565" y="35"/>
                </a:lnTo>
                <a:lnTo>
                  <a:pt x="21565" y="0"/>
                </a:lnTo>
                <a:lnTo>
                  <a:pt x="0" y="0"/>
                </a:lnTo>
                <a:lnTo>
                  <a:pt x="0" y="2875"/>
                </a:lnTo>
                <a:lnTo>
                  <a:pt x="18725" y="2875"/>
                </a:lnTo>
                <a:lnTo>
                  <a:pt x="18725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4404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77" name="PlaceHolder 1"/>
          <p:cNvSpPr>
            <a:spLocks noGrp="1"/>
          </p:cNvSpPr>
          <p:nvPr>
            <p:ph type="title"/>
          </p:nvPr>
        </p:nvSpPr>
        <p:spPr>
          <a:xfrm>
            <a:off x="1293480" y="95040"/>
            <a:ext cx="4281480" cy="176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8" name="PlaceHolder 2"/>
          <p:cNvSpPr>
            <a:spLocks noGrp="1"/>
          </p:cNvSpPr>
          <p:nvPr>
            <p:ph type="sldNum" idx="358"/>
          </p:nvPr>
        </p:nvSpPr>
        <p:spPr>
          <a:xfrm>
            <a:off x="8677440" y="197280"/>
            <a:ext cx="209160" cy="206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AE72DF0-A16A-4B7B-910D-D96D4120E280}" type="slidenum">
              <a:rPr b="1" lang="ru" sz="900" strike="noStrike" u="none">
                <a:solidFill>
                  <a:srgbClr val="344046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8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1" name="Google Shape;3209;g130e7787a26_1_4807"/>
          <p:cNvSpPr/>
          <p:nvPr/>
        </p:nvSpPr>
        <p:spPr>
          <a:xfrm>
            <a:off x="663120" y="1418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28.01.2021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2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3" name="PlaceHolder 2"/>
          <p:cNvSpPr>
            <a:spLocks noGrp="1"/>
          </p:cNvSpPr>
          <p:nvPr>
            <p:ph type="body"/>
          </p:nvPr>
        </p:nvSpPr>
        <p:spPr>
          <a:xfrm>
            <a:off x="5610600" y="1436760"/>
            <a:ext cx="2475000" cy="243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4" name="PlaceHolder 3"/>
          <p:cNvSpPr>
            <a:spLocks noGrp="1"/>
          </p:cNvSpPr>
          <p:nvPr>
            <p:ph type="body"/>
          </p:nvPr>
        </p:nvSpPr>
        <p:spPr>
          <a:xfrm>
            <a:off x="642960" y="1436760"/>
            <a:ext cx="2948760" cy="285804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5" name="Google Shape;3213;g130e7787a26_1_4807" descr="Google Shape;315;g116490451ca_0_1207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6" name="PlaceHolder 4"/>
          <p:cNvSpPr>
            <a:spLocks noGrp="1"/>
          </p:cNvSpPr>
          <p:nvPr>
            <p:ph type="sldNum" idx="359"/>
          </p:nvPr>
        </p:nvSpPr>
        <p:spPr>
          <a:xfrm>
            <a:off x="6553080" y="4506120"/>
            <a:ext cx="585000" cy="5695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49B2262-96A2-4F26-A320-BFB5D763F963}" type="slidenum">
              <a:rPr b="1" lang="ru" sz="3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8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89" name="Google Shape;3216;g130e7787a26_1_4814"/>
          <p:cNvGrpSpPr/>
          <p:nvPr/>
        </p:nvGrpSpPr>
        <p:grpSpPr>
          <a:xfrm>
            <a:off x="444960" y="407520"/>
            <a:ext cx="1466280" cy="221760"/>
            <a:chOff x="444960" y="407520"/>
            <a:chExt cx="1466280" cy="221760"/>
          </a:xfrm>
        </p:grpSpPr>
        <p:sp>
          <p:nvSpPr>
            <p:cNvPr id="2490" name="Google Shape;3217;g130e7787a26_1_4814"/>
            <p:cNvSpPr/>
            <p:nvPr/>
          </p:nvSpPr>
          <p:spPr>
            <a:xfrm>
              <a:off x="727200" y="427320"/>
              <a:ext cx="118404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" rIns="14400" tIns="14400" bIns="14400" anchor="ctr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000001"/>
                  </a:solidFill>
                  <a:effectLst/>
                  <a:uFillTx/>
                  <a:latin typeface="Open Sans SemiBold"/>
                  <a:ea typeface="Open Sans SemiBold"/>
                </a:rPr>
                <a:t>BUSINESS TOOLS </a:t>
              </a:r>
              <a:r>
                <a:rPr b="1" lang="ru" sz="600" strike="noStrike" u="none">
                  <a:solidFill>
                    <a:srgbClr val="000001"/>
                  </a:solidFill>
                  <a:effectLst/>
                  <a:uFillTx/>
                  <a:latin typeface="Open Sans"/>
                  <a:ea typeface="Open Sans"/>
                </a:rPr>
                <a:t>PRO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1" name="Google Shape;3218;g130e7787a26_1_4814"/>
            <p:cNvSpPr/>
            <p:nvPr/>
          </p:nvSpPr>
          <p:spPr>
            <a:xfrm>
              <a:off x="444960" y="407520"/>
              <a:ext cx="199440" cy="221760"/>
            </a:xfrm>
            <a:custGeom>
              <a:avLst/>
              <a:gdLst>
                <a:gd name="textAreaLeft" fmla="*/ 0 w 199440"/>
                <a:gd name="textAreaRight" fmla="*/ 200160 w 199440"/>
                <a:gd name="textAreaTop" fmla="*/ 0 h 221760"/>
                <a:gd name="textAreaBottom" fmla="*/ 222480 h 221760"/>
              </a:gdLst>
              <a:ahLst/>
              <a:cxnLst/>
              <a:rect l="textAreaLeft" t="textAreaTop" r="textAreaRight" b="textAreaBottom"/>
              <a:pathLst>
                <a:path w="21575" h="21600">
                  <a:moveTo>
                    <a:pt x="5602" y="0"/>
                  </a:moveTo>
                  <a:cubicBezTo>
                    <a:pt x="5252" y="29"/>
                    <a:pt x="4921" y="153"/>
                    <a:pt x="4651" y="356"/>
                  </a:cubicBezTo>
                  <a:cubicBezTo>
                    <a:pt x="4352" y="581"/>
                    <a:pt x="4145" y="891"/>
                    <a:pt x="4064" y="1234"/>
                  </a:cubicBezTo>
                  <a:lnTo>
                    <a:pt x="0" y="21600"/>
                  </a:lnTo>
                  <a:lnTo>
                    <a:pt x="20473" y="15097"/>
                  </a:lnTo>
                  <a:cubicBezTo>
                    <a:pt x="20837" y="14990"/>
                    <a:pt x="21145" y="14768"/>
                    <a:pt x="21343" y="14473"/>
                  </a:cubicBezTo>
                  <a:cubicBezTo>
                    <a:pt x="21502" y="14236"/>
                    <a:pt x="21581" y="13962"/>
                    <a:pt x="21570" y="13685"/>
                  </a:cubicBezTo>
                  <a:lnTo>
                    <a:pt x="21570" y="1341"/>
                  </a:lnTo>
                  <a:cubicBezTo>
                    <a:pt x="21600" y="1015"/>
                    <a:pt x="21487" y="692"/>
                    <a:pt x="21255" y="441"/>
                  </a:cubicBezTo>
                  <a:cubicBezTo>
                    <a:pt x="21028" y="195"/>
                    <a:pt x="20705" y="37"/>
                    <a:pt x="20352" y="0"/>
                  </a:cubicBezTo>
                  <a:lnTo>
                    <a:pt x="5602" y="0"/>
                  </a:lnTo>
                  <a:close/>
                  <a:moveTo>
                    <a:pt x="9446" y="2655"/>
                  </a:moveTo>
                  <a:cubicBezTo>
                    <a:pt x="9939" y="2660"/>
                    <a:pt x="10346" y="3005"/>
                    <a:pt x="10380" y="3449"/>
                  </a:cubicBezTo>
                  <a:lnTo>
                    <a:pt x="10380" y="6492"/>
                  </a:lnTo>
                  <a:cubicBezTo>
                    <a:pt x="13122" y="4877"/>
                    <a:pt x="16786" y="6465"/>
                    <a:pt x="17101" y="9404"/>
                  </a:cubicBezTo>
                  <a:cubicBezTo>
                    <a:pt x="17343" y="11666"/>
                    <a:pt x="15308" y="13594"/>
                    <a:pt x="12765" y="13570"/>
                  </a:cubicBezTo>
                  <a:cubicBezTo>
                    <a:pt x="10462" y="13548"/>
                    <a:pt x="8580" y="11907"/>
                    <a:pt x="8478" y="9832"/>
                  </a:cubicBezTo>
                  <a:lnTo>
                    <a:pt x="8478" y="3496"/>
                  </a:lnTo>
                  <a:cubicBezTo>
                    <a:pt x="8491" y="3024"/>
                    <a:pt x="8922" y="2650"/>
                    <a:pt x="9446" y="2655"/>
                  </a:cubicBezTo>
                  <a:close/>
                  <a:moveTo>
                    <a:pt x="12799" y="7557"/>
                  </a:moveTo>
                  <a:cubicBezTo>
                    <a:pt x="12185" y="7557"/>
                    <a:pt x="11571" y="7768"/>
                    <a:pt x="11102" y="8191"/>
                  </a:cubicBezTo>
                  <a:cubicBezTo>
                    <a:pt x="10165" y="9035"/>
                    <a:pt x="10165" y="10405"/>
                    <a:pt x="11102" y="11250"/>
                  </a:cubicBezTo>
                  <a:cubicBezTo>
                    <a:pt x="12039" y="12095"/>
                    <a:pt x="13558" y="12095"/>
                    <a:pt x="14495" y="11250"/>
                  </a:cubicBezTo>
                  <a:cubicBezTo>
                    <a:pt x="15432" y="10405"/>
                    <a:pt x="15432" y="9035"/>
                    <a:pt x="14495" y="8191"/>
                  </a:cubicBezTo>
                  <a:cubicBezTo>
                    <a:pt x="14027" y="7768"/>
                    <a:pt x="13413" y="7557"/>
                    <a:pt x="12799" y="7557"/>
                  </a:cubicBezTo>
                  <a:close/>
                </a:path>
              </a:pathLst>
            </a:custGeom>
            <a:solidFill>
              <a:srgbClr val="326e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9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492" name="PlaceHolder 1"/>
          <p:cNvSpPr>
            <a:spLocks noGrp="1"/>
          </p:cNvSpPr>
          <p:nvPr>
            <p:ph type="sldNum" idx="360"/>
          </p:nvPr>
        </p:nvSpPr>
        <p:spPr>
          <a:xfrm>
            <a:off x="8536320" y="425520"/>
            <a:ext cx="135360" cy="1206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B9055A-8E8C-4C57-B772-9E5C8892A961}" type="slidenum">
              <a:rPr b="1" lang="ru" sz="600" strike="noStrike" u="none">
                <a:solidFill>
                  <a:srgbClr val="000001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9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95" name="Google Shape;3221;g130e7787a26_1_4819"/>
          <p:cNvGrpSpPr/>
          <p:nvPr/>
        </p:nvGrpSpPr>
        <p:grpSpPr>
          <a:xfrm>
            <a:off x="423360" y="4540320"/>
            <a:ext cx="1567800" cy="320760"/>
            <a:chOff x="423360" y="4540320"/>
            <a:chExt cx="1567800" cy="320760"/>
          </a:xfrm>
        </p:grpSpPr>
        <p:sp>
          <p:nvSpPr>
            <p:cNvPr id="2496" name="Google Shape;3222;g130e7787a26_1_4819"/>
            <p:cNvSpPr/>
            <p:nvPr/>
          </p:nvSpPr>
          <p:spPr>
            <a:xfrm>
              <a:off x="426240" y="4540320"/>
              <a:ext cx="1564920" cy="22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10800" tIns="10800" bIns="10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ru" sz="1300" strike="noStrike" u="none">
                  <a:solidFill>
                    <a:srgbClr val="0077bf"/>
                  </a:solidFill>
                  <a:effectLst/>
                  <a:uFillTx/>
                  <a:latin typeface="Open Sans SemiBold"/>
                  <a:ea typeface="Open Sans SemiBold"/>
                </a:rPr>
                <a:t>Funnel Pack</a:t>
              </a:r>
              <a:endParaRPr b="0" lang="ru-RU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7" name="Google Shape;3223;g130e7787a26_1_4819"/>
            <p:cNvSpPr/>
            <p:nvPr/>
          </p:nvSpPr>
          <p:spPr>
            <a:xfrm>
              <a:off x="423360" y="4742280"/>
              <a:ext cx="1078920" cy="11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960" rIns="12960" tIns="12960" bIns="12960" anchor="t">
              <a:spAutoFit/>
            </a:bodyPr>
            <a:p>
              <a:pPr algn="just">
                <a:lnSpc>
                  <a:spcPct val="150000"/>
                </a:lnSpc>
                <a:tabLst>
                  <a:tab algn="l" pos="0"/>
                </a:tabLst>
              </a:pPr>
              <a:r>
                <a:rPr b="0" lang="ru" sz="600" strike="noStrike" u="none">
                  <a:solidFill>
                    <a:srgbClr val="9b999c"/>
                  </a:solidFill>
                  <a:effectLst/>
                  <a:uFillTx/>
                  <a:latin typeface="Open Sans"/>
                  <a:ea typeface="Open Sans"/>
                </a:rPr>
                <a:t>Marketing &amp; Business Tool</a:t>
              </a:r>
              <a:endParaRPr b="0" lang="ru-RU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98" name="PlaceHolder 1"/>
          <p:cNvSpPr>
            <a:spLocks noGrp="1"/>
          </p:cNvSpPr>
          <p:nvPr>
            <p:ph type="title"/>
          </p:nvPr>
        </p:nvSpPr>
        <p:spPr>
          <a:xfrm>
            <a:off x="795240" y="854280"/>
            <a:ext cx="7313400" cy="81612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9" name="PlaceHolder 2"/>
          <p:cNvSpPr>
            <a:spLocks noGrp="1"/>
          </p:cNvSpPr>
          <p:nvPr>
            <p:ph type="body"/>
          </p:nvPr>
        </p:nvSpPr>
        <p:spPr>
          <a:xfrm>
            <a:off x="851760" y="1751400"/>
            <a:ext cx="7678080" cy="263196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0" name="PlaceHolder 3"/>
          <p:cNvSpPr>
            <a:spLocks noGrp="1"/>
          </p:cNvSpPr>
          <p:nvPr>
            <p:ph type="sldNum" idx="361"/>
          </p:nvPr>
        </p:nvSpPr>
        <p:spPr>
          <a:xfrm>
            <a:off x="8547480" y="4686480"/>
            <a:ext cx="149760" cy="143640"/>
          </a:xfrm>
          <a:prstGeom prst="rect">
            <a:avLst/>
          </a:prstGeom>
          <a:noFill/>
          <a:ln w="0">
            <a:noFill/>
          </a:ln>
        </p:spPr>
        <p:txBody>
          <a:bodyPr lIns="10800" rIns="10800" tIns="10800" bIns="1080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A2268C7-C888-4467-BD4F-5399E785CDAC}" type="slidenum">
              <a:rPr b="0" lang="ru" sz="800" strike="noStrike" u="none">
                <a:solidFill>
                  <a:srgbClr val="9b999c"/>
                </a:solidFill>
                <a:effectLst/>
                <a:uFillTx/>
                <a:latin typeface="Open Sans"/>
                <a:ea typeface="Open Sans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0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3" name="Google Shape;3547;g130e7787a26_1_514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4" name="Google Shape;3548;g130e7787a26_1_5145" descr="Google Shape;559;p3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5" name="Google Shape;3549;g130e7787a26_1_514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6" name="PlaceHolder 1"/>
          <p:cNvSpPr>
            <a:spLocks noGrp="1"/>
          </p:cNvSpPr>
          <p:nvPr>
            <p:ph type="sldNum" idx="36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D26BAC2-5E3B-44A2-963B-B732827206A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0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9" name="Google Shape;3228;g130e7787a26_1_482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5e5e5e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10" name="Google Shape;3229;g130e7787a26_1_482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1" name="Google Shape;3230;g130e7787a26_1_4826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12" name="PlaceHolder 1"/>
          <p:cNvSpPr>
            <a:spLocks noGrp="1"/>
          </p:cNvSpPr>
          <p:nvPr>
            <p:ph type="sldNum" idx="36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35C6AB6-3C64-4E5A-9678-6CCF71E03B4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1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5" name="PlaceHolder 1"/>
          <p:cNvSpPr>
            <a:spLocks noGrp="1"/>
          </p:cNvSpPr>
          <p:nvPr>
            <p:ph type="body"/>
          </p:nvPr>
        </p:nvSpPr>
        <p:spPr>
          <a:xfrm>
            <a:off x="-433440" y="-485640"/>
            <a:ext cx="10029240" cy="600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6" name="PlaceHolder 2"/>
          <p:cNvSpPr>
            <a:spLocks noGrp="1"/>
          </p:cNvSpPr>
          <p:nvPr>
            <p:ph type="title"/>
          </p:nvPr>
        </p:nvSpPr>
        <p:spPr>
          <a:xfrm>
            <a:off x="452520" y="267192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7" name="PlaceHolder 3"/>
          <p:cNvSpPr>
            <a:spLocks noGrp="1"/>
          </p:cNvSpPr>
          <p:nvPr>
            <p:ph type="body"/>
          </p:nvPr>
        </p:nvSpPr>
        <p:spPr>
          <a:xfrm>
            <a:off x="452880" y="414720"/>
            <a:ext cx="8237520" cy="23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8" name="PlaceHolder 4"/>
          <p:cNvSpPr>
            <a:spLocks noGrp="1"/>
          </p:cNvSpPr>
          <p:nvPr>
            <p:ph type="body"/>
          </p:nvPr>
        </p:nvSpPr>
        <p:spPr>
          <a:xfrm>
            <a:off x="452520" y="4353840"/>
            <a:ext cx="8238600" cy="4179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9" name="PlaceHolder 5"/>
          <p:cNvSpPr>
            <a:spLocks noGrp="1"/>
          </p:cNvSpPr>
          <p:nvPr>
            <p:ph type="sldNum" idx="364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70D8F53-8746-4992-B6E5-C332EFBDBD8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2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2" name="PlaceHolder 1"/>
          <p:cNvSpPr>
            <a:spLocks noGrp="1"/>
          </p:cNvSpPr>
          <p:nvPr>
            <p:ph type="sldNum" idx="36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F53B382-8DB5-480A-9AF5-2D30893E3BA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2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5" name="PlaceHolder 1"/>
          <p:cNvSpPr>
            <a:spLocks noGrp="1"/>
          </p:cNvSpPr>
          <p:nvPr>
            <p:ph type="body"/>
          </p:nvPr>
        </p:nvSpPr>
        <p:spPr>
          <a:xfrm>
            <a:off x="4114800" y="-76320"/>
            <a:ext cx="4553640" cy="529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6" name="PlaceHolder 2"/>
          <p:cNvSpPr>
            <a:spLocks noGrp="1"/>
          </p:cNvSpPr>
          <p:nvPr>
            <p:ph type="title"/>
          </p:nvPr>
        </p:nvSpPr>
        <p:spPr>
          <a:xfrm>
            <a:off x="452520" y="476280"/>
            <a:ext cx="3666600" cy="22053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7" name="PlaceHolder 3"/>
          <p:cNvSpPr>
            <a:spLocks noGrp="1"/>
          </p:cNvSpPr>
          <p:nvPr>
            <p:ph type="body"/>
          </p:nvPr>
        </p:nvSpPr>
        <p:spPr>
          <a:xfrm>
            <a:off x="452520" y="2647800"/>
            <a:ext cx="3666600" cy="20188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8" name="PlaceHolder 4"/>
          <p:cNvSpPr>
            <a:spLocks noGrp="1"/>
          </p:cNvSpPr>
          <p:nvPr>
            <p:ph type="sldNum" idx="366"/>
          </p:nvPr>
        </p:nvSpPr>
        <p:spPr>
          <a:xfrm>
            <a:off x="4500000" y="491652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18BB76A-7EF9-4D86-876E-ED4FB944651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3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1" name="Google Shape;3244;g130e7787a26_1_484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2" name="Google Shape;3245;g130e7787a26_1_4842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33" name="Google Shape;3246;g130e7787a26_1_484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4" name="PlaceHolder 1"/>
          <p:cNvSpPr>
            <a:spLocks noGrp="1"/>
          </p:cNvSpPr>
          <p:nvPr>
            <p:ph type="sldNum" idx="36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F6E9E3B-093B-44F0-825F-E8090B00EA1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3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7" name="Google Shape;3249;g130e7787a26_1_484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8" name="Google Shape;3250;g130e7787a26_1_4847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39" name="PlaceHolder 1"/>
          <p:cNvSpPr>
            <a:spLocks noGrp="1"/>
          </p:cNvSpPr>
          <p:nvPr>
            <p:ph type="sldNum" idx="36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1DADA84-046E-4B4F-8A44-D221BF0ACAA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4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2" name="Google Shape;3253;g130e7787a26_1_485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3" name="Google Shape;3254;g130e7787a26_1_485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44" name="Google Shape;3255;g130e7787a26_1_485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5" name="PlaceHolder 1"/>
          <p:cNvSpPr>
            <a:spLocks noGrp="1"/>
          </p:cNvSpPr>
          <p:nvPr>
            <p:ph type="sldNum" idx="36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F5F3A83-319D-4F9A-AAF7-1BA3FC55641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4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8" name="Google Shape;3258;g130e7787a26_1_485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9" name="Google Shape;3259;g130e7787a26_1_485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50" name="Google Shape;3260;g130e7787a26_1_485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1" name="Google Shape;3261;g130e7787a26_1_4856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52" name="PlaceHolder 1"/>
          <p:cNvSpPr>
            <a:spLocks noGrp="1"/>
          </p:cNvSpPr>
          <p:nvPr>
            <p:ph type="sldNum" idx="37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7A170D1-814C-43CB-ACE7-C11A0CF6DE7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5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5" name="Google Shape;3264;g130e7787a26_1_486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6" name="Google Shape;3265;g130e7787a26_1_4862" descr="Google Shape;363;g116490451ca_0_125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7" name="Google Shape;3266;g130e7787a26_1_486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8" name="PlaceHolder 1"/>
          <p:cNvSpPr>
            <a:spLocks noGrp="1"/>
          </p:cNvSpPr>
          <p:nvPr>
            <p:ph type="sldNum" idx="37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292079B-C5CC-4213-A774-577ABCBA317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6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1" name="Google Shape;3269;g130e7787a26_1_486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2" name="Google Shape;3270;g130e7787a26_1_4867" descr="Google Shape;366;g116490451ca_0_126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3" name="Google Shape;3271;g130e7787a26_1_486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4" name="PlaceHolder 1"/>
          <p:cNvSpPr>
            <a:spLocks noGrp="1"/>
          </p:cNvSpPr>
          <p:nvPr>
            <p:ph type="sldNum" idx="37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2F2699A-AF27-4BF7-9208-E200808AA09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6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7" name="Google Shape;2909;g130e7787a26_1_450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8" name="Google Shape;2910;g130e7787a26_1_4507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69" name="Google Shape;2911;g130e7787a26_1_450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0" name="PlaceHolder 1"/>
          <p:cNvSpPr>
            <a:spLocks noGrp="1"/>
          </p:cNvSpPr>
          <p:nvPr>
            <p:ph type="sldNum" idx="37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3E75FD2-905D-43C7-A392-B56503F0A77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7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3" name="Google Shape;3552;g130e7787a26_1_515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4" name="Google Shape;3553;g130e7787a26_1_5150" descr="Google Shape;562;p3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5" name="Google Shape;3554;g130e7787a26_1_515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6" name="PlaceHolder 1"/>
          <p:cNvSpPr>
            <a:spLocks noGrp="1"/>
          </p:cNvSpPr>
          <p:nvPr>
            <p:ph type="sldNum" idx="37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D6FB069-4DC0-422C-94ED-395F76BAE6F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7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9" name="Google Shape;3274;g130e7787a26_1_487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0" name="Google Shape;3275;g130e7787a26_1_4872" descr="Google Shape;369;g116490451ca_0_126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1" name="Google Shape;3276;g130e7787a26_1_487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2" name="PlaceHolder 1"/>
          <p:cNvSpPr>
            <a:spLocks noGrp="1"/>
          </p:cNvSpPr>
          <p:nvPr>
            <p:ph type="sldNum" idx="37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FF07977-2E74-4D6C-9E10-4BFCA7306E9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8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5" name="Google Shape;3279;g130e7787a26_1_487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6" name="Google Shape;3280;g130e7787a26_1_4877" descr="Google Shape;372;g116490451ca_0_126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7" name="Google Shape;3281;g130e7787a26_1_487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8" name="PlaceHolder 1"/>
          <p:cNvSpPr>
            <a:spLocks noGrp="1"/>
          </p:cNvSpPr>
          <p:nvPr>
            <p:ph type="sldNum" idx="37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85BD6EB-4462-4981-B326-104E87C2CC6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9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1" name="Google Shape;3284;g130e7787a26_1_488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2" name="Google Shape;3285;g130e7787a26_1_4882" descr="Google Shape;375;g116490451ca_0_127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3" name="Google Shape;3286;g130e7787a26_1_488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4" name="PlaceHolder 1"/>
          <p:cNvSpPr>
            <a:spLocks noGrp="1"/>
          </p:cNvSpPr>
          <p:nvPr>
            <p:ph type="sldNum" idx="37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B846631-E47C-461B-8127-C57265D6659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59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7" name="PlaceHolder 1"/>
          <p:cNvSpPr>
            <a:spLocks noGrp="1"/>
          </p:cNvSpPr>
          <p:nvPr>
            <p:ph type="body"/>
          </p:nvPr>
        </p:nvSpPr>
        <p:spPr>
          <a:xfrm>
            <a:off x="450360" y="4447440"/>
            <a:ext cx="8238600" cy="23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8" name="PlaceHolder 2"/>
          <p:cNvSpPr>
            <a:spLocks noGrp="1"/>
          </p:cNvSpPr>
          <p:nvPr>
            <p:ph type="title"/>
          </p:nvPr>
        </p:nvSpPr>
        <p:spPr>
          <a:xfrm>
            <a:off x="452520" y="96552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9" name="PlaceHolder 3"/>
          <p:cNvSpPr>
            <a:spLocks noGrp="1"/>
          </p:cNvSpPr>
          <p:nvPr>
            <p:ph type="body"/>
          </p:nvPr>
        </p:nvSpPr>
        <p:spPr>
          <a:xfrm>
            <a:off x="450360" y="2708640"/>
            <a:ext cx="8238600" cy="7135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0" name="PlaceHolder 4"/>
          <p:cNvSpPr>
            <a:spLocks noGrp="1"/>
          </p:cNvSpPr>
          <p:nvPr>
            <p:ph type="sldNum" idx="378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997418-BEC6-4D9C-A93F-A81232BF36D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0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3" name="Google Shape;3289;g130e7787a26_1_488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4" name="Google Shape;3290;g130e7787a26_1_4887" descr="Google Shape;378;g116490451ca_0_127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5" name="Google Shape;3291;g130e7787a26_1_488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6" name="PlaceHolder 1"/>
          <p:cNvSpPr>
            <a:spLocks noGrp="1"/>
          </p:cNvSpPr>
          <p:nvPr>
            <p:ph type="sldNum" idx="37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0E014A4-F869-4437-A9F4-5DB46503288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0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9" name="Google Shape;3294;g130e7787a26_1_489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0" name="Google Shape;3295;g130e7787a26_1_4892" descr="Google Shape;381;g116490451ca_0_127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1" name="Google Shape;3296;g130e7787a26_1_489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2" name="PlaceHolder 1"/>
          <p:cNvSpPr>
            <a:spLocks noGrp="1"/>
          </p:cNvSpPr>
          <p:nvPr>
            <p:ph type="sldNum" idx="38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9B8192E-D3BD-475B-AAC7-D849CC6F8EA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1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5" name="Google Shape;3299;g130e7787a26_1_489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6" name="Google Shape;3300;g130e7787a26_1_4897" descr="Google Shape;384;g116490451ca_0_128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7" name="Google Shape;3301;g130e7787a26_1_489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8" name="PlaceHolder 1"/>
          <p:cNvSpPr>
            <a:spLocks noGrp="1"/>
          </p:cNvSpPr>
          <p:nvPr>
            <p:ph type="sldNum" idx="38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D2EC5A6-731B-4FCC-A161-199B966305B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2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1" name="Google Shape;3304;g130e7787a26_1_490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2" name="Google Shape;3305;g130e7787a26_1_4902" descr="Google Shape;387;g116490451ca_0_128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3" name="Google Shape;3306;g130e7787a26_1_490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4" name="PlaceHolder 1"/>
          <p:cNvSpPr>
            <a:spLocks noGrp="1"/>
          </p:cNvSpPr>
          <p:nvPr>
            <p:ph type="sldNum" idx="38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F9598EE-32FB-4241-9FB6-EB27987E835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2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7" name="Google Shape;3309;g130e7787a26_1_490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8" name="Google Shape;3310;g130e7787a26_1_4907" descr="Google Shape;390;g116490451ca_0_128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9" name="Google Shape;3311;g130e7787a26_1_490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0" name="PlaceHolder 1"/>
          <p:cNvSpPr>
            <a:spLocks noGrp="1"/>
          </p:cNvSpPr>
          <p:nvPr>
            <p:ph type="sldNum" idx="38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F580080-4B72-4D62-8EE9-0D6F2055690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3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3" name="Google Shape;3314;g130e7787a26_1_491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4" name="Google Shape;3315;g130e7787a26_1_4912" descr="Google Shape;393;g116490451ca_0_128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5" name="Google Shape;3316;g130e7787a26_1_491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6" name="PlaceHolder 1"/>
          <p:cNvSpPr>
            <a:spLocks noGrp="1"/>
          </p:cNvSpPr>
          <p:nvPr>
            <p:ph type="sldNum" idx="38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E21243F-B497-4239-AC86-1A602410801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3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9" name="Google Shape;3557;g130e7787a26_1_515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0" name="Google Shape;3558;g130e7787a26_1_5155" descr="Google Shape;565;p3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1" name="Google Shape;3559;g130e7787a26_1_515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2" name="PlaceHolder 1"/>
          <p:cNvSpPr>
            <a:spLocks noGrp="1"/>
          </p:cNvSpPr>
          <p:nvPr>
            <p:ph type="sldNum" idx="38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F89191F-6C96-4864-89D4-D74BECE6EEB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4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5" name="Google Shape;3319;g130e7787a26_1_491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6" name="Google Shape;3320;g130e7787a26_1_4917" descr="Google Shape;396;g116490451ca_0_129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7" name="Google Shape;3321;g130e7787a26_1_491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8" name="PlaceHolder 1"/>
          <p:cNvSpPr>
            <a:spLocks noGrp="1"/>
          </p:cNvSpPr>
          <p:nvPr>
            <p:ph type="sldNum" idx="38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FDCEAE9-B2B5-4273-8BE0-2F5B7EA517C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5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1" name="Google Shape;3324;g130e7787a26_1_492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2" name="Google Shape;3325;g130e7787a26_1_4922" descr="Google Shape;399;g116490451ca_0_129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3" name="Google Shape;3326;g130e7787a26_1_492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4" name="PlaceHolder 1"/>
          <p:cNvSpPr>
            <a:spLocks noGrp="1"/>
          </p:cNvSpPr>
          <p:nvPr>
            <p:ph type="sldNum" idx="38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64CED7E-E8AA-4555-9BD8-A4C9C5D85AB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5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7" name="Google Shape;3329;g130e7787a26_1_492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8" name="Google Shape;3330;g130e7787a26_1_4927" descr="Google Shape;402;g116490451ca_0_129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9" name="Google Shape;3331;g130e7787a26_1_492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0" name="PlaceHolder 1"/>
          <p:cNvSpPr>
            <a:spLocks noGrp="1"/>
          </p:cNvSpPr>
          <p:nvPr>
            <p:ph type="sldNum" idx="38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A057936-4E1C-47C2-AFCC-6224555C6D6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6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3" name="Google Shape;3334;g130e7787a26_1_493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4" name="Google Shape;3335;g130e7787a26_1_4932" descr="Google Shape;405;g116490451ca_0_130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5" name="Google Shape;3336;g130e7787a26_1_493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6" name="PlaceHolder 1"/>
          <p:cNvSpPr>
            <a:spLocks noGrp="1"/>
          </p:cNvSpPr>
          <p:nvPr>
            <p:ph type="sldNum" idx="38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30EB844-A5D0-4096-9691-610655EFED2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6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9" name="PlaceHolder 1"/>
          <p:cNvSpPr>
            <a:spLocks noGrp="1"/>
          </p:cNvSpPr>
          <p:nvPr>
            <p:ph type="body"/>
          </p:nvPr>
        </p:nvSpPr>
        <p:spPr>
          <a:xfrm>
            <a:off x="4114800" y="-76320"/>
            <a:ext cx="4553640" cy="529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0" name="PlaceHolder 2"/>
          <p:cNvSpPr>
            <a:spLocks noGrp="1"/>
          </p:cNvSpPr>
          <p:nvPr>
            <p:ph type="title"/>
          </p:nvPr>
        </p:nvSpPr>
        <p:spPr>
          <a:xfrm>
            <a:off x="452520" y="476280"/>
            <a:ext cx="3666600" cy="22053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1" name="PlaceHolder 3"/>
          <p:cNvSpPr>
            <a:spLocks noGrp="1"/>
          </p:cNvSpPr>
          <p:nvPr>
            <p:ph type="body"/>
          </p:nvPr>
        </p:nvSpPr>
        <p:spPr>
          <a:xfrm>
            <a:off x="452520" y="2647800"/>
            <a:ext cx="3666600" cy="20188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2" name="PlaceHolder 4"/>
          <p:cNvSpPr>
            <a:spLocks noGrp="1"/>
          </p:cNvSpPr>
          <p:nvPr>
            <p:ph type="sldNum" idx="390"/>
          </p:nvPr>
        </p:nvSpPr>
        <p:spPr>
          <a:xfrm>
            <a:off x="4500000" y="491652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019BC9F-2ECF-4CE3-ADEA-D285237FCDC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7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5" name="Google Shape;3339;g130e7787a26_1_493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6" name="Google Shape;3340;g130e7787a26_1_4937" descr="Google Shape;408;g116490451ca_0_130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7" name="Google Shape;3341;g130e7787a26_1_493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8" name="PlaceHolder 1"/>
          <p:cNvSpPr>
            <a:spLocks noGrp="1"/>
          </p:cNvSpPr>
          <p:nvPr>
            <p:ph type="sldNum" idx="39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A447850-03C2-40D7-86B0-C5401C84A41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8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1" name="Google Shape;3344;g130e7787a26_1_494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2" name="Google Shape;3345;g130e7787a26_1_4942" descr="Google Shape;411;g116490451ca_0_130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3" name="Google Shape;3346;g130e7787a26_1_494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4" name="PlaceHolder 1"/>
          <p:cNvSpPr>
            <a:spLocks noGrp="1"/>
          </p:cNvSpPr>
          <p:nvPr>
            <p:ph type="sldNum" idx="39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1CB1F6B-3D32-4B7E-A17B-40DF1C92273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8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7" name="Google Shape;3349;g130e7787a26_1_494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8" name="Google Shape;3350;g130e7787a26_1_4947" descr="Google Shape;414;g116490451ca_0_131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9" name="Google Shape;3351;g130e7787a26_1_494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0" name="PlaceHolder 1"/>
          <p:cNvSpPr>
            <a:spLocks noGrp="1"/>
          </p:cNvSpPr>
          <p:nvPr>
            <p:ph type="sldNum" idx="39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55A495F-3357-43B4-AC81-76D9389CE15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9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3" name="Google Shape;3354;g130e7787a26_1_495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4" name="Google Shape;3355;g130e7787a26_1_4952" descr="Google Shape;417;g116490451ca_0_131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5" name="Google Shape;3356;g130e7787a26_1_495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6" name="PlaceHolder 1"/>
          <p:cNvSpPr>
            <a:spLocks noGrp="1"/>
          </p:cNvSpPr>
          <p:nvPr>
            <p:ph type="sldNum" idx="39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BEAA67F-BDDC-47E2-9D0B-A4BB32C0044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9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9" name="Google Shape;3359;g130e7787a26_1_495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0" name="Google Shape;3360;g130e7787a26_1_4957" descr="Google Shape;420;g116490451ca_0_131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1" name="Google Shape;3361;g130e7787a26_1_495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2" name="PlaceHolder 1"/>
          <p:cNvSpPr>
            <a:spLocks noGrp="1"/>
          </p:cNvSpPr>
          <p:nvPr>
            <p:ph type="sldNum" idx="39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3489462-25A0-4965-8BA3-C02578929DA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0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5" name="Google Shape;3562;g130e7787a26_1_516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6" name="Google Shape;3563;g130e7787a26_1_5160" descr="Google Shape;568;p4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7" name="Google Shape;3564;g130e7787a26_1_516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8" name="PlaceHolder 1"/>
          <p:cNvSpPr>
            <a:spLocks noGrp="1"/>
          </p:cNvSpPr>
          <p:nvPr>
            <p:ph type="sldNum" idx="39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461C4AC-66EE-4351-9698-CE19CEF57B4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1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1" name="Google Shape;3364;g130e7787a26_1_496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2" name="Google Shape;3365;g130e7787a26_1_4962" descr="Google Shape;423;g116490451ca_0_131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3" name="Google Shape;3366;g130e7787a26_1_496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4" name="PlaceHolder 1"/>
          <p:cNvSpPr>
            <a:spLocks noGrp="1"/>
          </p:cNvSpPr>
          <p:nvPr>
            <p:ph type="sldNum" idx="39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459CC26-E25B-4D11-9093-B5BC021A36F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1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7" name="Google Shape;3369;g130e7787a26_1_496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8" name="Google Shape;3370;g130e7787a26_1_4967" descr="Google Shape;426;g116490451ca_0_132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9" name="PlaceHolder 1"/>
          <p:cNvSpPr>
            <a:spLocks noGrp="1"/>
          </p:cNvSpPr>
          <p:nvPr>
            <p:ph type="sldNum" idx="39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C606ABA-5181-467D-8F44-1C6D39A8867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2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2" name="Google Shape;3373;g130e7787a26_1_497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3" name="Google Shape;3374;g130e7787a26_1_4971" descr="Google Shape;428;g116490451ca_0_1324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4" name="Google Shape;3375;g130e7787a26_1_497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5" name="PlaceHolder 1"/>
          <p:cNvSpPr>
            <a:spLocks noGrp="1"/>
          </p:cNvSpPr>
          <p:nvPr>
            <p:ph type="sldNum" idx="39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85D41AE-4956-4A1C-A6BD-73D27240664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2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8" name="Google Shape;3378;g130e7787a26_1_497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9" name="Google Shape;3379;g130e7787a26_1_4976" descr="Google Shape;431;g116490451ca_0_132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0" name="Google Shape;3380;g130e7787a26_1_497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1" name="Google Shape;3381;g130e7787a26_1_4976"/>
          <p:cNvSpPr/>
          <p:nvPr/>
        </p:nvSpPr>
        <p:spPr>
          <a:xfrm>
            <a:off x="0" y="0"/>
            <a:ext cx="299916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2" name="PlaceHolder 1"/>
          <p:cNvSpPr>
            <a:spLocks noGrp="1"/>
          </p:cNvSpPr>
          <p:nvPr>
            <p:ph type="sldNum" idx="40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5243667-4DF5-4C63-AD5F-0BFB87CE3A4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3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5" name="Google Shape;3384;g130e7787a26_1_498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6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7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8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480" cy="304740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39" name="Google Shape;3388;g130e7787a26_1_4982" descr="Google Shape;439;g116490451ca_0_1331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0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1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2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3" name="PlaceHolder 7"/>
          <p:cNvSpPr>
            <a:spLocks noGrp="1"/>
          </p:cNvSpPr>
          <p:nvPr>
            <p:ph type="sldNum" idx="40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8681E72-84CF-4E38-9E3A-9AA1DFD18E9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4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6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67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7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8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9" name="PlaceHolder 4"/>
          <p:cNvSpPr>
            <a:spLocks noGrp="1"/>
          </p:cNvSpPr>
          <p:nvPr>
            <p:ph type="sldNum" idx="402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D02C7EE-0682-4B3E-A87C-72AD197CAEA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5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2" name="Google Shape;3394;g130e7787a26_1_499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53" name="Google Shape;3395;g130e7787a26_1_4992"/>
          <p:cNvGrpSpPr/>
          <p:nvPr/>
        </p:nvGrpSpPr>
        <p:grpSpPr>
          <a:xfrm>
            <a:off x="6458040" y="0"/>
            <a:ext cx="2685600" cy="5142960"/>
            <a:chOff x="6458040" y="0"/>
            <a:chExt cx="2685600" cy="5142960"/>
          </a:xfrm>
        </p:grpSpPr>
        <p:sp>
          <p:nvSpPr>
            <p:cNvPr id="2754" name="Google Shape;3396;g130e7787a26_1_4992"/>
            <p:cNvSpPr/>
            <p:nvPr/>
          </p:nvSpPr>
          <p:spPr>
            <a:xfrm>
              <a:off x="6458040" y="0"/>
              <a:ext cx="268560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755" name="Google Shape;3397;g130e7787a26_1_4992"/>
            <p:cNvSpPr/>
            <p:nvPr/>
          </p:nvSpPr>
          <p:spPr>
            <a:xfrm>
              <a:off x="6483600" y="2401920"/>
              <a:ext cx="263412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56" name="Google Shape;3398;g130e7787a26_1_4992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2757" name="Google Shape;3399;g130e7787a26_1_4992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758" name="Google Shape;3400;g130e7787a26_1_4992"/>
            <p:cNvSpPr/>
            <p:nvPr/>
          </p:nvSpPr>
          <p:spPr>
            <a:xfrm>
              <a:off x="25560" y="2477880"/>
              <a:ext cx="6399360" cy="19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59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0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1" name="PlaceHolder 3"/>
          <p:cNvSpPr>
            <a:spLocks noGrp="1"/>
          </p:cNvSpPr>
          <p:nvPr>
            <p:ph type="sldNum" idx="40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E1835EA-1680-4A69-8913-6220E5B7D32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6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4" name="Google Shape;3405;g130e7787a26_1_500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5" name="Google Shape;3406;g130e7787a26_1_500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66" name="Google Shape;3407;g130e7787a26_1_500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67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8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9" name="Google Shape;3410;g130e7787a26_1_500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0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1" name="Google Shape;3412;g130e7787a26_1_500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2" name="Google Shape;3413;g130e7787a26_1_5003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3" name="PlaceHolder 4"/>
          <p:cNvSpPr>
            <a:spLocks noGrp="1"/>
          </p:cNvSpPr>
          <p:nvPr>
            <p:ph type="sldNum" idx="404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242F000-28E4-4631-B1CC-33D3E5F30BD5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7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6" name="Google Shape;3416;g130e7787a26_1_5014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7" name="Google Shape;3417;g130e7787a26_1_5014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78" name="Google Shape;3418;g130e7787a26_1_5014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79" name="Google Shape;3419;g130e7787a26_1_5014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0" name="Google Shape;3420;g130e7787a26_1_5014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1" name="Google Shape;3421;g130e7787a26_1_5014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2" name="Google Shape;3422;g130e7787a26_1_5014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3" name="Google Shape;3423;g130e7787a26_1_5014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4" name="Google Shape;3424;g130e7787a26_1_5014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5" name="Google Shape;3425;g130e7787a26_1_5014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6" name="Google Shape;3426;g130e7787a26_1_5014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7" name="Google Shape;3427;g130e7787a26_1_5014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88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9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0" name="Google Shape;3430;g130e7787a26_1_5014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1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2" name="Google Shape;3432;g130e7787a26_1_5014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3" name="Google Shape;3433;g130e7787a26_1_5014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4" name="PlaceHolder 4"/>
          <p:cNvSpPr>
            <a:spLocks noGrp="1"/>
          </p:cNvSpPr>
          <p:nvPr>
            <p:ph type="sldNum" idx="405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99F39E8-37A6-4712-A449-28D95DCA1ACB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9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7" name="Google Shape;3436;g130e7787a26_1_5034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8" name="Google Shape;3437;g130e7787a26_1_5034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799" name="Google Shape;3438;g130e7787a26_1_5034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00" name="Google Shape;3439;g130e7787a26_1_5034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1" name="Google Shape;3440;g130e7787a26_1_5034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2" name="Google Shape;3441;g130e7787a26_1_5034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3" name="Google Shape;3442;g130e7787a26_1_5034" descr="Google Shape;483;g116490451ca_0_1374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4" name="PlaceHolder 1"/>
          <p:cNvSpPr>
            <a:spLocks noGrp="1"/>
          </p:cNvSpPr>
          <p:nvPr>
            <p:ph type="sldNum" idx="406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F59CE94-B355-4059-B274-33EF43207C3C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0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7" name="Google Shape;3567;g130e7787a26_1_516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8" name="Google Shape;3568;g130e7787a26_1_5165" descr="Google Shape;571;p4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9" name="PlaceHolder 1"/>
          <p:cNvSpPr>
            <a:spLocks noGrp="1"/>
          </p:cNvSpPr>
          <p:nvPr>
            <p:ph type="sldNum" idx="40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CB3B6A2-7A4D-4CE8-956A-EB9CFA900C0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1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2" name="Google Shape;3445;g130e7787a26_1_504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3" name="Google Shape;3446;g130e7787a26_1_5043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14" name="Google Shape;3447;g130e7787a26_1_504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15" name="Google Shape;3448;g130e7787a26_1_504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6" name="Google Shape;3449;g130e7787a26_1_504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7" name="Google Shape;3450;g130e7787a26_1_5043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8" name="PlaceHolder 1"/>
          <p:cNvSpPr>
            <a:spLocks noGrp="1"/>
          </p:cNvSpPr>
          <p:nvPr>
            <p:ph type="sldNum" idx="408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FA1FE2E-279F-4273-935C-A0706163101F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2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1" name="Google Shape;3453;g130e7787a26_1_505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2" name="Google Shape;3454;g130e7787a26_1_5051"/>
          <p:cNvCxnSpPr/>
          <p:nvPr/>
        </p:nvCxnSpPr>
        <p:spPr>
          <a:xfrm flipV="1">
            <a:off x="7164000" y="617760"/>
            <a:ext cx="1980360" cy="10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2823" name="Google Shape;3455;g130e7787a26_1_5051"/>
          <p:cNvSpPr/>
          <p:nvPr/>
        </p:nvSpPr>
        <p:spPr>
          <a:xfrm>
            <a:off x="8280000" y="123480"/>
            <a:ext cx="863280" cy="503280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24" name="PlaceHolder 1"/>
          <p:cNvSpPr>
            <a:spLocks noGrp="1"/>
          </p:cNvSpPr>
          <p:nvPr>
            <p:ph type="sldNum" idx="409"/>
          </p:nvPr>
        </p:nvSpPr>
        <p:spPr>
          <a:xfrm>
            <a:off x="8599320" y="267480"/>
            <a:ext cx="261000" cy="19548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770E7D-C5E1-42A4-B900-2B18FF11CD45}" type="slidenum">
              <a: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&lt;number&gt;</a:t>
            </a:fld>
            <a:endParaRPr b="0" lang="ru-RU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25" name="Google Shape;3457;g130e7787a26_1_5051" descr="Google Shape;496;g116490451ca_0_1389"/>
          <p:cNvPicPr/>
          <p:nvPr/>
        </p:nvPicPr>
        <p:blipFill>
          <a:blip r:embed="rId2"/>
          <a:stretch/>
        </p:blipFill>
        <p:spPr>
          <a:xfrm>
            <a:off x="7164360" y="299520"/>
            <a:ext cx="1007280" cy="151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2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8" name="Google Shape;3459;g130e7787a26_1_505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9" name="PlaceHolder 1"/>
          <p:cNvSpPr>
            <a:spLocks noGrp="1"/>
          </p:cNvSpPr>
          <p:nvPr>
            <p:ph type="sldNum" idx="41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6F8D9C6-2886-4275-92DB-0818258E190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3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2" name="Google Shape;3462;g130e7787a26_1_506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3" name="Google Shape;3463;g130e7787a26_1_5060" descr="Google Shape;508;p2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4" name="Google Shape;3464;g130e7787a26_1_506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5" name="PlaceHolder 1"/>
          <p:cNvSpPr>
            <a:spLocks noGrp="1"/>
          </p:cNvSpPr>
          <p:nvPr>
            <p:ph type="sldNum" idx="41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D3EFFBB-9866-43BD-B2A7-68DF08E93F3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3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8" name="Google Shape;3467;g130e7787a26_1_506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9" name="Google Shape;3468;g130e7787a26_1_5065" descr="Google Shape;511;p2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0" name="Google Shape;3469;g130e7787a26_1_506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1" name="PlaceHolder 1"/>
          <p:cNvSpPr>
            <a:spLocks noGrp="1"/>
          </p:cNvSpPr>
          <p:nvPr>
            <p:ph type="sldNum" idx="41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059BBBD-12D9-49A8-9ED1-D9F09AF1A8F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4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4" name="Google Shape;3472;g130e7787a26_1_507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5" name="Google Shape;3473;g130e7787a26_1_5070" descr="Google Shape;514;p2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6" name="Google Shape;3474;g130e7787a26_1_507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7" name="PlaceHolder 1"/>
          <p:cNvSpPr>
            <a:spLocks noGrp="1"/>
          </p:cNvSpPr>
          <p:nvPr>
            <p:ph type="sldNum" idx="41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751AACF-1018-433E-A40B-9480965B94F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4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0" name="Google Shape;3571;g130e7787a26_1_5169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1" name="Google Shape;3572;g130e7787a26_1_5169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52" name="Google Shape;3573;g130e7787a26_1_516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3" name="Google Shape;3574;g130e7787a26_1_5169" descr="Google Shape;575;p42"/>
          <p:cNvPicPr/>
          <p:nvPr/>
        </p:nvPicPr>
        <p:blipFill>
          <a:blip r:embed="rId2"/>
          <a:srcRect l="5591" t="6242" r="879" b="11375"/>
          <a:stretch/>
        </p:blipFill>
        <p:spPr>
          <a:xfrm>
            <a:off x="68400" y="0"/>
            <a:ext cx="9033120" cy="497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4" name="PlaceHolder 1"/>
          <p:cNvSpPr>
            <a:spLocks noGrp="1"/>
          </p:cNvSpPr>
          <p:nvPr>
            <p:ph type="sldNum" idx="41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6B510C4-ACCC-4722-B57C-C58E7C23765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5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7" name="PlaceHolder 1"/>
          <p:cNvSpPr>
            <a:spLocks noGrp="1"/>
          </p:cNvSpPr>
          <p:nvPr>
            <p:ph type="title"/>
          </p:nvPr>
        </p:nvSpPr>
        <p:spPr>
          <a:xfrm>
            <a:off x="452520" y="1700280"/>
            <a:ext cx="8238600" cy="17424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8" name="PlaceHolder 2"/>
          <p:cNvSpPr>
            <a:spLocks noGrp="1"/>
          </p:cNvSpPr>
          <p:nvPr>
            <p:ph type="sldNum" idx="415"/>
          </p:nvPr>
        </p:nvSpPr>
        <p:spPr>
          <a:xfrm>
            <a:off x="4500000" y="491652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D52C7F7-38B3-4D98-86B6-74BAA9D2B1E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6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1" name="Google Shape;3577;g130e7787a26_1_517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2" name="Google Shape;3578;g130e7787a26_1_5175" descr="Google Shape;577;p43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3" name="Google Shape;3579;g130e7787a26_1_517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4" name="PlaceHolder 1"/>
          <p:cNvSpPr>
            <a:spLocks noGrp="1"/>
          </p:cNvSpPr>
          <p:nvPr>
            <p:ph type="sldNum" idx="41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582BC9A-2636-4F90-BB52-488F1D52029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6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7" name="Google Shape;3582;g130e7787a26_1_518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8" name="Google Shape;3583;g130e7787a26_1_5180" descr="Google Shape;580;p4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9" name="Google Shape;3584;g130e7787a26_1_518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0" name="Google Shape;3585;g130e7787a26_1_5180"/>
          <p:cNvSpPr/>
          <p:nvPr/>
        </p:nvSpPr>
        <p:spPr>
          <a:xfrm>
            <a:off x="0" y="0"/>
            <a:ext cx="299916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1" name="PlaceHolder 1"/>
          <p:cNvSpPr>
            <a:spLocks noGrp="1"/>
          </p:cNvSpPr>
          <p:nvPr>
            <p:ph type="sldNum" idx="41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637D9F4-F5D4-46C8-AED7-424DDD6B57E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7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4" name="Google Shape;3588;g130e7787a26_1_518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5" name="Google Shape;3589;g130e7787a26_1_518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76" name="Google Shape;3590;g130e7787a26_1_518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7" name="Google Shape;3591;g130e7787a26_1_5186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78" name="PlaceHolder 1"/>
          <p:cNvSpPr>
            <a:spLocks noGrp="1"/>
          </p:cNvSpPr>
          <p:nvPr>
            <p:ph type="sldNum" idx="41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F0A8CB9-6159-4503-A86B-C9156840A39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8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1" name="Google Shape;3594;g130e7787a26_1_519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2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3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4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840" cy="304740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5" name="Google Shape;3598;g130e7787a26_1_5192" descr="Google Shape;592;p46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6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7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8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9" name="PlaceHolder 7"/>
          <p:cNvSpPr>
            <a:spLocks noGrp="1"/>
          </p:cNvSpPr>
          <p:nvPr>
            <p:ph type="sldNum" idx="41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E1FD065-C3E3-42B9-975D-695EE69F802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9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2" name="PlaceHolder 1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3" name="PlaceHolder 2"/>
          <p:cNvSpPr>
            <a:spLocks noGrp="1"/>
          </p:cNvSpPr>
          <p:nvPr>
            <p:ph type="sldNum" idx="420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EC1F0CB-D486-43A4-8E12-D585034DE67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9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6" name="Google Shape;3604;g130e7787a26_1_520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97" name="Google Shape;3605;g130e7787a26_1_5202"/>
          <p:cNvGrpSpPr/>
          <p:nvPr/>
        </p:nvGrpSpPr>
        <p:grpSpPr>
          <a:xfrm>
            <a:off x="6458040" y="0"/>
            <a:ext cx="2685240" cy="5142960"/>
            <a:chOff x="6458040" y="0"/>
            <a:chExt cx="2685240" cy="5142960"/>
          </a:xfrm>
        </p:grpSpPr>
        <p:sp>
          <p:nvSpPr>
            <p:cNvPr id="2898" name="Google Shape;3606;g130e7787a26_1_5202"/>
            <p:cNvSpPr/>
            <p:nvPr/>
          </p:nvSpPr>
          <p:spPr>
            <a:xfrm>
              <a:off x="6458040" y="0"/>
              <a:ext cx="268524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899" name="Google Shape;3607;g130e7787a26_1_5202"/>
            <p:cNvSpPr/>
            <p:nvPr/>
          </p:nvSpPr>
          <p:spPr>
            <a:xfrm>
              <a:off x="6483600" y="2401920"/>
              <a:ext cx="263376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00" name="Google Shape;3608;g130e7787a26_1_5202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2901" name="Google Shape;3609;g130e7787a26_1_5202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902" name="Google Shape;3610;g130e7787a26_1_5202"/>
            <p:cNvSpPr/>
            <p:nvPr/>
          </p:nvSpPr>
          <p:spPr>
            <a:xfrm>
              <a:off x="25560" y="2477880"/>
              <a:ext cx="6399360" cy="19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03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4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5" name="PlaceHolder 3"/>
          <p:cNvSpPr>
            <a:spLocks noGrp="1"/>
          </p:cNvSpPr>
          <p:nvPr>
            <p:ph type="sldNum" idx="42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45902AF-6B16-48A8-8171-CD34D14D488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0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8" name="Google Shape;3615;g130e7787a26_1_521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9" name="Google Shape;3616;g130e7787a26_1_521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10" name="Google Shape;3617;g130e7787a26_1_521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11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2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3" name="Google Shape;3620;g130e7787a26_1_521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4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5" name="Google Shape;3622;g130e7787a26_1_521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6" name="Google Shape;3623;g130e7787a26_1_5213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7" name="PlaceHolder 4"/>
          <p:cNvSpPr>
            <a:spLocks noGrp="1"/>
          </p:cNvSpPr>
          <p:nvPr>
            <p:ph type="sldNum" idx="422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E11723D-FA79-41CF-BEA1-203273BCD28E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1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0" name="Google Shape;3626;g130e7787a26_1_5224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1" name="Google Shape;3627;g130e7787a26_1_5224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2" name="Google Shape;3628;g130e7787a26_1_5224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3" name="Google Shape;3629;g130e7787a26_1_5224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4" name="Google Shape;3630;g130e7787a26_1_5224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5" name="Google Shape;3631;g130e7787a26_1_5224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6" name="Google Shape;3632;g130e7787a26_1_5224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7" name="Google Shape;3633;g130e7787a26_1_5224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8" name="Google Shape;3634;g130e7787a26_1_5224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29" name="Google Shape;3635;g130e7787a26_1_5224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30" name="Google Shape;3636;g130e7787a26_1_5224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31" name="Google Shape;3637;g130e7787a26_1_5224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32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3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4" name="Google Shape;3640;g130e7787a26_1_5224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5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6" name="Google Shape;3642;g130e7787a26_1_5224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7" name="Google Shape;3643;g130e7787a26_1_5224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8" name="PlaceHolder 4"/>
          <p:cNvSpPr>
            <a:spLocks noGrp="1"/>
          </p:cNvSpPr>
          <p:nvPr>
            <p:ph type="sldNum" idx="423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7EE1079-9910-4BC8-AE45-097C31C3DE49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4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1" name="Google Shape;3646;g130e7787a26_1_5244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2" name="Google Shape;3647;g130e7787a26_1_5244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43" name="Google Shape;3648;g130e7787a26_1_5244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44" name="Google Shape;3649;g130e7787a26_1_5244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5" name="Google Shape;3650;g130e7787a26_1_5244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6" name="Google Shape;3651;g130e7787a26_1_5244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7" name="Google Shape;3652;g130e7787a26_1_5244" descr="Google Shape;636;p50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8" name="PlaceHolder 1"/>
          <p:cNvSpPr>
            <a:spLocks noGrp="1"/>
          </p:cNvSpPr>
          <p:nvPr>
            <p:ph type="sldNum" idx="424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F34EFD5-C4BD-4EF2-8B27-0361244ADA39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5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1" name="Google Shape;3655;g130e7787a26_1_525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2" name="Google Shape;3656;g130e7787a26_1_5253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53" name="Google Shape;3657;g130e7787a26_1_525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54" name="Google Shape;3658;g130e7787a26_1_525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5" name="Google Shape;3659;g130e7787a26_1_525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6" name="Google Shape;3660;g130e7787a26_1_5253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7" name="PlaceHolder 1"/>
          <p:cNvSpPr>
            <a:spLocks noGrp="1"/>
          </p:cNvSpPr>
          <p:nvPr>
            <p:ph type="sldNum" idx="425"/>
          </p:nvPr>
        </p:nvSpPr>
        <p:spPr>
          <a:xfrm>
            <a:off x="5463720" y="4821480"/>
            <a:ext cx="174960" cy="173160"/>
          </a:xfrm>
          <a:prstGeom prst="rect">
            <a:avLst/>
          </a:prstGeom>
          <a:noFill/>
          <a:ln w="0">
            <a:noFill/>
          </a:ln>
        </p:spPr>
        <p:txBody>
          <a:bodyPr lIns="25560" rIns="25560" tIns="25560" bIns="2556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B5CB20A-B45E-4B22-AEE9-A188BD08C7D7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5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0" name="Google Shape;3663;g130e7787a26_1_526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1" name="Google Shape;3664;g130e7787a26_1_526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62" name="Google Shape;3665;g130e7787a26_1_526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3" name="PlaceHolder 1"/>
          <p:cNvSpPr>
            <a:spLocks noGrp="1"/>
          </p:cNvSpPr>
          <p:nvPr>
            <p:ph type="sldNum" idx="42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71E7B77-62EE-4D83-B6EB-9219F7BD18C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6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6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7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8" name="PlaceHolder 3"/>
          <p:cNvSpPr>
            <a:spLocks noGrp="1"/>
          </p:cNvSpPr>
          <p:nvPr>
            <p:ph type="sldNum" idx="427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7826E96-37BB-4F0E-B50B-683DDE8BDE5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7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1" name="Google Shape;3668;g130e7787a26_1_526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2" name="Google Shape;3669;g130e7787a26_1_526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73" name="Google Shape;3670;g130e7787a26_1_526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4" name="PlaceHolder 1"/>
          <p:cNvSpPr>
            <a:spLocks noGrp="1"/>
          </p:cNvSpPr>
          <p:nvPr>
            <p:ph type="sldNum" idx="42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6FEB8B0-647F-45BB-AEE9-8DD11068EDF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7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7" name="Google Shape;3673;g130e7787a26_1_527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8" name="Google Shape;3674;g130e7787a26_1_527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79" name="PlaceHolder 1"/>
          <p:cNvSpPr>
            <a:spLocks noGrp="1"/>
          </p:cNvSpPr>
          <p:nvPr>
            <p:ph type="sldNum" idx="42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C57F448-71C0-446A-9043-E8C90BECE0A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81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2" name="Google Shape;3677;g130e7787a26_1_527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83" name="Google Shape;3678;g130e7787a26_1_5275"/>
          <p:cNvGrpSpPr/>
          <p:nvPr/>
        </p:nvGrpSpPr>
        <p:grpSpPr>
          <a:xfrm>
            <a:off x="6458040" y="0"/>
            <a:ext cx="2685600" cy="5142960"/>
            <a:chOff x="6458040" y="0"/>
            <a:chExt cx="2685600" cy="5142960"/>
          </a:xfrm>
        </p:grpSpPr>
        <p:sp>
          <p:nvSpPr>
            <p:cNvPr id="2984" name="Google Shape;3679;g130e7787a26_1_5275"/>
            <p:cNvSpPr/>
            <p:nvPr/>
          </p:nvSpPr>
          <p:spPr>
            <a:xfrm>
              <a:off x="6458040" y="0"/>
              <a:ext cx="2685600" cy="5142960"/>
            </a:xfrm>
            <a:prstGeom prst="rect">
              <a:avLst/>
            </a:prstGeom>
            <a:solidFill>
              <a:srgbClr val="a5a5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985" name="Google Shape;3680;g130e7787a26_1_5275"/>
            <p:cNvSpPr/>
            <p:nvPr/>
          </p:nvSpPr>
          <p:spPr>
            <a:xfrm>
              <a:off x="6483600" y="2401920"/>
              <a:ext cx="263412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86" name="Google Shape;3681;g130e7787a26_1_5275"/>
          <p:cNvGrpSpPr/>
          <p:nvPr/>
        </p:nvGrpSpPr>
        <p:grpSpPr>
          <a:xfrm>
            <a:off x="0" y="0"/>
            <a:ext cx="6450840" cy="5142960"/>
            <a:chOff x="0" y="0"/>
            <a:chExt cx="6450840" cy="5142960"/>
          </a:xfrm>
        </p:grpSpPr>
        <p:sp>
          <p:nvSpPr>
            <p:cNvPr id="2987" name="Google Shape;3682;g130e7787a26_1_5275"/>
            <p:cNvSpPr/>
            <p:nvPr/>
          </p:nvSpPr>
          <p:spPr>
            <a:xfrm>
              <a:off x="0" y="0"/>
              <a:ext cx="6450840" cy="5142960"/>
            </a:xfrm>
            <a:prstGeom prst="rect">
              <a:avLst/>
            </a:pr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4200" rIns="342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988" name="Google Shape;3683;g130e7787a26_1_5275"/>
            <p:cNvSpPr/>
            <p:nvPr/>
          </p:nvSpPr>
          <p:spPr>
            <a:xfrm>
              <a:off x="25560" y="2477880"/>
              <a:ext cx="6399360" cy="19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080" rIns="19080" tIns="19080" bIns="1908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0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Фото или черный фон</a:t>
              </a:r>
              <a:endPara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89" name="PlaceHolder 1"/>
          <p:cNvSpPr>
            <a:spLocks noGrp="1"/>
          </p:cNvSpPr>
          <p:nvPr>
            <p:ph type="title"/>
          </p:nvPr>
        </p:nvSpPr>
        <p:spPr>
          <a:xfrm>
            <a:off x="628560" y="3943440"/>
            <a:ext cx="7771680" cy="4816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0" name="PlaceHolder 2"/>
          <p:cNvSpPr>
            <a:spLocks noGrp="1"/>
          </p:cNvSpPr>
          <p:nvPr>
            <p:ph type="body"/>
          </p:nvPr>
        </p:nvSpPr>
        <p:spPr>
          <a:xfrm>
            <a:off x="628560" y="4466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1" name="PlaceHolder 3"/>
          <p:cNvSpPr>
            <a:spLocks noGrp="1"/>
          </p:cNvSpPr>
          <p:nvPr>
            <p:ph type="sldNum" idx="43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B940BB2-B24A-4043-81C5-EE5F92F4D72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9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4" name="Google Shape;3477;g130e7787a26_1_507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5" name="Google Shape;3478;g130e7787a26_1_5075" descr="Google Shape;517;p2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6" name="Google Shape;3479;g130e7787a26_1_507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7" name="PlaceHolder 1"/>
          <p:cNvSpPr>
            <a:spLocks noGrp="1"/>
          </p:cNvSpPr>
          <p:nvPr>
            <p:ph type="sldNum" idx="43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A56DC21-17B1-429F-9D80-B0D763E7E5C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9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0" name="Google Shape;3688;g130e7787a26_1_528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1" name="Google Shape;3689;g130e7787a26_1_5286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02" name="Google Shape;3690;g130e7787a26_1_528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3" name="Google Shape;3691;g130e7787a26_1_5286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04" name="PlaceHolder 1"/>
          <p:cNvSpPr>
            <a:spLocks noGrp="1"/>
          </p:cNvSpPr>
          <p:nvPr>
            <p:ph type="sldNum" idx="43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610DABD-D2B7-4053-A8D6-BC2728023FC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0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7" name="Google Shape;3694;g130e7787a26_1_529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8" name="Google Shape;3695;g130e7787a26_1_5292" descr="Google Shape;669;g1172c77faa7_2_53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9" name="Google Shape;3696;g130e7787a26_1_529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0" name="PlaceHolder 1"/>
          <p:cNvSpPr>
            <a:spLocks noGrp="1"/>
          </p:cNvSpPr>
          <p:nvPr>
            <p:ph type="sldNum" idx="43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4FC1E27-7880-4293-B413-6BE1AEA01FE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1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3" name="Google Shape;3699;g130e7787a26_1_529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4" name="Google Shape;3700;g130e7787a26_1_5297" descr="Google Shape;672;g1172c77faa7_2_53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5" name="Google Shape;3701;g130e7787a26_1_529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6" name="PlaceHolder 1"/>
          <p:cNvSpPr>
            <a:spLocks noGrp="1"/>
          </p:cNvSpPr>
          <p:nvPr>
            <p:ph type="sldNum" idx="43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F29BFF2-033F-4CDA-8193-618A21DC6E3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1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9" name="Google Shape;3704;g130e7787a26_1_530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0" name="Google Shape;3705;g130e7787a26_1_5302" descr="Google Shape;675;g1172c77faa7_2_53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1" name="Google Shape;3706;g130e7787a26_1_530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2" name="PlaceHolder 1"/>
          <p:cNvSpPr>
            <a:spLocks noGrp="1"/>
          </p:cNvSpPr>
          <p:nvPr>
            <p:ph type="sldNum" idx="43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E6A3FA-068F-43E7-ACC8-AF0DA0A9356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2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5" name="Google Shape;3709;g130e7787a26_1_530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6" name="Google Shape;3710;g130e7787a26_1_5307" descr="Google Shape;678;g1172c77faa7_2_54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7" name="Google Shape;3711;g130e7787a26_1_530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8" name="PlaceHolder 1"/>
          <p:cNvSpPr>
            <a:spLocks noGrp="1"/>
          </p:cNvSpPr>
          <p:nvPr>
            <p:ph type="sldNum" idx="43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623E394-7422-4904-83BD-6064BCB86BE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3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1" name="Google Shape;3714;g130e7787a26_1_531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2" name="Google Shape;3715;g130e7787a26_1_5312" descr="Google Shape;681;g1172c77faa7_2_54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3" name="Google Shape;3716;g130e7787a26_1_531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4" name="PlaceHolder 1"/>
          <p:cNvSpPr>
            <a:spLocks noGrp="1"/>
          </p:cNvSpPr>
          <p:nvPr>
            <p:ph type="sldNum" idx="43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81505CF-5DE0-45B1-9A37-85AEEFFEC93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3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7" name="Google Shape;3719;g130e7787a26_1_531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8" name="Google Shape;3720;g130e7787a26_1_5317" descr="Google Shape;684;g1172c77faa7_2_54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9" name="Google Shape;3721;g130e7787a26_1_531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0" name="PlaceHolder 1"/>
          <p:cNvSpPr>
            <a:spLocks noGrp="1"/>
          </p:cNvSpPr>
          <p:nvPr>
            <p:ph type="sldNum" idx="43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744B26E-7645-4430-9731-F6CA2AA1E7F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4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3" name="PlaceHolder 1"/>
          <p:cNvSpPr>
            <a:spLocks noGrp="1"/>
          </p:cNvSpPr>
          <p:nvPr>
            <p:ph type="title"/>
          </p:nvPr>
        </p:nvSpPr>
        <p:spPr>
          <a:xfrm>
            <a:off x="452520" y="404640"/>
            <a:ext cx="8238600" cy="5374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4" name="PlaceHolder 2"/>
          <p:cNvSpPr>
            <a:spLocks noGrp="1"/>
          </p:cNvSpPr>
          <p:nvPr>
            <p:ph type="body"/>
          </p:nvPr>
        </p:nvSpPr>
        <p:spPr>
          <a:xfrm>
            <a:off x="452520" y="88992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5" name="PlaceHolder 3"/>
          <p:cNvSpPr>
            <a:spLocks noGrp="1"/>
          </p:cNvSpPr>
          <p:nvPr>
            <p:ph type="body"/>
          </p:nvPr>
        </p:nvSpPr>
        <p:spPr>
          <a:xfrm>
            <a:off x="452520" y="1593360"/>
            <a:ext cx="8238600" cy="309528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6" name="PlaceHolder 4"/>
          <p:cNvSpPr>
            <a:spLocks noGrp="1"/>
          </p:cNvSpPr>
          <p:nvPr>
            <p:ph type="sldNum" idx="439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A06F034-CA5A-4E6D-B894-A3A9FFDD2C8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4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9" name="Google Shape;3724;g130e7787a26_1_532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0" name="Google Shape;3725;g130e7787a26_1_5322" descr="Google Shape;687;g1172c77faa7_2_54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1" name="Google Shape;3726;g130e7787a26_1_532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2" name="PlaceHolder 1"/>
          <p:cNvSpPr>
            <a:spLocks noGrp="1"/>
          </p:cNvSpPr>
          <p:nvPr>
            <p:ph type="sldNum" idx="44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BE2E5CF-7B29-4FC5-A4B1-DA069B6E04B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5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5" name="Google Shape;3729;g130e7787a26_1_532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6" name="Google Shape;3730;g130e7787a26_1_5327" descr="Google Shape;690;g1172c77faa7_2_55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7" name="Google Shape;3731;g130e7787a26_1_532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8" name="PlaceHolder 1"/>
          <p:cNvSpPr>
            <a:spLocks noGrp="1"/>
          </p:cNvSpPr>
          <p:nvPr>
            <p:ph type="sldNum" idx="44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A039470-80E3-415B-9480-C2CA3129D6C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6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1" name="Google Shape;3482;g130e7787a26_1_508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2" name="Google Shape;3483;g130e7787a26_1_5080" descr="Google Shape;520;p2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3" name="Google Shape;3484;g130e7787a26_1_508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4" name="PlaceHolder 1"/>
          <p:cNvSpPr>
            <a:spLocks noGrp="1"/>
          </p:cNvSpPr>
          <p:nvPr>
            <p:ph type="sldNum" idx="44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C4ED864-0182-4C5A-976E-62FA3A93171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6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7" name="Google Shape;3734;g130e7787a26_1_533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8" name="Google Shape;3735;g130e7787a26_1_5332" descr="Google Shape;693;g1172c77faa7_2_55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9" name="Google Shape;3736;g130e7787a26_1_533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0" name="PlaceHolder 1"/>
          <p:cNvSpPr>
            <a:spLocks noGrp="1"/>
          </p:cNvSpPr>
          <p:nvPr>
            <p:ph type="sldNum" idx="44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DB07D4E-B77D-43F6-B899-09EDD38AF72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7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3" name="Google Shape;3739;g130e7787a26_1_533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4" name="Google Shape;3740;g130e7787a26_1_5337" descr="Google Shape;696;g1172c77faa7_2_55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5" name="Google Shape;3741;g130e7787a26_1_533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6" name="PlaceHolder 1"/>
          <p:cNvSpPr>
            <a:spLocks noGrp="1"/>
          </p:cNvSpPr>
          <p:nvPr>
            <p:ph type="sldNum" idx="44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9F7D783-51C7-4D64-965A-5575D3988E9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7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9" name="Google Shape;3744;g130e7787a26_1_534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0" name="Google Shape;3745;g130e7787a26_1_5342" descr="Google Shape;699;g1172c77faa7_2_56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1" name="Google Shape;3746;g130e7787a26_1_534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2" name="PlaceHolder 1"/>
          <p:cNvSpPr>
            <a:spLocks noGrp="1"/>
          </p:cNvSpPr>
          <p:nvPr>
            <p:ph type="sldNum" idx="44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C5D396B-6D2C-43C2-BB55-10AA1C4CF79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8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5" name="Google Shape;3749;g130e7787a26_1_534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6" name="Google Shape;3750;g130e7787a26_1_5347" descr="Google Shape;702;g1172c77faa7_2_56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7" name="Google Shape;3751;g130e7787a26_1_534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8" name="PlaceHolder 1"/>
          <p:cNvSpPr>
            <a:spLocks noGrp="1"/>
          </p:cNvSpPr>
          <p:nvPr>
            <p:ph type="sldNum" idx="44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2D60408-EBE8-4295-B5AD-2081C12EF76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9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1" name="Google Shape;3754;g130e7787a26_1_535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2" name="Google Shape;3755;g130e7787a26_1_5352" descr="Google Shape;705;g1172c77faa7_2_56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3" name="Google Shape;3756;g130e7787a26_1_535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4" name="PlaceHolder 1"/>
          <p:cNvSpPr>
            <a:spLocks noGrp="1"/>
          </p:cNvSpPr>
          <p:nvPr>
            <p:ph type="sldNum" idx="44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F1C1140-AA79-43E9-A916-02CB3B40811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9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7" name="Google Shape;3759;g130e7787a26_1_535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8" name="Google Shape;3760;g130e7787a26_1_5357" descr="Google Shape;708;g1172c77faa7_2_57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9" name="Google Shape;3761;g130e7787a26_1_535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0" name="PlaceHolder 1"/>
          <p:cNvSpPr>
            <a:spLocks noGrp="1"/>
          </p:cNvSpPr>
          <p:nvPr>
            <p:ph type="sldNum" idx="44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6AC37A4-80A2-46B6-BE3F-489703E0A75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0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3" name="Google Shape;3764;g130e7787a26_1_536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4" name="Google Shape;3765;g130e7787a26_1_5362" descr="Google Shape;711;g1172c77faa7_2_57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5" name="Google Shape;3766;g130e7787a26_1_536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6" name="PlaceHolder 1"/>
          <p:cNvSpPr>
            <a:spLocks noGrp="1"/>
          </p:cNvSpPr>
          <p:nvPr>
            <p:ph type="sldNum" idx="44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5660062-B699-4747-A601-07EF1E70135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0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9" name="Google Shape;3769;g130e7787a26_1_536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0" name="Google Shape;3770;g130e7787a26_1_5367" descr="Google Shape;714;g1172c77faa7_2_57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1" name="Google Shape;3771;g130e7787a26_1_536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2" name="PlaceHolder 1"/>
          <p:cNvSpPr>
            <a:spLocks noGrp="1"/>
          </p:cNvSpPr>
          <p:nvPr>
            <p:ph type="sldNum" idx="45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D49FB62-6265-4CA7-91FD-C73F78BD178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1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5" name="PlaceHolder 1"/>
          <p:cNvSpPr>
            <a:spLocks noGrp="1"/>
          </p:cNvSpPr>
          <p:nvPr>
            <p:ph type="body"/>
          </p:nvPr>
        </p:nvSpPr>
        <p:spPr>
          <a:xfrm>
            <a:off x="452520" y="1845360"/>
            <a:ext cx="8238600" cy="145224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6" name="PlaceHolder 2"/>
          <p:cNvSpPr>
            <a:spLocks noGrp="1"/>
          </p:cNvSpPr>
          <p:nvPr>
            <p:ph type="sldNum" idx="451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992A703-7498-40C7-96E7-8B337715BCC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1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9" name="Google Shape;3774;g130e7787a26_1_537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0" name="Google Shape;3775;g130e7787a26_1_5372" descr="Google Shape;717;g1172c77faa7_2_57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1" name="Google Shape;3776;g130e7787a26_1_537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2" name="PlaceHolder 1"/>
          <p:cNvSpPr>
            <a:spLocks noGrp="1"/>
          </p:cNvSpPr>
          <p:nvPr>
            <p:ph type="sldNum" idx="45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28815CE-ADAC-43B1-8394-CAD44B3CFB5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2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5" name="Google Shape;3487;g130e7787a26_1_508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6" name="Google Shape;3488;g130e7787a26_1_5085" descr="Google Shape;523;p2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7" name="Google Shape;3489;g130e7787a26_1_508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8" name="PlaceHolder 1"/>
          <p:cNvSpPr>
            <a:spLocks noGrp="1"/>
          </p:cNvSpPr>
          <p:nvPr>
            <p:ph type="sldNum" idx="45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8912A6B-4712-451F-AE2D-68DD76BB0F1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3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1" name="Google Shape;3779;g130e7787a26_1_537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2" name="Google Shape;3780;g130e7787a26_1_5377" descr="Google Shape;720;g1172c77faa7_2_58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3" name="Google Shape;3781;g130e7787a26_1_537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4" name="PlaceHolder 1"/>
          <p:cNvSpPr>
            <a:spLocks noGrp="1"/>
          </p:cNvSpPr>
          <p:nvPr>
            <p:ph type="sldNum" idx="45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77777E6-4221-466F-9B1D-1271C94171C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3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7" name="Google Shape;3784;g130e7787a26_1_538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8" name="Google Shape;3785;g130e7787a26_1_5382" descr="Google Shape;723;g1172c77faa7_2_58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9" name="Google Shape;3786;g130e7787a26_1_538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0" name="PlaceHolder 1"/>
          <p:cNvSpPr>
            <a:spLocks noGrp="1"/>
          </p:cNvSpPr>
          <p:nvPr>
            <p:ph type="sldNum" idx="45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3977BE8-5678-43A8-937C-45A356B7E91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4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3" name="Google Shape;3789;g130e7787a26_1_538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4" name="Google Shape;3790;g130e7787a26_1_5387" descr="Google Shape;726;g1172c77faa7_2_58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5" name="Google Shape;3791;g130e7787a26_1_5387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6" name="PlaceHolder 1"/>
          <p:cNvSpPr>
            <a:spLocks noGrp="1"/>
          </p:cNvSpPr>
          <p:nvPr>
            <p:ph type="sldNum" idx="45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14B0CE0-F0F1-4E3E-9358-B55EA061F26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4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9" name="Google Shape;3794;g130e7787a26_1_539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0" name="Google Shape;3795;g130e7787a26_1_5392" descr="Google Shape;729;g1172c77faa7_2_59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1" name="Google Shape;3796;g130e7787a26_1_5392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2" name="PlaceHolder 1"/>
          <p:cNvSpPr>
            <a:spLocks noGrp="1"/>
          </p:cNvSpPr>
          <p:nvPr>
            <p:ph type="sldNum" idx="45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9E3FF26-927A-4D28-B7BB-A00738CC3CF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5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5" name="Google Shape;3799;g130e7787a26_1_5397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6" name="Google Shape;3800;g130e7787a26_1_5397" descr="Google Shape;732;g1172c77faa7_2_59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7" name="PlaceHolder 1"/>
          <p:cNvSpPr>
            <a:spLocks noGrp="1"/>
          </p:cNvSpPr>
          <p:nvPr>
            <p:ph type="sldNum" idx="45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FB420B-2AB6-418A-B919-3AD0412B5FB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5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0" name="Google Shape;3803;g130e7787a26_1_540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1" name="Google Shape;3804;g130e7787a26_1_5401" descr="Google Shape;734;g1172c77faa7_2_596"/>
          <p:cNvPicPr/>
          <p:nvPr/>
        </p:nvPicPr>
        <p:blipFill>
          <a:blip r:embed="rId2"/>
          <a:srcRect l="7234" t="0" r="0" b="0"/>
          <a:stretch/>
        </p:blipFill>
        <p:spPr>
          <a:xfrm>
            <a:off x="0" y="0"/>
            <a:ext cx="69994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2" name="Google Shape;3805;g130e7787a26_1_540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3" name="PlaceHolder 1"/>
          <p:cNvSpPr>
            <a:spLocks noGrp="1"/>
          </p:cNvSpPr>
          <p:nvPr>
            <p:ph type="sldNum" idx="45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582272F-B896-4EC8-9E6E-B9986681B6C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6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6" name="Google Shape;3808;g130e7787a26_1_540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7" name="Google Shape;3809;g130e7787a26_1_5406" descr="Google Shape;737;g1172c77faa7_2_59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8" name="Google Shape;3810;g130e7787a26_1_540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9" name="Google Shape;3811;g130e7787a26_1_5406"/>
          <p:cNvSpPr/>
          <p:nvPr/>
        </p:nvSpPr>
        <p:spPr>
          <a:xfrm>
            <a:off x="0" y="0"/>
            <a:ext cx="2999160" cy="13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https://drive.google.com/drive/folders/1mJARYJL3gRFSIHWAvZaqa1cUm-mtLoAV?usp=sharing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0" name="PlaceHolder 1"/>
          <p:cNvSpPr>
            <a:spLocks noGrp="1"/>
          </p:cNvSpPr>
          <p:nvPr>
            <p:ph type="sldNum" idx="46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425E34A-08AB-4774-8313-5F08644B632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7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3" name="Google Shape;3814;g130e7787a26_1_541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4" name="PlaceHolder 1"/>
          <p:cNvSpPr>
            <a:spLocks noGrp="1"/>
          </p:cNvSpPr>
          <p:nvPr>
            <p:ph type="title"/>
          </p:nvPr>
        </p:nvSpPr>
        <p:spPr>
          <a:xfrm>
            <a:off x="856800" y="374040"/>
            <a:ext cx="5652720" cy="3747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5" name="PlaceHolder 2"/>
          <p:cNvSpPr>
            <a:spLocks noGrp="1"/>
          </p:cNvSpPr>
          <p:nvPr>
            <p:ph type="body"/>
          </p:nvPr>
        </p:nvSpPr>
        <p:spPr>
          <a:xfrm>
            <a:off x="70110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6" name="PlaceHolder 3"/>
          <p:cNvSpPr>
            <a:spLocks noGrp="1"/>
          </p:cNvSpPr>
          <p:nvPr>
            <p:ph type="body"/>
          </p:nvPr>
        </p:nvSpPr>
        <p:spPr>
          <a:xfrm>
            <a:off x="642960" y="1247400"/>
            <a:ext cx="3255480" cy="304740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7" name="Google Shape;3818;g130e7787a26_1_5412" descr="Google Shape;745;g1172c77faa7_2_603"/>
          <p:cNvPicPr/>
          <p:nvPr/>
        </p:nvPicPr>
        <p:blipFill>
          <a:blip r:embed="rId2"/>
          <a:stretch/>
        </p:blipFill>
        <p:spPr>
          <a:xfrm flipH="1">
            <a:off x="408600" y="334080"/>
            <a:ext cx="36468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8" name="PlaceHolder 4"/>
          <p:cNvSpPr>
            <a:spLocks noGrp="1"/>
          </p:cNvSpPr>
          <p:nvPr>
            <p:ph type="body"/>
          </p:nvPr>
        </p:nvSpPr>
        <p:spPr>
          <a:xfrm>
            <a:off x="5374800" y="103860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9" name="PlaceHolder 5"/>
          <p:cNvSpPr>
            <a:spLocks noGrp="1"/>
          </p:cNvSpPr>
          <p:nvPr>
            <p:ph type="body"/>
          </p:nvPr>
        </p:nvSpPr>
        <p:spPr>
          <a:xfrm>
            <a:off x="70048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0" name="PlaceHolder 6"/>
          <p:cNvSpPr>
            <a:spLocks noGrp="1"/>
          </p:cNvSpPr>
          <p:nvPr>
            <p:ph type="body"/>
          </p:nvPr>
        </p:nvSpPr>
        <p:spPr>
          <a:xfrm>
            <a:off x="5368680" y="2665080"/>
            <a:ext cx="1499040" cy="148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1" name="PlaceHolder 7"/>
          <p:cNvSpPr>
            <a:spLocks noGrp="1"/>
          </p:cNvSpPr>
          <p:nvPr>
            <p:ph type="sldNum" idx="46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653A8ED-5010-43BA-A90F-84EA6861F8A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8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4" name="Google Shape;3824;g130e7787a26_1_542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5" name="Google Shape;3825;g130e7787a26_1_5422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86" name="Google Shape;3826;g130e7787a26_1_542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87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7445520" cy="10479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8" name="PlaceHolder 2"/>
          <p:cNvSpPr>
            <a:spLocks noGrp="1"/>
          </p:cNvSpPr>
          <p:nvPr>
            <p:ph type="body"/>
          </p:nvPr>
        </p:nvSpPr>
        <p:spPr>
          <a:xfrm>
            <a:off x="628560" y="1892880"/>
            <a:ext cx="446976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9" name="Google Shape;3829;g130e7787a26_1_5422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0" name="PlaceHolder 3"/>
          <p:cNvSpPr>
            <a:spLocks noGrp="1"/>
          </p:cNvSpPr>
          <p:nvPr>
            <p:ph type="body"/>
          </p:nvPr>
        </p:nvSpPr>
        <p:spPr>
          <a:xfrm>
            <a:off x="628560" y="2197800"/>
            <a:ext cx="2401200" cy="23817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1" name="Google Shape;3831;g130e7787a26_1_5422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2" name="Google Shape;3832;g130e7787a26_1_5422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3" name="PlaceHolder 4"/>
          <p:cNvSpPr>
            <a:spLocks noGrp="1"/>
          </p:cNvSpPr>
          <p:nvPr>
            <p:ph type="sldNum" idx="462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3DBF454-45D9-430A-9C9E-C79DE94245C6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9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6" name="PlaceHolder 1"/>
          <p:cNvSpPr>
            <a:spLocks noGrp="1"/>
          </p:cNvSpPr>
          <p:nvPr>
            <p:ph type="body"/>
          </p:nvPr>
        </p:nvSpPr>
        <p:spPr>
          <a:xfrm>
            <a:off x="452520" y="403560"/>
            <a:ext cx="8238600" cy="271476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9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9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7" name="PlaceHolder 2"/>
          <p:cNvSpPr>
            <a:spLocks noGrp="1"/>
          </p:cNvSpPr>
          <p:nvPr>
            <p:ph type="body"/>
          </p:nvPr>
        </p:nvSpPr>
        <p:spPr>
          <a:xfrm>
            <a:off x="452520" y="3098160"/>
            <a:ext cx="8238600" cy="34992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8" name="PlaceHolder 3"/>
          <p:cNvSpPr>
            <a:spLocks noGrp="1"/>
          </p:cNvSpPr>
          <p:nvPr>
            <p:ph type="sldNum" idx="463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1162C66-47A8-4B17-A2C2-F747FD28F3AF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0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1" name="Google Shape;3492;g130e7787a26_1_509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2" name="Google Shape;3493;g130e7787a26_1_5090" descr="Google Shape;526;p2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3" name="Google Shape;3494;g130e7787a26_1_509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4" name="PlaceHolder 1"/>
          <p:cNvSpPr>
            <a:spLocks noGrp="1"/>
          </p:cNvSpPr>
          <p:nvPr>
            <p:ph type="sldNum" idx="46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28C4D62-9A3F-4D11-8DB7-3ACA745F2E9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0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7" name="Google Shape;3835;g130e7787a26_1_543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8" name="Google Shape;3836;g130e7787a26_1_5433"/>
          <p:cNvSpPr/>
          <p:nvPr/>
        </p:nvSpPr>
        <p:spPr>
          <a:xfrm>
            <a:off x="368424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09" name="Google Shape;3837;g130e7787a26_1_5433"/>
          <p:cNvSpPr/>
          <p:nvPr/>
        </p:nvSpPr>
        <p:spPr>
          <a:xfrm>
            <a:off x="550116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0" name="Google Shape;3838;g130e7787a26_1_5433"/>
          <p:cNvSpPr/>
          <p:nvPr/>
        </p:nvSpPr>
        <p:spPr>
          <a:xfrm>
            <a:off x="7318080" y="3787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1" name="Google Shape;3839;g130e7787a26_1_5433"/>
          <p:cNvSpPr/>
          <p:nvPr/>
        </p:nvSpPr>
        <p:spPr>
          <a:xfrm>
            <a:off x="368424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2" name="Google Shape;3840;g130e7787a26_1_5433"/>
          <p:cNvSpPr/>
          <p:nvPr/>
        </p:nvSpPr>
        <p:spPr>
          <a:xfrm>
            <a:off x="550116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3" name="Google Shape;3841;g130e7787a26_1_5433"/>
          <p:cNvSpPr/>
          <p:nvPr/>
        </p:nvSpPr>
        <p:spPr>
          <a:xfrm>
            <a:off x="7318080" y="183852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4" name="Google Shape;3842;g130e7787a26_1_5433"/>
          <p:cNvSpPr/>
          <p:nvPr/>
        </p:nvSpPr>
        <p:spPr>
          <a:xfrm>
            <a:off x="368424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5" name="Google Shape;3843;g130e7787a26_1_5433"/>
          <p:cNvSpPr/>
          <p:nvPr/>
        </p:nvSpPr>
        <p:spPr>
          <a:xfrm>
            <a:off x="550116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6" name="Google Shape;3844;g130e7787a26_1_5433"/>
          <p:cNvSpPr/>
          <p:nvPr/>
        </p:nvSpPr>
        <p:spPr>
          <a:xfrm>
            <a:off x="7318080" y="3292200"/>
            <a:ext cx="1816560" cy="1459080"/>
          </a:xfrm>
          <a:prstGeom prst="rect">
            <a:avLst/>
          </a:prstGeom>
          <a:solidFill>
            <a:srgbClr val="d8d8d8"/>
          </a:solidFill>
          <a:ln w="12700">
            <a:solidFill>
              <a:srgbClr val="fbef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7" name="Google Shape;3845;g130e7787a26_1_543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8" name="Google Shape;3846;g130e7787a26_1_543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19" name="PlaceHolder 1"/>
          <p:cNvSpPr>
            <a:spLocks noGrp="1"/>
          </p:cNvSpPr>
          <p:nvPr>
            <p:ph type="title"/>
          </p:nvPr>
        </p:nvSpPr>
        <p:spPr>
          <a:xfrm>
            <a:off x="628560" y="749160"/>
            <a:ext cx="2740320" cy="58392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0" name="PlaceHolder 2"/>
          <p:cNvSpPr>
            <a:spLocks noGrp="1"/>
          </p:cNvSpPr>
          <p:nvPr>
            <p:ph type="body"/>
          </p:nvPr>
        </p:nvSpPr>
        <p:spPr>
          <a:xfrm>
            <a:off x="628560" y="1397160"/>
            <a:ext cx="2740320" cy="2091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1" name="Google Shape;3849;g130e7787a26_1_543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2" name="PlaceHolder 3"/>
          <p:cNvSpPr>
            <a:spLocks noGrp="1"/>
          </p:cNvSpPr>
          <p:nvPr>
            <p:ph type="body"/>
          </p:nvPr>
        </p:nvSpPr>
        <p:spPr>
          <a:xfrm>
            <a:off x="628560" y="1632600"/>
            <a:ext cx="2740320" cy="300996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3" name="Google Shape;3851;g130e7787a26_1_543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4" name="Google Shape;3852;g130e7787a26_1_5433"/>
          <p:cNvSpPr/>
          <p:nvPr/>
        </p:nvSpPr>
        <p:spPr>
          <a:xfrm>
            <a:off x="34200" y="45000"/>
            <a:ext cx="53946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5" name="PlaceHolder 4"/>
          <p:cNvSpPr>
            <a:spLocks noGrp="1"/>
          </p:cNvSpPr>
          <p:nvPr>
            <p:ph type="sldNum" idx="465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B0482FE-ECF5-44A3-AB79-E33BF13A59CE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2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8" name="Google Shape;3855;g130e7787a26_1_5453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9" name="Google Shape;3856;g130e7787a26_1_5453"/>
          <p:cNvSpPr/>
          <p:nvPr/>
        </p:nvSpPr>
        <p:spPr>
          <a:xfrm>
            <a:off x="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30" name="Google Shape;3857;g130e7787a26_1_5453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31" name="Google Shape;3858;g130e7787a26_1_5453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2" name="Google Shape;3859;g130e7787a26_1_5453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3" name="Google Shape;3860;g130e7787a26_1_5453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4" name="Google Shape;3861;g130e7787a26_1_5453" descr="Google Shape;784;g1172c77faa7_2_641"/>
          <p:cNvPicPr/>
          <p:nvPr/>
        </p:nvPicPr>
        <p:blipFill>
          <a:blip r:embed="rId2"/>
          <a:stretch/>
        </p:blipFill>
        <p:spPr>
          <a:xfrm>
            <a:off x="1428480" y="1118520"/>
            <a:ext cx="6517800" cy="28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5" name="PlaceHolder 1"/>
          <p:cNvSpPr>
            <a:spLocks noGrp="1"/>
          </p:cNvSpPr>
          <p:nvPr>
            <p:ph type="sldNum" idx="466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B0AC797-15E4-47A3-85CE-8853C18B3018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3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8" name="Google Shape;3864;g130e7787a26_1_5462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9" name="Google Shape;3865;g130e7787a26_1_5462"/>
          <p:cNvSpPr/>
          <p:nvPr/>
        </p:nvSpPr>
        <p:spPr>
          <a:xfrm>
            <a:off x="-4320" y="476496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40" name="Google Shape;3866;g130e7787a26_1_5462"/>
          <p:cNvSpPr/>
          <p:nvPr/>
        </p:nvSpPr>
        <p:spPr>
          <a:xfrm>
            <a:off x="0" y="0"/>
            <a:ext cx="9143280" cy="378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41" name="Google Shape;3867;g130e7787a26_1_5462"/>
          <p:cNvSpPr/>
          <p:nvPr/>
        </p:nvSpPr>
        <p:spPr>
          <a:xfrm>
            <a:off x="5497920" y="130680"/>
            <a:ext cx="1492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ithub.ru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2" name="Google Shape;3868;g130e7787a26_1_5462"/>
          <p:cNvSpPr/>
          <p:nvPr/>
        </p:nvSpPr>
        <p:spPr>
          <a:xfrm>
            <a:off x="34200" y="481464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3" name="Google Shape;3869;g130e7787a26_1_5462"/>
          <p:cNvSpPr/>
          <p:nvPr/>
        </p:nvSpPr>
        <p:spPr>
          <a:xfrm>
            <a:off x="34200" y="45000"/>
            <a:ext cx="28825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РАЗДЕЛ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4" name="PlaceHolder 1"/>
          <p:cNvSpPr>
            <a:spLocks noGrp="1"/>
          </p:cNvSpPr>
          <p:nvPr>
            <p:ph type="sldNum" idx="467"/>
          </p:nvPr>
        </p:nvSpPr>
        <p:spPr>
          <a:xfrm>
            <a:off x="5463720" y="4837320"/>
            <a:ext cx="142560" cy="141480"/>
          </a:xfrm>
          <a:prstGeom prst="rect">
            <a:avLst/>
          </a:prstGeom>
          <a:noFill/>
          <a:ln w="0">
            <a:noFill/>
          </a:ln>
        </p:spPr>
        <p:txBody>
          <a:bodyPr lIns="9720" rIns="9720" tIns="9720" bIns="9720" anchor="ctr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524F735-E61C-4989-ADCF-660373C3AA86}" type="slidenum"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4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7" name="Google Shape;3872;g130e7787a26_1_547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48" name="Google Shape;3873;g130e7787a26_1_5470"/>
          <p:cNvCxnSpPr/>
          <p:nvPr/>
        </p:nvCxnSpPr>
        <p:spPr>
          <a:xfrm flipV="1">
            <a:off x="7164000" y="617760"/>
            <a:ext cx="1980360" cy="10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3249" name="Google Shape;3874;g130e7787a26_1_5470"/>
          <p:cNvSpPr/>
          <p:nvPr/>
        </p:nvSpPr>
        <p:spPr>
          <a:xfrm>
            <a:off x="8280000" y="123480"/>
            <a:ext cx="863280" cy="503280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50" name="PlaceHolder 1"/>
          <p:cNvSpPr>
            <a:spLocks noGrp="1"/>
          </p:cNvSpPr>
          <p:nvPr>
            <p:ph type="sldNum" idx="468"/>
          </p:nvPr>
        </p:nvSpPr>
        <p:spPr>
          <a:xfrm>
            <a:off x="8599320" y="267480"/>
            <a:ext cx="261000" cy="19548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EA35FBB-9BF6-48A3-AF95-0B67C0558A7D}" type="slidenum">
              <a:rPr b="1" lang="ru" sz="1100" strike="noStrike" u="non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&lt;number&gt;</a:t>
            </a:fld>
            <a:endParaRPr b="0" lang="ru-RU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51" name="Google Shape;3876;g130e7787a26_1_5470" descr="Google Shape;797;g1172c77faa7_2_656"/>
          <p:cNvPicPr/>
          <p:nvPr/>
        </p:nvPicPr>
        <p:blipFill>
          <a:blip r:embed="rId2"/>
          <a:stretch/>
        </p:blipFill>
        <p:spPr>
          <a:xfrm>
            <a:off x="7164360" y="299520"/>
            <a:ext cx="1007280" cy="151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5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4" name="Google Shape;3878;g130e7787a26_1_547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5" name="PlaceHolder 1"/>
          <p:cNvSpPr>
            <a:spLocks noGrp="1"/>
          </p:cNvSpPr>
          <p:nvPr>
            <p:ph type="sldNum" idx="46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F41F893-1C85-4896-BD6C-31B7378F420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57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8" name="Google Shape;3881;g130e7787a26_1_5479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9" name="Google Shape;3882;g130e7787a26_1_5479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60" name="Google Shape;3883;g130e7787a26_1_547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1" name="PlaceHolder 1"/>
          <p:cNvSpPr>
            <a:spLocks noGrp="1"/>
          </p:cNvSpPr>
          <p:nvPr>
            <p:ph type="sldNum" idx="47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2803FB4-CB74-4A0C-BE99-30D8908AA49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6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4" name="Google Shape;3886;g130e7787a26_1_5484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5" name="Google Shape;3887;g130e7787a26_1_5484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66" name="Google Shape;3888;g130e7787a26_1_5484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7" name="PlaceHolder 1"/>
          <p:cNvSpPr>
            <a:spLocks noGrp="1"/>
          </p:cNvSpPr>
          <p:nvPr>
            <p:ph type="sldNum" idx="47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AEAA3B3-AC6E-4030-A3AE-C997DD69E4E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6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0" name="Google Shape;3891;g130e7787a26_1_5489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1" name="Google Shape;3892;g130e7787a26_1_5489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72" name="Google Shape;3893;g130e7787a26_1_5489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3" name="Google Shape;3894;g130e7787a26_1_5489"/>
          <p:cNvSpPr/>
          <p:nvPr/>
        </p:nvSpPr>
        <p:spPr>
          <a:xfrm>
            <a:off x="4306320" y="720"/>
            <a:ext cx="4848840" cy="51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74" name="PlaceHolder 1"/>
          <p:cNvSpPr>
            <a:spLocks noGrp="1"/>
          </p:cNvSpPr>
          <p:nvPr>
            <p:ph type="sldNum" idx="47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4063EA8-2E86-435D-A534-A447E048F83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7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7" name="Google Shape;3897;g130e7787a26_1_549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8" name="Google Shape;3898;g130e7787a26_1_5495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00000"/>
          </a:solidFill>
          <a:ln w="9525">
            <a:solidFill>
              <a:srgbClr val="444d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79" name="Google Shape;3899;g130e7787a26_1_549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0" name="Google Shape;3900;g130e7787a26_1_5495" descr="Google Shape;818;g11b39afd45e_0_180"/>
          <p:cNvPicPr/>
          <p:nvPr/>
        </p:nvPicPr>
        <p:blipFill>
          <a:blip r:embed="rId2"/>
          <a:srcRect l="5591" t="6242" r="879" b="11375"/>
          <a:stretch/>
        </p:blipFill>
        <p:spPr>
          <a:xfrm>
            <a:off x="68400" y="0"/>
            <a:ext cx="9033120" cy="497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1" name="PlaceHolder 1"/>
          <p:cNvSpPr>
            <a:spLocks noGrp="1"/>
          </p:cNvSpPr>
          <p:nvPr>
            <p:ph type="sldNum" idx="47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1B21BE3-0530-42AD-8CE0-CA3729B71FB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83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4" name="Google Shape;3903;g130e7787a26_1_550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5" name="Google Shape;3904;g130e7787a26_1_5501" descr="Google Shape;820;g11b39afd45e_0_18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6" name="Google Shape;3905;g130e7787a26_1_550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7" name="PlaceHolder 1"/>
          <p:cNvSpPr>
            <a:spLocks noGrp="1"/>
          </p:cNvSpPr>
          <p:nvPr>
            <p:ph type="sldNum" idx="47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0011339-BEF5-4B96-93E3-DA7B085EF93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89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0" name="Google Shape;3497;g130e7787a26_1_5095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91" name="Google Shape;3498;g130e7787a26_1_5095" descr="Google Shape;529;p2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2" name="Google Shape;3499;g130e7787a26_1_5095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3" name="PlaceHolder 1"/>
          <p:cNvSpPr>
            <a:spLocks noGrp="1"/>
          </p:cNvSpPr>
          <p:nvPr>
            <p:ph type="sldNum" idx="47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5E2EC19-D69A-43B9-9FE3-9B51BDEF671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295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6" name="PlaceHolder 1"/>
          <p:cNvSpPr>
            <a:spLocks noGrp="1"/>
          </p:cNvSpPr>
          <p:nvPr>
            <p:ph type="body"/>
          </p:nvPr>
        </p:nvSpPr>
        <p:spPr>
          <a:xfrm>
            <a:off x="911160" y="4003200"/>
            <a:ext cx="7574400" cy="237960"/>
          </a:xfrm>
          <a:prstGeom prst="rect">
            <a:avLst/>
          </a:prstGeom>
          <a:noFill/>
          <a:ln w="0">
            <a:noFill/>
          </a:ln>
        </p:spPr>
        <p:txBody>
          <a:bodyPr lIns="12960" rIns="12960" tIns="12960" bIns="1296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7" name="PlaceHolder 2"/>
          <p:cNvSpPr>
            <a:spLocks noGrp="1"/>
          </p:cNvSpPr>
          <p:nvPr>
            <p:ph type="body"/>
          </p:nvPr>
        </p:nvSpPr>
        <p:spPr>
          <a:xfrm>
            <a:off x="657720" y="1852560"/>
            <a:ext cx="7827840" cy="143820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8" name="PlaceHolder 3"/>
          <p:cNvSpPr>
            <a:spLocks noGrp="1"/>
          </p:cNvSpPr>
          <p:nvPr>
            <p:ph type="sldNum" idx="476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2D4EBE6-0405-480F-A79B-BBABD839DE4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0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1" name="Google Shape;3908;g130e7787a26_1_550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02" name="Google Shape;3909;g130e7787a26_1_5506" descr="Google Shape;823;g11b39afd45e_0_18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3" name="Google Shape;3910;g130e7787a26_1_550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4" name="PlaceHolder 1"/>
          <p:cNvSpPr>
            <a:spLocks noGrp="1"/>
          </p:cNvSpPr>
          <p:nvPr>
            <p:ph type="sldNum" idx="47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62217F1-B351-425E-AA03-B9731860A03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0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7" name="Google Shape;3913;g130e7787a26_1_551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08" name="Google Shape;3914;g130e7787a26_1_5511" descr="Google Shape;826;g11b39afd45e_0_19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9" name="Google Shape;3915;g130e7787a26_1_551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0" name="PlaceHolder 1"/>
          <p:cNvSpPr>
            <a:spLocks noGrp="1"/>
          </p:cNvSpPr>
          <p:nvPr>
            <p:ph type="sldNum" idx="478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2CDC8AD-9C26-4B17-BC8D-F0B158F0BCB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1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3" name="Google Shape;3918;g130e7787a26_1_551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4" name="Google Shape;3919;g130e7787a26_1_5516" descr="Google Shape;829;g11b39afd45e_0_19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5" name="Google Shape;3920;g130e7787a26_1_551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6" name="PlaceHolder 1"/>
          <p:cNvSpPr>
            <a:spLocks noGrp="1"/>
          </p:cNvSpPr>
          <p:nvPr>
            <p:ph type="sldNum" idx="47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1544303-F86A-4696-8F51-45E877BD7197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1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9" name="Google Shape;3923;g130e7787a26_1_552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0" name="Google Shape;3924;g130e7787a26_1_5521" descr="Google Shape;832;g11b39afd45e_0_19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1" name="Google Shape;3925;g130e7787a26_1_552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2" name="PlaceHolder 1"/>
          <p:cNvSpPr>
            <a:spLocks noGrp="1"/>
          </p:cNvSpPr>
          <p:nvPr>
            <p:ph type="sldNum" idx="48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7517162-1C44-408A-A2E8-91C72F8EA0AC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2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5" name="Google Shape;3928;g130e7787a26_1_552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6" name="Google Shape;3929;g130e7787a26_1_5526" descr="Google Shape;835;g11b39afd45e_0_19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7" name="Google Shape;3930;g130e7787a26_1_552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8" name="PlaceHolder 1"/>
          <p:cNvSpPr>
            <a:spLocks noGrp="1"/>
          </p:cNvSpPr>
          <p:nvPr>
            <p:ph type="sldNum" idx="48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CE98B1A-B5FE-47A9-993F-8537C666DC7E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3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1" name="Google Shape;3933;g130e7787a26_1_553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2" name="Google Shape;3934;g130e7787a26_1_5531" descr="Google Shape;838;g11b39afd45e_0_20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3" name="Google Shape;3935;g130e7787a26_1_553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4" name="PlaceHolder 1"/>
          <p:cNvSpPr>
            <a:spLocks noGrp="1"/>
          </p:cNvSpPr>
          <p:nvPr>
            <p:ph type="sldNum" idx="48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0C84E0B-939C-43FA-9FE6-7A2B0056ED13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3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7" name="Google Shape;3938;g130e7787a26_1_553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8" name="Google Shape;3939;g130e7787a26_1_5536" descr="Google Shape;841;g11b39afd45e_0_20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9" name="Google Shape;3940;g130e7787a26_1_553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0" name="PlaceHolder 1"/>
          <p:cNvSpPr>
            <a:spLocks noGrp="1"/>
          </p:cNvSpPr>
          <p:nvPr>
            <p:ph type="sldNum" idx="48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E6EC354-D5D0-4973-BF40-D415BAD75C05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4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3" name="Google Shape;3943;g130e7787a26_1_554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44" name="Google Shape;3944;g130e7787a26_1_5541" descr="Google Shape;844;g11b39afd45e_0_20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5" name="Google Shape;3945;g130e7787a26_1_554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6" name="PlaceHolder 1"/>
          <p:cNvSpPr>
            <a:spLocks noGrp="1"/>
          </p:cNvSpPr>
          <p:nvPr>
            <p:ph type="sldNum" idx="48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C84425D-A6BB-403D-A65C-FD8934245508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4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9" name="Google Shape;3948;g130e7787a26_1_554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0" name="Google Shape;3949;g130e7787a26_1_5546" descr="Google Shape;847;g11b39afd45e_0_211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1" name="Google Shape;3950;g130e7787a26_1_554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2" name="PlaceHolder 1"/>
          <p:cNvSpPr>
            <a:spLocks noGrp="1"/>
          </p:cNvSpPr>
          <p:nvPr>
            <p:ph type="sldNum" idx="48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9CA7EC5-24EC-46C2-801A-C6FFD7A60B51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5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5" name="Google Shape;3502;g130e7787a26_1_5100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6" name="Google Shape;3503;g130e7787a26_1_5100" descr="Google Shape;532;p2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7" name="Google Shape;3504;g130e7787a26_1_5100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8" name="PlaceHolder 1"/>
          <p:cNvSpPr>
            <a:spLocks noGrp="1"/>
          </p:cNvSpPr>
          <p:nvPr>
            <p:ph type="sldNum" idx="48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67BE85D-D3A3-4F17-AAD2-7817D6F9051D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6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1" name="Google Shape;3953;g130e7787a26_1_555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2" name="Google Shape;3954;g130e7787a26_1_5551" descr="Google Shape;850;g11b39afd45e_0_214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3" name="Google Shape;3955;g130e7787a26_1_555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4" name="PlaceHolder 1"/>
          <p:cNvSpPr>
            <a:spLocks noGrp="1"/>
          </p:cNvSpPr>
          <p:nvPr>
            <p:ph type="sldNum" idx="487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6B19587-CDB6-4963-9F75-ABF67E541FC2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6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7" name="PlaceHolder 1"/>
          <p:cNvSpPr>
            <a:spLocks noGrp="1"/>
          </p:cNvSpPr>
          <p:nvPr>
            <p:ph type="body"/>
          </p:nvPr>
        </p:nvSpPr>
        <p:spPr>
          <a:xfrm>
            <a:off x="5910120" y="380880"/>
            <a:ext cx="2788920" cy="223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8" name="PlaceHolder 2"/>
          <p:cNvSpPr>
            <a:spLocks noGrp="1"/>
          </p:cNvSpPr>
          <p:nvPr>
            <p:ph type="body"/>
          </p:nvPr>
        </p:nvSpPr>
        <p:spPr>
          <a:xfrm>
            <a:off x="5062680" y="1491840"/>
            <a:ext cx="3913920" cy="45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9" name="PlaceHolder 3"/>
          <p:cNvSpPr>
            <a:spLocks noGrp="1"/>
          </p:cNvSpPr>
          <p:nvPr>
            <p:ph type="body"/>
          </p:nvPr>
        </p:nvSpPr>
        <p:spPr>
          <a:xfrm>
            <a:off x="-52560" y="185760"/>
            <a:ext cx="6228720" cy="467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0" name="PlaceHolder 4"/>
          <p:cNvSpPr>
            <a:spLocks noGrp="1"/>
          </p:cNvSpPr>
          <p:nvPr>
            <p:ph type="sldNum" idx="488"/>
          </p:nvPr>
        </p:nvSpPr>
        <p:spPr>
          <a:xfrm>
            <a:off x="4500000" y="49150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10D673A-AA12-466A-AC08-BBFFE89A850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7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3" name="Google Shape;3958;g130e7787a26_1_555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74" name="Google Shape;3959;g130e7787a26_1_5556" descr="Google Shape;853;g11b39afd45e_0_217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5" name="Google Shape;3960;g130e7787a26_1_555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6" name="PlaceHolder 1"/>
          <p:cNvSpPr>
            <a:spLocks noGrp="1"/>
          </p:cNvSpPr>
          <p:nvPr>
            <p:ph type="sldNum" idx="489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FEFA292-5E62-4C70-A674-5CF4FCAAE9A4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7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9" name="Google Shape;3963;g130e7787a26_1_556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0" name="Google Shape;3964;g130e7787a26_1_5561" descr="Google Shape;856;g11b39afd45e_0_220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1" name="Google Shape;3965;g130e7787a26_1_556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2" name="PlaceHolder 1"/>
          <p:cNvSpPr>
            <a:spLocks noGrp="1"/>
          </p:cNvSpPr>
          <p:nvPr>
            <p:ph type="sldNum" idx="490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AE6B8BE-6444-4DE8-905A-6A0E61AB0C7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8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5" name="Google Shape;3968;g130e7787a26_1_556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6" name="Google Shape;3969;g130e7787a26_1_5566" descr="Google Shape;859;g11b39afd45e_0_223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7" name="Google Shape;3970;g130e7787a26_1_556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8" name="PlaceHolder 1"/>
          <p:cNvSpPr>
            <a:spLocks noGrp="1"/>
          </p:cNvSpPr>
          <p:nvPr>
            <p:ph type="sldNum" idx="491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5E78C55-86FC-4783-921A-522AB4111109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90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1" name="Google Shape;3973;g130e7787a26_1_557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2" name="Google Shape;3974;g130e7787a26_1_5571" descr="Google Shape;862;g11b39afd45e_0_226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3" name="Google Shape;3975;g130e7787a26_1_557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4" name="PlaceHolder 1"/>
          <p:cNvSpPr>
            <a:spLocks noGrp="1"/>
          </p:cNvSpPr>
          <p:nvPr>
            <p:ph type="sldNum" idx="492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F2907A-EBB6-45EF-8A9D-E6941D8C71F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96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7" name="Google Shape;3978;g130e7787a26_1_557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8" name="Google Shape;3979;g130e7787a26_1_5576" descr="Google Shape;865;g11b39afd45e_0_229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9" name="Google Shape;3980;g130e7787a26_1_557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0" name="PlaceHolder 1"/>
          <p:cNvSpPr>
            <a:spLocks noGrp="1"/>
          </p:cNvSpPr>
          <p:nvPr>
            <p:ph type="sldNum" idx="493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953AB8C-1BFA-4DB5-8185-7970CEC2B0D6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02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3" name="Google Shape;3983;g130e7787a26_1_558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4" name="Google Shape;3984;g130e7787a26_1_5581" descr="Google Shape;868;g11b39afd45e_0_23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5" name="Google Shape;3985;g130e7787a26_1_558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6" name="PlaceHolder 1"/>
          <p:cNvSpPr>
            <a:spLocks noGrp="1"/>
          </p:cNvSpPr>
          <p:nvPr>
            <p:ph type="sldNum" idx="494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89CEF5C-6D33-4263-9E5C-C5362DB1090B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08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9" name="Google Shape;3988;g130e7787a26_1_5586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0" name="Google Shape;3989;g130e7787a26_1_5586" descr="Google Shape;871;g11b39afd45e_0_235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1" name="Google Shape;3990;g130e7787a26_1_5586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2" name="PlaceHolder 1"/>
          <p:cNvSpPr>
            <a:spLocks noGrp="1"/>
          </p:cNvSpPr>
          <p:nvPr>
            <p:ph type="sldNum" idx="495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D15D05C-40C4-410D-8C3E-BB4BCD66ECE0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2899;g130e7787a26_1_4497" hidden="1"/>
          <p:cNvSpPr/>
          <p:nvPr/>
        </p:nvSpPr>
        <p:spPr>
          <a:xfrm>
            <a:off x="0" y="-6840"/>
            <a:ext cx="9143280" cy="5149800"/>
          </a:xfrm>
          <a:prstGeom prst="rect">
            <a:avLst/>
          </a:prstGeom>
          <a:solidFill>
            <a:srgbClr val="080808"/>
          </a:solidFill>
          <a:ln w="9525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9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14" name="Google Shape;2900;g130e7787a26_1_4497" hidden="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 РФ Москва   ithub.ru   2022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5" name="Google Shape;3993;g130e7787a26_1_5591"/>
          <p:cNvSpPr/>
          <p:nvPr/>
        </p:nvSpPr>
        <p:spPr>
          <a:xfrm>
            <a:off x="663120" y="133200"/>
            <a:ext cx="19879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10.08.2021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6" name="Google Shape;3994;g130e7787a26_1_5591" descr="Google Shape;874;g11b39afd45e_0_238"/>
          <p:cNvPicPr/>
          <p:nvPr/>
        </p:nvPicPr>
        <p:blipFill>
          <a:blip r:embed="rId2"/>
          <a:stretch/>
        </p:blipFill>
        <p:spPr>
          <a:xfrm>
            <a:off x="0" y="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7" name="Google Shape;3995;g130e7787a26_1_5591"/>
          <p:cNvSpPr/>
          <p:nvPr/>
        </p:nvSpPr>
        <p:spPr>
          <a:xfrm>
            <a:off x="327600" y="4792320"/>
            <a:ext cx="30934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Готовим лидеров цифрового рынка       ithub.ru       2021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8" name="PlaceHolder 1"/>
          <p:cNvSpPr>
            <a:spLocks noGrp="1"/>
          </p:cNvSpPr>
          <p:nvPr>
            <p:ph type="sldNum" idx="496"/>
          </p:nvPr>
        </p:nvSpPr>
        <p:spPr>
          <a:xfrm>
            <a:off x="6483600" y="4630680"/>
            <a:ext cx="138960" cy="135720"/>
          </a:xfrm>
          <a:prstGeom prst="rect">
            <a:avLst/>
          </a:prstGeom>
          <a:noFill/>
          <a:ln w="0">
            <a:noFill/>
          </a:ln>
        </p:spPr>
        <p:txBody>
          <a:bodyPr lIns="14400" rIns="14400" tIns="14400" bIns="14400" anchor="b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6219406-B202-46DF-A3D4-8E8AF65543FA}" type="slidenum">
              <a:rPr b="0" lang="ru" sz="7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&lt;number&gt;</a:t>
            </a:fld>
            <a:endParaRPr b="0" lang="ru-RU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64.xml"/><Relationship Id="rId37" Type="http://schemas.openxmlformats.org/officeDocument/2006/relationships/slideLayout" Target="../slideLayouts/slideLayout65.xml"/><Relationship Id="rId38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67.xml"/><Relationship Id="rId40" Type="http://schemas.openxmlformats.org/officeDocument/2006/relationships/slideLayout" Target="../slideLayouts/slideLayout68.xml"/><Relationship Id="rId41" Type="http://schemas.openxmlformats.org/officeDocument/2006/relationships/slideLayout" Target="../slideLayouts/slideLayout69.xml"/><Relationship Id="rId42" Type="http://schemas.openxmlformats.org/officeDocument/2006/relationships/slideLayout" Target="../slideLayouts/slideLayout70.xml"/><Relationship Id="rId43" Type="http://schemas.openxmlformats.org/officeDocument/2006/relationships/slideLayout" Target="../slideLayouts/slideLayout71.xml"/><Relationship Id="rId44" Type="http://schemas.openxmlformats.org/officeDocument/2006/relationships/slideLayout" Target="../slideLayouts/slideLayout72.xml"/><Relationship Id="rId45" Type="http://schemas.openxmlformats.org/officeDocument/2006/relationships/slideLayout" Target="../slideLayouts/slideLayout73.xml"/><Relationship Id="rId46" Type="http://schemas.openxmlformats.org/officeDocument/2006/relationships/slideLayout" Target="../slideLayouts/slideLayout74.xml"/><Relationship Id="rId47" Type="http://schemas.openxmlformats.org/officeDocument/2006/relationships/slideLayout" Target="../slideLayouts/slideLayout75.xml"/><Relationship Id="rId48" Type="http://schemas.openxmlformats.org/officeDocument/2006/relationships/slideLayout" Target="../slideLayouts/slideLayout76.xml"/><Relationship Id="rId49" Type="http://schemas.openxmlformats.org/officeDocument/2006/relationships/slideLayout" Target="../slideLayouts/slideLayout77.xml"/><Relationship Id="rId50" Type="http://schemas.openxmlformats.org/officeDocument/2006/relationships/slideLayout" Target="../slideLayouts/slideLayout78.xml"/><Relationship Id="rId51" Type="http://schemas.openxmlformats.org/officeDocument/2006/relationships/slideLayout" Target="../slideLayouts/slideLayout79.xml"/><Relationship Id="rId52" Type="http://schemas.openxmlformats.org/officeDocument/2006/relationships/slideLayout" Target="../slideLayouts/slideLayout80.xml"/><Relationship Id="rId53" Type="http://schemas.openxmlformats.org/officeDocument/2006/relationships/slideLayout" Target="../slideLayouts/slideLayout81.xml"/><Relationship Id="rId54" Type="http://schemas.openxmlformats.org/officeDocument/2006/relationships/slideLayout" Target="../slideLayouts/slideLayout82.xml"/><Relationship Id="rId55" Type="http://schemas.openxmlformats.org/officeDocument/2006/relationships/slideLayout" Target="../slideLayouts/slideLayout83.xml"/><Relationship Id="rId56" Type="http://schemas.openxmlformats.org/officeDocument/2006/relationships/slideLayout" Target="../slideLayouts/slideLayout84.xml"/><Relationship Id="rId57" Type="http://schemas.openxmlformats.org/officeDocument/2006/relationships/slideLayout" Target="../slideLayouts/slideLayout85.xml"/><Relationship Id="rId58" Type="http://schemas.openxmlformats.org/officeDocument/2006/relationships/slideLayout" Target="../slideLayouts/slideLayout86.xml"/><Relationship Id="rId59" Type="http://schemas.openxmlformats.org/officeDocument/2006/relationships/slideLayout" Target="../slideLayouts/slideLayout87.xml"/><Relationship Id="rId60" Type="http://schemas.openxmlformats.org/officeDocument/2006/relationships/slideLayout" Target="../slideLayouts/slideLayout88.xml"/><Relationship Id="rId61" Type="http://schemas.openxmlformats.org/officeDocument/2006/relationships/slideLayout" Target="../slideLayouts/slideLayout89.xml"/><Relationship Id="rId62" Type="http://schemas.openxmlformats.org/officeDocument/2006/relationships/slideLayout" Target="../slideLayouts/slideLayout90.xml"/><Relationship Id="rId63" Type="http://schemas.openxmlformats.org/officeDocument/2006/relationships/slideLayout" Target="../slideLayouts/slideLayout91.xml"/><Relationship Id="rId64" Type="http://schemas.openxmlformats.org/officeDocument/2006/relationships/slideLayout" Target="../slideLayouts/slideLayout92.xml"/><Relationship Id="rId65" Type="http://schemas.openxmlformats.org/officeDocument/2006/relationships/slideLayout" Target="../slideLayouts/slideLayout93.xml"/><Relationship Id="rId66" Type="http://schemas.openxmlformats.org/officeDocument/2006/relationships/slideLayout" Target="../slideLayouts/slideLayout94.xml"/><Relationship Id="rId67" Type="http://schemas.openxmlformats.org/officeDocument/2006/relationships/slideLayout" Target="../slideLayouts/slideLayout95.xml"/><Relationship Id="rId68" Type="http://schemas.openxmlformats.org/officeDocument/2006/relationships/slideLayout" Target="../slideLayouts/slideLayout96.xml"/><Relationship Id="rId69" Type="http://schemas.openxmlformats.org/officeDocument/2006/relationships/slideLayout" Target="../slideLayouts/slideLayout97.xml"/><Relationship Id="rId70" Type="http://schemas.openxmlformats.org/officeDocument/2006/relationships/slideLayout" Target="../slideLayouts/slideLayout98.xml"/><Relationship Id="rId71" Type="http://schemas.openxmlformats.org/officeDocument/2006/relationships/slideLayout" Target="../slideLayouts/slideLayout99.xml"/><Relationship Id="rId72" Type="http://schemas.openxmlformats.org/officeDocument/2006/relationships/slideLayout" Target="../slideLayouts/slideLayout100.xml"/><Relationship Id="rId73" Type="http://schemas.openxmlformats.org/officeDocument/2006/relationships/slideLayout" Target="../slideLayouts/slideLayout101.xml"/><Relationship Id="rId74" Type="http://schemas.openxmlformats.org/officeDocument/2006/relationships/slideLayout" Target="../slideLayouts/slideLayout102.xml"/><Relationship Id="rId75" Type="http://schemas.openxmlformats.org/officeDocument/2006/relationships/slideLayout" Target="../slideLayouts/slideLayout103.xml"/><Relationship Id="rId76" Type="http://schemas.openxmlformats.org/officeDocument/2006/relationships/slideLayout" Target="../slideLayouts/slideLayout104.xml"/><Relationship Id="rId77" Type="http://schemas.openxmlformats.org/officeDocument/2006/relationships/slideLayout" Target="../slideLayouts/slideLayout105.xml"/><Relationship Id="rId78" Type="http://schemas.openxmlformats.org/officeDocument/2006/relationships/slideLayout" Target="../slideLayouts/slideLayout106.xml"/><Relationship Id="rId79" Type="http://schemas.openxmlformats.org/officeDocument/2006/relationships/slideLayout" Target="../slideLayouts/slideLayout107.xml"/><Relationship Id="rId80" Type="http://schemas.openxmlformats.org/officeDocument/2006/relationships/slideLayout" Target="../slideLayouts/slideLayout108.xml"/><Relationship Id="rId81" Type="http://schemas.openxmlformats.org/officeDocument/2006/relationships/slideLayout" Target="../slideLayouts/slideLayout109.xml"/><Relationship Id="rId82" Type="http://schemas.openxmlformats.org/officeDocument/2006/relationships/slideLayout" Target="../slideLayouts/slideLayout110.xml"/><Relationship Id="rId83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112.xml"/><Relationship Id="rId85" Type="http://schemas.openxmlformats.org/officeDocument/2006/relationships/slideLayout" Target="../slideLayouts/slideLayout113.xml"/><Relationship Id="rId86" Type="http://schemas.openxmlformats.org/officeDocument/2006/relationships/slideLayout" Target="../slideLayouts/slideLayout114.xml"/><Relationship Id="rId87" Type="http://schemas.openxmlformats.org/officeDocument/2006/relationships/slideLayout" Target="../slideLayouts/slideLayout115.xml"/><Relationship Id="rId88" Type="http://schemas.openxmlformats.org/officeDocument/2006/relationships/slideLayout" Target="../slideLayouts/slideLayout116.xml"/><Relationship Id="rId89" Type="http://schemas.openxmlformats.org/officeDocument/2006/relationships/slideLayout" Target="../slideLayouts/slideLayout117.xml"/><Relationship Id="rId90" Type="http://schemas.openxmlformats.org/officeDocument/2006/relationships/slideLayout" Target="../slideLayouts/slideLayout118.xml"/><Relationship Id="rId91" Type="http://schemas.openxmlformats.org/officeDocument/2006/relationships/slideLayout" Target="../slideLayouts/slideLayout119.xml"/><Relationship Id="rId92" Type="http://schemas.openxmlformats.org/officeDocument/2006/relationships/slideLayout" Target="../slideLayouts/slideLayout120.xml"/><Relationship Id="rId93" Type="http://schemas.openxmlformats.org/officeDocument/2006/relationships/slideLayout" Target="../slideLayouts/slideLayout121.xml"/><Relationship Id="rId94" Type="http://schemas.openxmlformats.org/officeDocument/2006/relationships/slideLayout" Target="../slideLayouts/slideLayout122.xml"/><Relationship Id="rId95" Type="http://schemas.openxmlformats.org/officeDocument/2006/relationships/slideLayout" Target="../slideLayouts/slideLayout123.xml"/><Relationship Id="rId96" Type="http://schemas.openxmlformats.org/officeDocument/2006/relationships/slideLayout" Target="../slideLayouts/slideLayout124.xml"/><Relationship Id="rId97" Type="http://schemas.openxmlformats.org/officeDocument/2006/relationships/slideLayout" Target="../slideLayouts/slideLayout125.xml"/><Relationship Id="rId98" Type="http://schemas.openxmlformats.org/officeDocument/2006/relationships/slideLayout" Target="../slideLayouts/slideLayout126.xml"/><Relationship Id="rId99" Type="http://schemas.openxmlformats.org/officeDocument/2006/relationships/slideLayout" Target="../slideLayouts/slideLayout127.xml"/><Relationship Id="rId100" Type="http://schemas.openxmlformats.org/officeDocument/2006/relationships/slideLayout" Target="../slideLayouts/slideLayout128.xml"/><Relationship Id="rId101" Type="http://schemas.openxmlformats.org/officeDocument/2006/relationships/slideLayout" Target="../slideLayouts/slideLayout129.xml"/><Relationship Id="rId102" Type="http://schemas.openxmlformats.org/officeDocument/2006/relationships/slideLayout" Target="../slideLayouts/slideLayout130.xml"/><Relationship Id="rId103" Type="http://schemas.openxmlformats.org/officeDocument/2006/relationships/slideLayout" Target="../slideLayouts/slideLayout131.xml"/><Relationship Id="rId104" Type="http://schemas.openxmlformats.org/officeDocument/2006/relationships/slideLayout" Target="../slideLayouts/slideLayout132.xml"/><Relationship Id="rId105" Type="http://schemas.openxmlformats.org/officeDocument/2006/relationships/slideLayout" Target="../slideLayouts/slideLayout133.xml"/><Relationship Id="rId106" Type="http://schemas.openxmlformats.org/officeDocument/2006/relationships/slideLayout" Target="../slideLayouts/slideLayout134.xml"/><Relationship Id="rId107" Type="http://schemas.openxmlformats.org/officeDocument/2006/relationships/slideLayout" Target="../slideLayouts/slideLayout135.xml"/><Relationship Id="rId108" Type="http://schemas.openxmlformats.org/officeDocument/2006/relationships/slideLayout" Target="../slideLayouts/slideLayout136.xml"/><Relationship Id="rId109" Type="http://schemas.openxmlformats.org/officeDocument/2006/relationships/slideLayout" Target="../slideLayouts/slideLayout137.xml"/><Relationship Id="rId110" Type="http://schemas.openxmlformats.org/officeDocument/2006/relationships/slideLayout" Target="../slideLayouts/slideLayout138.xml"/><Relationship Id="rId111" Type="http://schemas.openxmlformats.org/officeDocument/2006/relationships/slideLayout" Target="../slideLayouts/slideLayout139.xml"/><Relationship Id="rId112" Type="http://schemas.openxmlformats.org/officeDocument/2006/relationships/slideLayout" Target="../slideLayouts/slideLayout140.xml"/><Relationship Id="rId113" Type="http://schemas.openxmlformats.org/officeDocument/2006/relationships/slideLayout" Target="../slideLayouts/slideLayout141.xml"/><Relationship Id="rId114" Type="http://schemas.openxmlformats.org/officeDocument/2006/relationships/slideLayout" Target="../slideLayouts/slideLayout142.xml"/><Relationship Id="rId115" Type="http://schemas.openxmlformats.org/officeDocument/2006/relationships/slideLayout" Target="../slideLayouts/slideLayout143.xml"/><Relationship Id="rId116" Type="http://schemas.openxmlformats.org/officeDocument/2006/relationships/slideLayout" Target="../slideLayouts/slideLayout144.xml"/><Relationship Id="rId117" Type="http://schemas.openxmlformats.org/officeDocument/2006/relationships/slideLayout" Target="../slideLayouts/slideLayout145.xml"/><Relationship Id="rId118" Type="http://schemas.openxmlformats.org/officeDocument/2006/relationships/slideLayout" Target="../slideLayouts/slideLayout146.xml"/><Relationship Id="rId119" Type="http://schemas.openxmlformats.org/officeDocument/2006/relationships/slideLayout" Target="../slideLayouts/slideLayout147.xml"/><Relationship Id="rId120" Type="http://schemas.openxmlformats.org/officeDocument/2006/relationships/slideLayout" Target="../slideLayouts/slideLayout148.xml"/><Relationship Id="rId121" Type="http://schemas.openxmlformats.org/officeDocument/2006/relationships/slideLayout" Target="../slideLayouts/slideLayout149.xml"/><Relationship Id="rId122" Type="http://schemas.openxmlformats.org/officeDocument/2006/relationships/slideLayout" Target="../slideLayouts/slideLayout150.xml"/><Relationship Id="rId123" Type="http://schemas.openxmlformats.org/officeDocument/2006/relationships/slideLayout" Target="../slideLayouts/slideLayout151.xml"/><Relationship Id="rId124" Type="http://schemas.openxmlformats.org/officeDocument/2006/relationships/slideLayout" Target="../slideLayouts/slideLayout152.xml"/><Relationship Id="rId125" Type="http://schemas.openxmlformats.org/officeDocument/2006/relationships/slideLayout" Target="../slideLayouts/slideLayout153.xml"/><Relationship Id="rId126" Type="http://schemas.openxmlformats.org/officeDocument/2006/relationships/slideLayout" Target="../slideLayouts/slideLayout154.xml"/><Relationship Id="rId127" Type="http://schemas.openxmlformats.org/officeDocument/2006/relationships/slideLayout" Target="../slideLayouts/slideLayout155.xml"/><Relationship Id="rId128" Type="http://schemas.openxmlformats.org/officeDocument/2006/relationships/slideLayout" Target="../slideLayouts/slideLayout156.xml"/><Relationship Id="rId129" Type="http://schemas.openxmlformats.org/officeDocument/2006/relationships/slideLayout" Target="../slideLayouts/slideLayout157.xml"/><Relationship Id="rId130" Type="http://schemas.openxmlformats.org/officeDocument/2006/relationships/slideLayout" Target="../slideLayouts/slideLayout158.xml"/><Relationship Id="rId131" Type="http://schemas.openxmlformats.org/officeDocument/2006/relationships/slideLayout" Target="../slideLayouts/slideLayout159.xml"/><Relationship Id="rId132" Type="http://schemas.openxmlformats.org/officeDocument/2006/relationships/slideLayout" Target="../slideLayouts/slideLayout160.xml"/><Relationship Id="rId133" Type="http://schemas.openxmlformats.org/officeDocument/2006/relationships/slideLayout" Target="../slideLayouts/slideLayout161.xml"/><Relationship Id="rId134" Type="http://schemas.openxmlformats.org/officeDocument/2006/relationships/slideLayout" Target="../slideLayouts/slideLayout162.xml"/><Relationship Id="rId135" Type="http://schemas.openxmlformats.org/officeDocument/2006/relationships/slideLayout" Target="../slideLayouts/slideLayout163.xml"/><Relationship Id="rId136" Type="http://schemas.openxmlformats.org/officeDocument/2006/relationships/slideLayout" Target="../slideLayouts/slideLayout164.xml"/><Relationship Id="rId137" Type="http://schemas.openxmlformats.org/officeDocument/2006/relationships/slideLayout" Target="../slideLayouts/slideLayout165.xml"/><Relationship Id="rId138" Type="http://schemas.openxmlformats.org/officeDocument/2006/relationships/slideLayout" Target="../slideLayouts/slideLayout166.xml"/><Relationship Id="rId139" Type="http://schemas.openxmlformats.org/officeDocument/2006/relationships/slideLayout" Target="../slideLayouts/slideLayout167.xml"/><Relationship Id="rId140" Type="http://schemas.openxmlformats.org/officeDocument/2006/relationships/slideLayout" Target="../slideLayouts/slideLayout168.xml"/><Relationship Id="rId141" Type="http://schemas.openxmlformats.org/officeDocument/2006/relationships/slideLayout" Target="../slideLayouts/slideLayout169.xml"/><Relationship Id="rId142" Type="http://schemas.openxmlformats.org/officeDocument/2006/relationships/slideLayout" Target="../slideLayouts/slideLayout170.xml"/><Relationship Id="rId143" Type="http://schemas.openxmlformats.org/officeDocument/2006/relationships/slideLayout" Target="../slideLayouts/slideLayout171.xml"/><Relationship Id="rId144" Type="http://schemas.openxmlformats.org/officeDocument/2006/relationships/slideLayout" Target="../slideLayouts/slideLayout172.xml"/><Relationship Id="rId145" Type="http://schemas.openxmlformats.org/officeDocument/2006/relationships/slideLayout" Target="../slideLayouts/slideLayout173.xml"/><Relationship Id="rId146" Type="http://schemas.openxmlformats.org/officeDocument/2006/relationships/slideLayout" Target="../slideLayouts/slideLayout174.xml"/><Relationship Id="rId147" Type="http://schemas.openxmlformats.org/officeDocument/2006/relationships/slideLayout" Target="../slideLayouts/slideLayout175.xml"/><Relationship Id="rId148" Type="http://schemas.openxmlformats.org/officeDocument/2006/relationships/slideLayout" Target="../slideLayouts/slideLayout176.xml"/><Relationship Id="rId149" Type="http://schemas.openxmlformats.org/officeDocument/2006/relationships/slideLayout" Target="../slideLayouts/slideLayout177.xml"/><Relationship Id="rId150" Type="http://schemas.openxmlformats.org/officeDocument/2006/relationships/slideLayout" Target="../slideLayouts/slideLayout178.xml"/><Relationship Id="rId151" Type="http://schemas.openxmlformats.org/officeDocument/2006/relationships/slideLayout" Target="../slideLayouts/slideLayout179.xml"/><Relationship Id="rId152" Type="http://schemas.openxmlformats.org/officeDocument/2006/relationships/slideLayout" Target="../slideLayouts/slideLayout180.xml"/><Relationship Id="rId153" Type="http://schemas.openxmlformats.org/officeDocument/2006/relationships/slideLayout" Target="../slideLayouts/slideLayout181.xml"/><Relationship Id="rId154" Type="http://schemas.openxmlformats.org/officeDocument/2006/relationships/slideLayout" Target="../slideLayouts/slideLayout182.xml"/><Relationship Id="rId155" Type="http://schemas.openxmlformats.org/officeDocument/2006/relationships/slideLayout" Target="../slideLayouts/slideLayout183.xml"/><Relationship Id="rId156" Type="http://schemas.openxmlformats.org/officeDocument/2006/relationships/slideLayout" Target="../slideLayouts/slideLayout184.xml"/><Relationship Id="rId157" Type="http://schemas.openxmlformats.org/officeDocument/2006/relationships/slideLayout" Target="../slideLayouts/slideLayout185.xml"/><Relationship Id="rId158" Type="http://schemas.openxmlformats.org/officeDocument/2006/relationships/slideLayout" Target="../slideLayouts/slideLayout186.xml"/><Relationship Id="rId159" Type="http://schemas.openxmlformats.org/officeDocument/2006/relationships/slideLayout" Target="../slideLayouts/slideLayout187.xml"/><Relationship Id="rId160" Type="http://schemas.openxmlformats.org/officeDocument/2006/relationships/slideLayout" Target="../slideLayouts/slideLayout188.xml"/><Relationship Id="rId161" Type="http://schemas.openxmlformats.org/officeDocument/2006/relationships/slideLayout" Target="../slideLayouts/slideLayout189.xml"/><Relationship Id="rId162" Type="http://schemas.openxmlformats.org/officeDocument/2006/relationships/slideLayout" Target="../slideLayouts/slideLayout190.xml"/><Relationship Id="rId163" Type="http://schemas.openxmlformats.org/officeDocument/2006/relationships/slideLayout" Target="../slideLayouts/slideLayout191.xml"/><Relationship Id="rId164" Type="http://schemas.openxmlformats.org/officeDocument/2006/relationships/slideLayout" Target="../slideLayouts/slideLayout192.xml"/><Relationship Id="rId165" Type="http://schemas.openxmlformats.org/officeDocument/2006/relationships/slideLayout" Target="../slideLayouts/slideLayout193.xml"/><Relationship Id="rId166" Type="http://schemas.openxmlformats.org/officeDocument/2006/relationships/slideLayout" Target="../slideLayouts/slideLayout194.xml"/><Relationship Id="rId167" Type="http://schemas.openxmlformats.org/officeDocument/2006/relationships/slideLayout" Target="../slideLayouts/slideLayout195.xml"/><Relationship Id="rId168" Type="http://schemas.openxmlformats.org/officeDocument/2006/relationships/slideLayout" Target="../slideLayouts/slideLayout196.xml"/><Relationship Id="rId169" Type="http://schemas.openxmlformats.org/officeDocument/2006/relationships/slideLayout" Target="../slideLayouts/slideLayout197.xml"/><Relationship Id="rId170" Type="http://schemas.openxmlformats.org/officeDocument/2006/relationships/slideLayout" Target="../slideLayouts/slideLayout198.xml"/><Relationship Id="rId171" Type="http://schemas.openxmlformats.org/officeDocument/2006/relationships/slideLayout" Target="../slideLayouts/slideLayout199.xml"/><Relationship Id="rId172" Type="http://schemas.openxmlformats.org/officeDocument/2006/relationships/slideLayout" Target="../slideLayouts/slideLayout200.xml"/><Relationship Id="rId173" Type="http://schemas.openxmlformats.org/officeDocument/2006/relationships/slideLayout" Target="../slideLayouts/slideLayout201.xml"/><Relationship Id="rId174" Type="http://schemas.openxmlformats.org/officeDocument/2006/relationships/slideLayout" Target="../slideLayouts/slideLayout202.xml"/><Relationship Id="rId175" Type="http://schemas.openxmlformats.org/officeDocument/2006/relationships/slideLayout" Target="../slideLayouts/slideLayout203.xml"/><Relationship Id="rId176" Type="http://schemas.openxmlformats.org/officeDocument/2006/relationships/slideLayout" Target="../slideLayouts/slideLayout204.xml"/><Relationship Id="rId177" Type="http://schemas.openxmlformats.org/officeDocument/2006/relationships/slideLayout" Target="../slideLayouts/slideLayout205.xml"/><Relationship Id="rId178" Type="http://schemas.openxmlformats.org/officeDocument/2006/relationships/slideLayout" Target="../slideLayouts/slideLayout206.xml"/><Relationship Id="rId179" Type="http://schemas.openxmlformats.org/officeDocument/2006/relationships/slideLayout" Target="../slideLayouts/slideLayout207.xml"/><Relationship Id="rId180" Type="http://schemas.openxmlformats.org/officeDocument/2006/relationships/slideLayout" Target="../slideLayouts/slideLayout208.xml"/><Relationship Id="rId181" Type="http://schemas.openxmlformats.org/officeDocument/2006/relationships/slideLayout" Target="../slideLayouts/slideLayout209.xml"/><Relationship Id="rId182" Type="http://schemas.openxmlformats.org/officeDocument/2006/relationships/slideLayout" Target="../slideLayouts/slideLayout210.xml"/><Relationship Id="rId183" Type="http://schemas.openxmlformats.org/officeDocument/2006/relationships/slideLayout" Target="../slideLayouts/slideLayout211.xml"/><Relationship Id="rId184" Type="http://schemas.openxmlformats.org/officeDocument/2006/relationships/slideLayout" Target="../slideLayouts/slideLayout212.xml"/><Relationship Id="rId185" Type="http://schemas.openxmlformats.org/officeDocument/2006/relationships/slideLayout" Target="../slideLayouts/slideLayout213.xml"/><Relationship Id="rId186" Type="http://schemas.openxmlformats.org/officeDocument/2006/relationships/slideLayout" Target="../slideLayouts/slideLayout214.xml"/><Relationship Id="rId187" Type="http://schemas.openxmlformats.org/officeDocument/2006/relationships/slideLayout" Target="../slideLayouts/slideLayout215.xml"/><Relationship Id="rId188" Type="http://schemas.openxmlformats.org/officeDocument/2006/relationships/slideLayout" Target="../slideLayouts/slideLayout216.xml"/><Relationship Id="rId189" Type="http://schemas.openxmlformats.org/officeDocument/2006/relationships/slideLayout" Target="../slideLayouts/slideLayout217.xml"/><Relationship Id="rId190" Type="http://schemas.openxmlformats.org/officeDocument/2006/relationships/slideLayout" Target="../slideLayouts/slideLayout218.xml"/><Relationship Id="rId191" Type="http://schemas.openxmlformats.org/officeDocument/2006/relationships/slideLayout" Target="../slideLayouts/slideLayout219.xml"/><Relationship Id="rId192" Type="http://schemas.openxmlformats.org/officeDocument/2006/relationships/slideLayout" Target="../slideLayouts/slideLayout220.xml"/><Relationship Id="rId193" Type="http://schemas.openxmlformats.org/officeDocument/2006/relationships/slideLayout" Target="../slideLayouts/slideLayout221.xml"/><Relationship Id="rId194" Type="http://schemas.openxmlformats.org/officeDocument/2006/relationships/slideLayout" Target="../slideLayouts/slideLayout222.xml"/><Relationship Id="rId195" Type="http://schemas.openxmlformats.org/officeDocument/2006/relationships/slideLayout" Target="../slideLayouts/slideLayout223.xml"/><Relationship Id="rId196" Type="http://schemas.openxmlformats.org/officeDocument/2006/relationships/slideLayout" Target="../slideLayouts/slideLayout224.xml"/><Relationship Id="rId197" Type="http://schemas.openxmlformats.org/officeDocument/2006/relationships/slideLayout" Target="../slideLayouts/slideLayout225.xml"/><Relationship Id="rId198" Type="http://schemas.openxmlformats.org/officeDocument/2006/relationships/slideLayout" Target="../slideLayouts/slideLayout226.xml"/><Relationship Id="rId199" Type="http://schemas.openxmlformats.org/officeDocument/2006/relationships/slideLayout" Target="../slideLayouts/slideLayout227.xml"/><Relationship Id="rId200" Type="http://schemas.openxmlformats.org/officeDocument/2006/relationships/slideLayout" Target="../slideLayouts/slideLayout228.xml"/><Relationship Id="rId201" Type="http://schemas.openxmlformats.org/officeDocument/2006/relationships/slideLayout" Target="../slideLayouts/slideLayout229.xml"/><Relationship Id="rId202" Type="http://schemas.openxmlformats.org/officeDocument/2006/relationships/slideLayout" Target="../slideLayouts/slideLayout230.xml"/><Relationship Id="rId203" Type="http://schemas.openxmlformats.org/officeDocument/2006/relationships/slideLayout" Target="../slideLayouts/slideLayout231.xml"/><Relationship Id="rId204" Type="http://schemas.openxmlformats.org/officeDocument/2006/relationships/slideLayout" Target="../slideLayouts/slideLayout232.xml"/><Relationship Id="rId205" Type="http://schemas.openxmlformats.org/officeDocument/2006/relationships/slideLayout" Target="../slideLayouts/slideLayout233.xml"/><Relationship Id="rId206" Type="http://schemas.openxmlformats.org/officeDocument/2006/relationships/slideLayout" Target="../slideLayouts/slideLayout234.xml"/><Relationship Id="rId207" Type="http://schemas.openxmlformats.org/officeDocument/2006/relationships/slideLayout" Target="../slideLayouts/slideLayout235.xml"/><Relationship Id="rId208" Type="http://schemas.openxmlformats.org/officeDocument/2006/relationships/slideLayout" Target="../slideLayouts/slideLayout236.xml"/><Relationship Id="rId209" Type="http://schemas.openxmlformats.org/officeDocument/2006/relationships/slideLayout" Target="../slideLayouts/slideLayout237.xml"/><Relationship Id="rId210" Type="http://schemas.openxmlformats.org/officeDocument/2006/relationships/slideLayout" Target="../slideLayouts/slideLayout238.xml"/><Relationship Id="rId211" Type="http://schemas.openxmlformats.org/officeDocument/2006/relationships/slideLayout" Target="../slideLayouts/slideLayout239.xml"/><Relationship Id="rId212" Type="http://schemas.openxmlformats.org/officeDocument/2006/relationships/slideLayout" Target="../slideLayouts/slideLayout240.xml"/><Relationship Id="rId213" Type="http://schemas.openxmlformats.org/officeDocument/2006/relationships/slideLayout" Target="../slideLayouts/slideLayout241.xml"/><Relationship Id="rId214" Type="http://schemas.openxmlformats.org/officeDocument/2006/relationships/slideLayout" Target="../slideLayouts/slideLayout242.xml"/><Relationship Id="rId215" Type="http://schemas.openxmlformats.org/officeDocument/2006/relationships/slideLayout" Target="../slideLayouts/slideLayout243.xml"/><Relationship Id="rId216" Type="http://schemas.openxmlformats.org/officeDocument/2006/relationships/slideLayout" Target="../slideLayouts/slideLayout244.xml"/><Relationship Id="rId217" Type="http://schemas.openxmlformats.org/officeDocument/2006/relationships/slideLayout" Target="../slideLayouts/slideLayout245.xml"/><Relationship Id="rId218" Type="http://schemas.openxmlformats.org/officeDocument/2006/relationships/slideLayout" Target="../slideLayouts/slideLayout246.xml"/><Relationship Id="rId219" Type="http://schemas.openxmlformats.org/officeDocument/2006/relationships/slideLayout" Target="../slideLayouts/slideLayout247.xml"/><Relationship Id="rId220" Type="http://schemas.openxmlformats.org/officeDocument/2006/relationships/slideLayout" Target="../slideLayouts/slideLayout248.xml"/><Relationship Id="rId221" Type="http://schemas.openxmlformats.org/officeDocument/2006/relationships/slideLayout" Target="../slideLayouts/slideLayout249.xml"/><Relationship Id="rId222" Type="http://schemas.openxmlformats.org/officeDocument/2006/relationships/slideLayout" Target="../slideLayouts/slideLayout250.xml"/><Relationship Id="rId223" Type="http://schemas.openxmlformats.org/officeDocument/2006/relationships/slideLayout" Target="../slideLayouts/slideLayout251.xml"/><Relationship Id="rId224" Type="http://schemas.openxmlformats.org/officeDocument/2006/relationships/slideLayout" Target="../slideLayouts/slideLayout252.xml"/><Relationship Id="rId225" Type="http://schemas.openxmlformats.org/officeDocument/2006/relationships/slideLayout" Target="../slideLayouts/slideLayout253.xml"/><Relationship Id="rId226" Type="http://schemas.openxmlformats.org/officeDocument/2006/relationships/slideLayout" Target="../slideLayouts/slideLayout254.xml"/><Relationship Id="rId227" Type="http://schemas.openxmlformats.org/officeDocument/2006/relationships/slideLayout" Target="../slideLayouts/slideLayout255.xml"/><Relationship Id="rId228" Type="http://schemas.openxmlformats.org/officeDocument/2006/relationships/slideLayout" Target="../slideLayouts/slideLayout256.xml"/><Relationship Id="rId229" Type="http://schemas.openxmlformats.org/officeDocument/2006/relationships/slideLayout" Target="../slideLayouts/slideLayout257.xml"/><Relationship Id="rId230" Type="http://schemas.openxmlformats.org/officeDocument/2006/relationships/slideLayout" Target="../slideLayouts/slideLayout258.xml"/><Relationship Id="rId231" Type="http://schemas.openxmlformats.org/officeDocument/2006/relationships/slideLayout" Target="../slideLayouts/slideLayout259.xml"/><Relationship Id="rId232" Type="http://schemas.openxmlformats.org/officeDocument/2006/relationships/slideLayout" Target="../slideLayouts/slideLayout260.xml"/><Relationship Id="rId233" Type="http://schemas.openxmlformats.org/officeDocument/2006/relationships/slideLayout" Target="../slideLayouts/slideLayout261.xml"/><Relationship Id="rId234" Type="http://schemas.openxmlformats.org/officeDocument/2006/relationships/slideLayout" Target="../slideLayouts/slideLayout262.xml"/><Relationship Id="rId235" Type="http://schemas.openxmlformats.org/officeDocument/2006/relationships/slideLayout" Target="../slideLayouts/slideLayout263.xml"/><Relationship Id="rId236" Type="http://schemas.openxmlformats.org/officeDocument/2006/relationships/slideLayout" Target="../slideLayouts/slideLayout264.xml"/><Relationship Id="rId237" Type="http://schemas.openxmlformats.org/officeDocument/2006/relationships/slideLayout" Target="../slideLayouts/slideLayout265.xml"/>
</Relationships>
</file>

<file path=ppt/slideMasters/_rels/slideMaster26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66.xml"/><Relationship Id="rId3" Type="http://schemas.openxmlformats.org/officeDocument/2006/relationships/slideLayout" Target="../slideLayouts/slideLayout267.xml"/><Relationship Id="rId4" Type="http://schemas.openxmlformats.org/officeDocument/2006/relationships/slideLayout" Target="../slideLayouts/slideLayout268.xml"/><Relationship Id="rId5" Type="http://schemas.openxmlformats.org/officeDocument/2006/relationships/slideLayout" Target="../slideLayouts/slideLayout269.xml"/><Relationship Id="rId6" Type="http://schemas.openxmlformats.org/officeDocument/2006/relationships/slideLayout" Target="../slideLayouts/slideLayout270.xml"/><Relationship Id="rId7" Type="http://schemas.openxmlformats.org/officeDocument/2006/relationships/slideLayout" Target="../slideLayouts/slideLayout271.xml"/><Relationship Id="rId8" Type="http://schemas.openxmlformats.org/officeDocument/2006/relationships/slideLayout" Target="../slideLayouts/slideLayout272.xml"/><Relationship Id="rId9" Type="http://schemas.openxmlformats.org/officeDocument/2006/relationships/slideLayout" Target="../slideLayouts/slideLayout273.xml"/><Relationship Id="rId10" Type="http://schemas.openxmlformats.org/officeDocument/2006/relationships/slideLayout" Target="../slideLayouts/slideLayout274.xml"/><Relationship Id="rId11" Type="http://schemas.openxmlformats.org/officeDocument/2006/relationships/slideLayout" Target="../slideLayouts/slideLayout275.xml"/><Relationship Id="rId12" Type="http://schemas.openxmlformats.org/officeDocument/2006/relationships/slideLayout" Target="../slideLayouts/slideLayout276.xml"/><Relationship Id="rId13" Type="http://schemas.openxmlformats.org/officeDocument/2006/relationships/slideLayout" Target="../slideLayouts/slideLayout277.xml"/><Relationship Id="rId14" Type="http://schemas.openxmlformats.org/officeDocument/2006/relationships/slideLayout" Target="../slideLayouts/slideLayout278.xml"/><Relationship Id="rId15" Type="http://schemas.openxmlformats.org/officeDocument/2006/relationships/slideLayout" Target="../slideLayouts/slideLayout279.xml"/><Relationship Id="rId16" Type="http://schemas.openxmlformats.org/officeDocument/2006/relationships/slideLayout" Target="../slideLayouts/slideLayout280.xml"/><Relationship Id="rId17" Type="http://schemas.openxmlformats.org/officeDocument/2006/relationships/slideLayout" Target="../slideLayouts/slideLayout281.xml"/><Relationship Id="rId18" Type="http://schemas.openxmlformats.org/officeDocument/2006/relationships/slideLayout" Target="../slideLayouts/slideLayout282.xml"/><Relationship Id="rId19" Type="http://schemas.openxmlformats.org/officeDocument/2006/relationships/slideLayout" Target="../slideLayouts/slideLayout283.xml"/><Relationship Id="rId20" Type="http://schemas.openxmlformats.org/officeDocument/2006/relationships/slideLayout" Target="../slideLayouts/slideLayout284.xml"/><Relationship Id="rId21" Type="http://schemas.openxmlformats.org/officeDocument/2006/relationships/slideLayout" Target="../slideLayouts/slideLayout285.xml"/><Relationship Id="rId22" Type="http://schemas.openxmlformats.org/officeDocument/2006/relationships/slideLayout" Target="../slideLayouts/slideLayout286.xml"/><Relationship Id="rId23" Type="http://schemas.openxmlformats.org/officeDocument/2006/relationships/slideLayout" Target="../slideLayouts/slideLayout287.xml"/><Relationship Id="rId24" Type="http://schemas.openxmlformats.org/officeDocument/2006/relationships/slideLayout" Target="../slideLayouts/slideLayout288.xml"/><Relationship Id="rId25" Type="http://schemas.openxmlformats.org/officeDocument/2006/relationships/slideLayout" Target="../slideLayouts/slideLayout289.xml"/><Relationship Id="rId26" Type="http://schemas.openxmlformats.org/officeDocument/2006/relationships/slideLayout" Target="../slideLayouts/slideLayout290.xml"/><Relationship Id="rId27" Type="http://schemas.openxmlformats.org/officeDocument/2006/relationships/slideLayout" Target="../slideLayouts/slideLayout291.xml"/><Relationship Id="rId28" Type="http://schemas.openxmlformats.org/officeDocument/2006/relationships/slideLayout" Target="../slideLayouts/slideLayout292.xml"/><Relationship Id="rId29" Type="http://schemas.openxmlformats.org/officeDocument/2006/relationships/slideLayout" Target="../slideLayouts/slideLayout293.xml"/><Relationship Id="rId30" Type="http://schemas.openxmlformats.org/officeDocument/2006/relationships/slideLayout" Target="../slideLayouts/slideLayout294.xml"/><Relationship Id="rId31" Type="http://schemas.openxmlformats.org/officeDocument/2006/relationships/slideLayout" Target="../slideLayouts/slideLayout295.xml"/><Relationship Id="rId32" Type="http://schemas.openxmlformats.org/officeDocument/2006/relationships/slideLayout" Target="../slideLayouts/slideLayout296.xml"/><Relationship Id="rId33" Type="http://schemas.openxmlformats.org/officeDocument/2006/relationships/slideLayout" Target="../slideLayouts/slideLayout297.xml"/><Relationship Id="rId34" Type="http://schemas.openxmlformats.org/officeDocument/2006/relationships/slideLayout" Target="../slideLayouts/slideLayout298.xml"/><Relationship Id="rId35" Type="http://schemas.openxmlformats.org/officeDocument/2006/relationships/slideLayout" Target="../slideLayouts/slideLayout299.xml"/><Relationship Id="rId36" Type="http://schemas.openxmlformats.org/officeDocument/2006/relationships/slideLayout" Target="../slideLayouts/slideLayout300.xml"/><Relationship Id="rId37" Type="http://schemas.openxmlformats.org/officeDocument/2006/relationships/slideLayout" Target="../slideLayouts/slideLayout301.xml"/><Relationship Id="rId38" Type="http://schemas.openxmlformats.org/officeDocument/2006/relationships/slideLayout" Target="../slideLayouts/slideLayout302.xml"/><Relationship Id="rId39" Type="http://schemas.openxmlformats.org/officeDocument/2006/relationships/slideLayout" Target="../slideLayouts/slideLayout303.xml"/><Relationship Id="rId40" Type="http://schemas.openxmlformats.org/officeDocument/2006/relationships/slideLayout" Target="../slideLayouts/slideLayout304.xml"/><Relationship Id="rId41" Type="http://schemas.openxmlformats.org/officeDocument/2006/relationships/slideLayout" Target="../slideLayouts/slideLayout305.xml"/><Relationship Id="rId42" Type="http://schemas.openxmlformats.org/officeDocument/2006/relationships/slideLayout" Target="../slideLayouts/slideLayout306.xml"/><Relationship Id="rId43" Type="http://schemas.openxmlformats.org/officeDocument/2006/relationships/slideLayout" Target="../slideLayouts/slideLayout307.xml"/><Relationship Id="rId44" Type="http://schemas.openxmlformats.org/officeDocument/2006/relationships/slideLayout" Target="../slideLayouts/slideLayout308.xml"/><Relationship Id="rId45" Type="http://schemas.openxmlformats.org/officeDocument/2006/relationships/slideLayout" Target="../slideLayouts/slideLayout309.xml"/><Relationship Id="rId46" Type="http://schemas.openxmlformats.org/officeDocument/2006/relationships/slideLayout" Target="../slideLayouts/slideLayout310.xml"/><Relationship Id="rId47" Type="http://schemas.openxmlformats.org/officeDocument/2006/relationships/slideLayout" Target="../slideLayouts/slideLayout311.xml"/><Relationship Id="rId48" Type="http://schemas.openxmlformats.org/officeDocument/2006/relationships/slideLayout" Target="../slideLayouts/slideLayout312.xml"/><Relationship Id="rId49" Type="http://schemas.openxmlformats.org/officeDocument/2006/relationships/slideLayout" Target="../slideLayouts/slideLayout313.xml"/><Relationship Id="rId50" Type="http://schemas.openxmlformats.org/officeDocument/2006/relationships/slideLayout" Target="../slideLayouts/slideLayout314.xml"/><Relationship Id="rId51" Type="http://schemas.openxmlformats.org/officeDocument/2006/relationships/slideLayout" Target="../slideLayouts/slideLayout315.xml"/><Relationship Id="rId52" Type="http://schemas.openxmlformats.org/officeDocument/2006/relationships/slideLayout" Target="../slideLayouts/slideLayout316.xml"/><Relationship Id="rId53" Type="http://schemas.openxmlformats.org/officeDocument/2006/relationships/slideLayout" Target="../slideLayouts/slideLayout317.xml"/><Relationship Id="rId54" Type="http://schemas.openxmlformats.org/officeDocument/2006/relationships/slideLayout" Target="../slideLayouts/slideLayout318.xml"/><Relationship Id="rId55" Type="http://schemas.openxmlformats.org/officeDocument/2006/relationships/slideLayout" Target="../slideLayouts/slideLayout319.xml"/><Relationship Id="rId56" Type="http://schemas.openxmlformats.org/officeDocument/2006/relationships/slideLayout" Target="../slideLayouts/slideLayout320.xml"/><Relationship Id="rId57" Type="http://schemas.openxmlformats.org/officeDocument/2006/relationships/slideLayout" Target="../slideLayouts/slideLayout321.xml"/><Relationship Id="rId58" Type="http://schemas.openxmlformats.org/officeDocument/2006/relationships/slideLayout" Target="../slideLayouts/slideLayout322.xml"/><Relationship Id="rId59" Type="http://schemas.openxmlformats.org/officeDocument/2006/relationships/slideLayout" Target="../slideLayouts/slideLayout323.xml"/><Relationship Id="rId60" Type="http://schemas.openxmlformats.org/officeDocument/2006/relationships/slideLayout" Target="../slideLayouts/slideLayout324.xml"/><Relationship Id="rId61" Type="http://schemas.openxmlformats.org/officeDocument/2006/relationships/slideLayout" Target="../slideLayouts/slideLayout325.xml"/><Relationship Id="rId62" Type="http://schemas.openxmlformats.org/officeDocument/2006/relationships/slideLayout" Target="../slideLayouts/slideLayout326.xml"/><Relationship Id="rId63" Type="http://schemas.openxmlformats.org/officeDocument/2006/relationships/slideLayout" Target="../slideLayouts/slideLayout327.xml"/><Relationship Id="rId64" Type="http://schemas.openxmlformats.org/officeDocument/2006/relationships/slideLayout" Target="../slideLayouts/slideLayout328.xml"/><Relationship Id="rId65" Type="http://schemas.openxmlformats.org/officeDocument/2006/relationships/slideLayout" Target="../slideLayouts/slideLayout329.xml"/><Relationship Id="rId66" Type="http://schemas.openxmlformats.org/officeDocument/2006/relationships/slideLayout" Target="../slideLayouts/slideLayout330.xml"/><Relationship Id="rId67" Type="http://schemas.openxmlformats.org/officeDocument/2006/relationships/slideLayout" Target="../slideLayouts/slideLayout331.xml"/><Relationship Id="rId68" Type="http://schemas.openxmlformats.org/officeDocument/2006/relationships/slideLayout" Target="../slideLayouts/slideLayout332.xml"/><Relationship Id="rId69" Type="http://schemas.openxmlformats.org/officeDocument/2006/relationships/slideLayout" Target="../slideLayouts/slideLayout333.xml"/><Relationship Id="rId70" Type="http://schemas.openxmlformats.org/officeDocument/2006/relationships/slideLayout" Target="../slideLayouts/slideLayout334.xml"/><Relationship Id="rId71" Type="http://schemas.openxmlformats.org/officeDocument/2006/relationships/slideLayout" Target="../slideLayouts/slideLayout335.xml"/><Relationship Id="rId72" Type="http://schemas.openxmlformats.org/officeDocument/2006/relationships/slideLayout" Target="../slideLayouts/slideLayout336.xml"/><Relationship Id="rId73" Type="http://schemas.openxmlformats.org/officeDocument/2006/relationships/slideLayout" Target="../slideLayouts/slideLayout337.xml"/><Relationship Id="rId74" Type="http://schemas.openxmlformats.org/officeDocument/2006/relationships/slideLayout" Target="../slideLayouts/slideLayout338.xml"/><Relationship Id="rId75" Type="http://schemas.openxmlformats.org/officeDocument/2006/relationships/slideLayout" Target="../slideLayouts/slideLayout339.xml"/><Relationship Id="rId76" Type="http://schemas.openxmlformats.org/officeDocument/2006/relationships/slideLayout" Target="../slideLayouts/slideLayout340.xml"/><Relationship Id="rId77" Type="http://schemas.openxmlformats.org/officeDocument/2006/relationships/slideLayout" Target="../slideLayouts/slideLayout341.xml"/><Relationship Id="rId78" Type="http://schemas.openxmlformats.org/officeDocument/2006/relationships/slideLayout" Target="../slideLayouts/slideLayout342.xml"/><Relationship Id="rId79" Type="http://schemas.openxmlformats.org/officeDocument/2006/relationships/slideLayout" Target="../slideLayouts/slideLayout343.xml"/><Relationship Id="rId80" Type="http://schemas.openxmlformats.org/officeDocument/2006/relationships/slideLayout" Target="../slideLayouts/slideLayout344.xml"/><Relationship Id="rId81" Type="http://schemas.openxmlformats.org/officeDocument/2006/relationships/slideLayout" Target="../slideLayouts/slideLayout345.xml"/><Relationship Id="rId82" Type="http://schemas.openxmlformats.org/officeDocument/2006/relationships/slideLayout" Target="../slideLayouts/slideLayout346.xml"/><Relationship Id="rId83" Type="http://schemas.openxmlformats.org/officeDocument/2006/relationships/slideLayout" Target="../slideLayouts/slideLayout347.xml"/><Relationship Id="rId84" Type="http://schemas.openxmlformats.org/officeDocument/2006/relationships/slideLayout" Target="../slideLayouts/slideLayout348.xml"/><Relationship Id="rId85" Type="http://schemas.openxmlformats.org/officeDocument/2006/relationships/slideLayout" Target="../slideLayouts/slideLayout349.xml"/><Relationship Id="rId86" Type="http://schemas.openxmlformats.org/officeDocument/2006/relationships/slideLayout" Target="../slideLayouts/slideLayout350.xml"/><Relationship Id="rId87" Type="http://schemas.openxmlformats.org/officeDocument/2006/relationships/slideLayout" Target="../slideLayouts/slideLayout351.xml"/><Relationship Id="rId88" Type="http://schemas.openxmlformats.org/officeDocument/2006/relationships/slideLayout" Target="../slideLayouts/slideLayout352.xml"/><Relationship Id="rId89" Type="http://schemas.openxmlformats.org/officeDocument/2006/relationships/slideLayout" Target="../slideLayouts/slideLayout353.xml"/><Relationship Id="rId90" Type="http://schemas.openxmlformats.org/officeDocument/2006/relationships/slideLayout" Target="../slideLayouts/slideLayout354.xml"/><Relationship Id="rId91" Type="http://schemas.openxmlformats.org/officeDocument/2006/relationships/slideLayout" Target="../slideLayouts/slideLayout355.xml"/><Relationship Id="rId92" Type="http://schemas.openxmlformats.org/officeDocument/2006/relationships/slideLayout" Target="../slideLayouts/slideLayout356.xml"/><Relationship Id="rId93" Type="http://schemas.openxmlformats.org/officeDocument/2006/relationships/slideLayout" Target="../slideLayouts/slideLayout357.xml"/><Relationship Id="rId94" Type="http://schemas.openxmlformats.org/officeDocument/2006/relationships/slideLayout" Target="../slideLayouts/slideLayout358.xml"/><Relationship Id="rId95" Type="http://schemas.openxmlformats.org/officeDocument/2006/relationships/slideLayout" Target="../slideLayouts/slideLayout359.xml"/><Relationship Id="rId96" Type="http://schemas.openxmlformats.org/officeDocument/2006/relationships/slideLayout" Target="../slideLayouts/slideLayout360.xml"/><Relationship Id="rId97" Type="http://schemas.openxmlformats.org/officeDocument/2006/relationships/slideLayout" Target="../slideLayouts/slideLayout361.xml"/><Relationship Id="rId98" Type="http://schemas.openxmlformats.org/officeDocument/2006/relationships/slideLayout" Target="../slideLayouts/slideLayout362.xml"/><Relationship Id="rId99" Type="http://schemas.openxmlformats.org/officeDocument/2006/relationships/slideLayout" Target="../slideLayouts/slideLayout363.xml"/><Relationship Id="rId100" Type="http://schemas.openxmlformats.org/officeDocument/2006/relationships/slideLayout" Target="../slideLayouts/slideLayout364.xml"/><Relationship Id="rId101" Type="http://schemas.openxmlformats.org/officeDocument/2006/relationships/slideLayout" Target="../slideLayouts/slideLayout365.xml"/><Relationship Id="rId102" Type="http://schemas.openxmlformats.org/officeDocument/2006/relationships/slideLayout" Target="../slideLayouts/slideLayout366.xml"/><Relationship Id="rId103" Type="http://schemas.openxmlformats.org/officeDocument/2006/relationships/slideLayout" Target="../slideLayouts/slideLayout367.xml"/><Relationship Id="rId104" Type="http://schemas.openxmlformats.org/officeDocument/2006/relationships/slideLayout" Target="../slideLayouts/slideLayout368.xml"/><Relationship Id="rId105" Type="http://schemas.openxmlformats.org/officeDocument/2006/relationships/slideLayout" Target="../slideLayouts/slideLayout369.xml"/><Relationship Id="rId106" Type="http://schemas.openxmlformats.org/officeDocument/2006/relationships/slideLayout" Target="../slideLayouts/slideLayout370.xml"/><Relationship Id="rId107" Type="http://schemas.openxmlformats.org/officeDocument/2006/relationships/slideLayout" Target="../slideLayouts/slideLayout371.xml"/><Relationship Id="rId108" Type="http://schemas.openxmlformats.org/officeDocument/2006/relationships/slideLayout" Target="../slideLayouts/slideLayout372.xml"/><Relationship Id="rId109" Type="http://schemas.openxmlformats.org/officeDocument/2006/relationships/slideLayout" Target="../slideLayouts/slideLayout373.xml"/><Relationship Id="rId110" Type="http://schemas.openxmlformats.org/officeDocument/2006/relationships/slideLayout" Target="../slideLayouts/slideLayout374.xml"/><Relationship Id="rId111" Type="http://schemas.openxmlformats.org/officeDocument/2006/relationships/slideLayout" Target="../slideLayouts/slideLayout375.xml"/><Relationship Id="rId112" Type="http://schemas.openxmlformats.org/officeDocument/2006/relationships/slideLayout" Target="../slideLayouts/slideLayout376.xml"/><Relationship Id="rId113" Type="http://schemas.openxmlformats.org/officeDocument/2006/relationships/slideLayout" Target="../slideLayouts/slideLayout377.xml"/><Relationship Id="rId114" Type="http://schemas.openxmlformats.org/officeDocument/2006/relationships/slideLayout" Target="../slideLayouts/slideLayout378.xml"/><Relationship Id="rId115" Type="http://schemas.openxmlformats.org/officeDocument/2006/relationships/slideLayout" Target="../slideLayouts/slideLayout379.xml"/><Relationship Id="rId116" Type="http://schemas.openxmlformats.org/officeDocument/2006/relationships/slideLayout" Target="../slideLayouts/slideLayout380.xml"/><Relationship Id="rId117" Type="http://schemas.openxmlformats.org/officeDocument/2006/relationships/slideLayout" Target="../slideLayouts/slideLayout381.xml"/><Relationship Id="rId118" Type="http://schemas.openxmlformats.org/officeDocument/2006/relationships/slideLayout" Target="../slideLayouts/slideLayout382.xml"/><Relationship Id="rId119" Type="http://schemas.openxmlformats.org/officeDocument/2006/relationships/slideLayout" Target="../slideLayouts/slideLayout383.xml"/><Relationship Id="rId120" Type="http://schemas.openxmlformats.org/officeDocument/2006/relationships/slideLayout" Target="../slideLayouts/slideLayout384.xml"/><Relationship Id="rId121" Type="http://schemas.openxmlformats.org/officeDocument/2006/relationships/slideLayout" Target="../slideLayouts/slideLayout385.xml"/><Relationship Id="rId122" Type="http://schemas.openxmlformats.org/officeDocument/2006/relationships/slideLayout" Target="../slideLayouts/slideLayout386.xml"/><Relationship Id="rId123" Type="http://schemas.openxmlformats.org/officeDocument/2006/relationships/slideLayout" Target="../slideLayouts/slideLayout387.xml"/><Relationship Id="rId124" Type="http://schemas.openxmlformats.org/officeDocument/2006/relationships/slideLayout" Target="../slideLayouts/slideLayout388.xml"/><Relationship Id="rId125" Type="http://schemas.openxmlformats.org/officeDocument/2006/relationships/slideLayout" Target="../slideLayouts/slideLayout389.xml"/><Relationship Id="rId126" Type="http://schemas.openxmlformats.org/officeDocument/2006/relationships/slideLayout" Target="../slideLayouts/slideLayout390.xml"/><Relationship Id="rId127" Type="http://schemas.openxmlformats.org/officeDocument/2006/relationships/slideLayout" Target="../slideLayouts/slideLayout391.xml"/><Relationship Id="rId128" Type="http://schemas.openxmlformats.org/officeDocument/2006/relationships/slideLayout" Target="../slideLayouts/slideLayout392.xml"/><Relationship Id="rId129" Type="http://schemas.openxmlformats.org/officeDocument/2006/relationships/slideLayout" Target="../slideLayouts/slideLayout393.xml"/><Relationship Id="rId130" Type="http://schemas.openxmlformats.org/officeDocument/2006/relationships/slideLayout" Target="../slideLayouts/slideLayout394.xml"/><Relationship Id="rId131" Type="http://schemas.openxmlformats.org/officeDocument/2006/relationships/slideLayout" Target="../slideLayouts/slideLayout395.xml"/><Relationship Id="rId132" Type="http://schemas.openxmlformats.org/officeDocument/2006/relationships/slideLayout" Target="../slideLayouts/slideLayout396.xml"/><Relationship Id="rId133" Type="http://schemas.openxmlformats.org/officeDocument/2006/relationships/slideLayout" Target="../slideLayouts/slideLayout397.xml"/><Relationship Id="rId134" Type="http://schemas.openxmlformats.org/officeDocument/2006/relationships/slideLayout" Target="../slideLayouts/slideLayout398.xml"/><Relationship Id="rId135" Type="http://schemas.openxmlformats.org/officeDocument/2006/relationships/slideLayout" Target="../slideLayouts/slideLayout399.xml"/><Relationship Id="rId136" Type="http://schemas.openxmlformats.org/officeDocument/2006/relationships/slideLayout" Target="../slideLayouts/slideLayout400.xml"/><Relationship Id="rId137" Type="http://schemas.openxmlformats.org/officeDocument/2006/relationships/slideLayout" Target="../slideLayouts/slideLayout401.xml"/><Relationship Id="rId138" Type="http://schemas.openxmlformats.org/officeDocument/2006/relationships/slideLayout" Target="../slideLayouts/slideLayout402.xml"/><Relationship Id="rId139" Type="http://schemas.openxmlformats.org/officeDocument/2006/relationships/slideLayout" Target="../slideLayouts/slideLayout403.xml"/><Relationship Id="rId140" Type="http://schemas.openxmlformats.org/officeDocument/2006/relationships/slideLayout" Target="../slideLayouts/slideLayout404.xml"/><Relationship Id="rId141" Type="http://schemas.openxmlformats.org/officeDocument/2006/relationships/slideLayout" Target="../slideLayouts/slideLayout405.xml"/><Relationship Id="rId142" Type="http://schemas.openxmlformats.org/officeDocument/2006/relationships/slideLayout" Target="../slideLayouts/slideLayout406.xml"/><Relationship Id="rId143" Type="http://schemas.openxmlformats.org/officeDocument/2006/relationships/slideLayout" Target="../slideLayouts/slideLayout407.xml"/><Relationship Id="rId144" Type="http://schemas.openxmlformats.org/officeDocument/2006/relationships/slideLayout" Target="../slideLayouts/slideLayout408.xml"/><Relationship Id="rId145" Type="http://schemas.openxmlformats.org/officeDocument/2006/relationships/slideLayout" Target="../slideLayouts/slideLayout409.xml"/><Relationship Id="rId146" Type="http://schemas.openxmlformats.org/officeDocument/2006/relationships/slideLayout" Target="../slideLayouts/slideLayout410.xml"/><Relationship Id="rId147" Type="http://schemas.openxmlformats.org/officeDocument/2006/relationships/slideLayout" Target="../slideLayouts/slideLayout411.xml"/><Relationship Id="rId148" Type="http://schemas.openxmlformats.org/officeDocument/2006/relationships/slideLayout" Target="../slideLayouts/slideLayout412.xml"/><Relationship Id="rId149" Type="http://schemas.openxmlformats.org/officeDocument/2006/relationships/slideLayout" Target="../slideLayouts/slideLayout413.xml"/><Relationship Id="rId150" Type="http://schemas.openxmlformats.org/officeDocument/2006/relationships/slideLayout" Target="../slideLayouts/slideLayout414.xml"/><Relationship Id="rId151" Type="http://schemas.openxmlformats.org/officeDocument/2006/relationships/slideLayout" Target="../slideLayouts/slideLayout415.xml"/><Relationship Id="rId152" Type="http://schemas.openxmlformats.org/officeDocument/2006/relationships/slideLayout" Target="../slideLayouts/slideLayout416.xml"/><Relationship Id="rId153" Type="http://schemas.openxmlformats.org/officeDocument/2006/relationships/slideLayout" Target="../slideLayouts/slideLayout417.xml"/><Relationship Id="rId154" Type="http://schemas.openxmlformats.org/officeDocument/2006/relationships/slideLayout" Target="../slideLayouts/slideLayout418.xml"/><Relationship Id="rId155" Type="http://schemas.openxmlformats.org/officeDocument/2006/relationships/slideLayout" Target="../slideLayouts/slideLayout419.xml"/><Relationship Id="rId156" Type="http://schemas.openxmlformats.org/officeDocument/2006/relationships/slideLayout" Target="../slideLayouts/slideLayout420.xml"/><Relationship Id="rId157" Type="http://schemas.openxmlformats.org/officeDocument/2006/relationships/slideLayout" Target="../slideLayouts/slideLayout421.xml"/><Relationship Id="rId158" Type="http://schemas.openxmlformats.org/officeDocument/2006/relationships/slideLayout" Target="../slideLayouts/slideLayout422.xml"/><Relationship Id="rId159" Type="http://schemas.openxmlformats.org/officeDocument/2006/relationships/slideLayout" Target="../slideLayouts/slideLayout423.xml"/><Relationship Id="rId160" Type="http://schemas.openxmlformats.org/officeDocument/2006/relationships/slideLayout" Target="../slideLayouts/slideLayout424.xml"/><Relationship Id="rId161" Type="http://schemas.openxmlformats.org/officeDocument/2006/relationships/slideLayout" Target="../slideLayouts/slideLayout425.xml"/><Relationship Id="rId162" Type="http://schemas.openxmlformats.org/officeDocument/2006/relationships/slideLayout" Target="../slideLayouts/slideLayout426.xml"/><Relationship Id="rId163" Type="http://schemas.openxmlformats.org/officeDocument/2006/relationships/slideLayout" Target="../slideLayouts/slideLayout427.xml"/><Relationship Id="rId164" Type="http://schemas.openxmlformats.org/officeDocument/2006/relationships/slideLayout" Target="../slideLayouts/slideLayout428.xml"/><Relationship Id="rId165" Type="http://schemas.openxmlformats.org/officeDocument/2006/relationships/slideLayout" Target="../slideLayouts/slideLayout429.xml"/><Relationship Id="rId166" Type="http://schemas.openxmlformats.org/officeDocument/2006/relationships/slideLayout" Target="../slideLayouts/slideLayout430.xml"/><Relationship Id="rId167" Type="http://schemas.openxmlformats.org/officeDocument/2006/relationships/slideLayout" Target="../slideLayouts/slideLayout431.xml"/><Relationship Id="rId168" Type="http://schemas.openxmlformats.org/officeDocument/2006/relationships/slideLayout" Target="../slideLayouts/slideLayout432.xml"/><Relationship Id="rId169" Type="http://schemas.openxmlformats.org/officeDocument/2006/relationships/slideLayout" Target="../slideLayouts/slideLayout433.xml"/><Relationship Id="rId170" Type="http://schemas.openxmlformats.org/officeDocument/2006/relationships/slideLayout" Target="../slideLayouts/slideLayout434.xml"/><Relationship Id="rId171" Type="http://schemas.openxmlformats.org/officeDocument/2006/relationships/slideLayout" Target="../slideLayouts/slideLayout435.xml"/><Relationship Id="rId172" Type="http://schemas.openxmlformats.org/officeDocument/2006/relationships/slideLayout" Target="../slideLayouts/slideLayout436.xml"/><Relationship Id="rId173" Type="http://schemas.openxmlformats.org/officeDocument/2006/relationships/slideLayout" Target="../slideLayouts/slideLayout437.xml"/><Relationship Id="rId174" Type="http://schemas.openxmlformats.org/officeDocument/2006/relationships/slideLayout" Target="../slideLayouts/slideLayout438.xml"/><Relationship Id="rId175" Type="http://schemas.openxmlformats.org/officeDocument/2006/relationships/slideLayout" Target="../slideLayouts/slideLayout439.xml"/><Relationship Id="rId176" Type="http://schemas.openxmlformats.org/officeDocument/2006/relationships/slideLayout" Target="../slideLayouts/slideLayout440.xml"/><Relationship Id="rId177" Type="http://schemas.openxmlformats.org/officeDocument/2006/relationships/slideLayout" Target="../slideLayouts/slideLayout441.xml"/><Relationship Id="rId178" Type="http://schemas.openxmlformats.org/officeDocument/2006/relationships/slideLayout" Target="../slideLayouts/slideLayout442.xml"/><Relationship Id="rId179" Type="http://schemas.openxmlformats.org/officeDocument/2006/relationships/slideLayout" Target="../slideLayouts/slideLayout443.xml"/><Relationship Id="rId180" Type="http://schemas.openxmlformats.org/officeDocument/2006/relationships/slideLayout" Target="../slideLayouts/slideLayout444.xml"/><Relationship Id="rId181" Type="http://schemas.openxmlformats.org/officeDocument/2006/relationships/slideLayout" Target="../slideLayouts/slideLayout445.xml"/><Relationship Id="rId182" Type="http://schemas.openxmlformats.org/officeDocument/2006/relationships/slideLayout" Target="../slideLayouts/slideLayout446.xml"/><Relationship Id="rId183" Type="http://schemas.openxmlformats.org/officeDocument/2006/relationships/slideLayout" Target="../slideLayouts/slideLayout447.xml"/><Relationship Id="rId184" Type="http://schemas.openxmlformats.org/officeDocument/2006/relationships/slideLayout" Target="../slideLayouts/slideLayout448.xml"/><Relationship Id="rId185" Type="http://schemas.openxmlformats.org/officeDocument/2006/relationships/slideLayout" Target="../slideLayouts/slideLayout449.xml"/><Relationship Id="rId186" Type="http://schemas.openxmlformats.org/officeDocument/2006/relationships/slideLayout" Target="../slideLayouts/slideLayout450.xml"/><Relationship Id="rId187" Type="http://schemas.openxmlformats.org/officeDocument/2006/relationships/slideLayout" Target="../slideLayouts/slideLayout451.xml"/><Relationship Id="rId188" Type="http://schemas.openxmlformats.org/officeDocument/2006/relationships/slideLayout" Target="../slideLayouts/slideLayout452.xml"/><Relationship Id="rId189" Type="http://schemas.openxmlformats.org/officeDocument/2006/relationships/slideLayout" Target="../slideLayouts/slideLayout453.xml"/><Relationship Id="rId190" Type="http://schemas.openxmlformats.org/officeDocument/2006/relationships/slideLayout" Target="../slideLayouts/slideLayout454.xml"/><Relationship Id="rId191" Type="http://schemas.openxmlformats.org/officeDocument/2006/relationships/slideLayout" Target="../slideLayouts/slideLayout455.xml"/><Relationship Id="rId192" Type="http://schemas.openxmlformats.org/officeDocument/2006/relationships/slideLayout" Target="../slideLayouts/slideLayout456.xml"/><Relationship Id="rId193" Type="http://schemas.openxmlformats.org/officeDocument/2006/relationships/slideLayout" Target="../slideLayouts/slideLayout457.xml"/><Relationship Id="rId194" Type="http://schemas.openxmlformats.org/officeDocument/2006/relationships/slideLayout" Target="../slideLayouts/slideLayout458.xml"/><Relationship Id="rId195" Type="http://schemas.openxmlformats.org/officeDocument/2006/relationships/slideLayout" Target="../slideLayouts/slideLayout459.xml"/><Relationship Id="rId196" Type="http://schemas.openxmlformats.org/officeDocument/2006/relationships/slideLayout" Target="../slideLayouts/slideLayout460.xml"/><Relationship Id="rId197" Type="http://schemas.openxmlformats.org/officeDocument/2006/relationships/slideLayout" Target="../slideLayouts/slideLayout461.xml"/><Relationship Id="rId198" Type="http://schemas.openxmlformats.org/officeDocument/2006/relationships/slideLayout" Target="../slideLayouts/slideLayout462.xml"/><Relationship Id="rId199" Type="http://schemas.openxmlformats.org/officeDocument/2006/relationships/slideLayout" Target="../slideLayouts/slideLayout463.xml"/><Relationship Id="rId200" Type="http://schemas.openxmlformats.org/officeDocument/2006/relationships/slideLayout" Target="../slideLayouts/slideLayout464.xml"/><Relationship Id="rId201" Type="http://schemas.openxmlformats.org/officeDocument/2006/relationships/slideLayout" Target="../slideLayouts/slideLayout465.xml"/><Relationship Id="rId202" Type="http://schemas.openxmlformats.org/officeDocument/2006/relationships/slideLayout" Target="../slideLayouts/slideLayout466.xml"/><Relationship Id="rId203" Type="http://schemas.openxmlformats.org/officeDocument/2006/relationships/slideLayout" Target="../slideLayouts/slideLayout467.xml"/><Relationship Id="rId204" Type="http://schemas.openxmlformats.org/officeDocument/2006/relationships/slideLayout" Target="../slideLayouts/slideLayout468.xml"/><Relationship Id="rId205" Type="http://schemas.openxmlformats.org/officeDocument/2006/relationships/slideLayout" Target="../slideLayouts/slideLayout469.xml"/><Relationship Id="rId206" Type="http://schemas.openxmlformats.org/officeDocument/2006/relationships/slideLayout" Target="../slideLayouts/slideLayout470.xml"/><Relationship Id="rId207" Type="http://schemas.openxmlformats.org/officeDocument/2006/relationships/slideLayout" Target="../slideLayouts/slideLayout471.xml"/><Relationship Id="rId208" Type="http://schemas.openxmlformats.org/officeDocument/2006/relationships/slideLayout" Target="../slideLayouts/slideLayout472.xml"/><Relationship Id="rId209" Type="http://schemas.openxmlformats.org/officeDocument/2006/relationships/slideLayout" Target="../slideLayouts/slideLayout473.xml"/><Relationship Id="rId210" Type="http://schemas.openxmlformats.org/officeDocument/2006/relationships/slideLayout" Target="../slideLayouts/slideLayout474.xml"/><Relationship Id="rId211" Type="http://schemas.openxmlformats.org/officeDocument/2006/relationships/slideLayout" Target="../slideLayouts/slideLayout475.xml"/><Relationship Id="rId212" Type="http://schemas.openxmlformats.org/officeDocument/2006/relationships/slideLayout" Target="../slideLayouts/slideLayout476.xml"/><Relationship Id="rId213" Type="http://schemas.openxmlformats.org/officeDocument/2006/relationships/slideLayout" Target="../slideLayouts/slideLayout477.xml"/><Relationship Id="rId214" Type="http://schemas.openxmlformats.org/officeDocument/2006/relationships/slideLayout" Target="../slideLayouts/slideLayout478.xml"/><Relationship Id="rId215" Type="http://schemas.openxmlformats.org/officeDocument/2006/relationships/slideLayout" Target="../slideLayouts/slideLayout479.xml"/><Relationship Id="rId216" Type="http://schemas.openxmlformats.org/officeDocument/2006/relationships/slideLayout" Target="../slideLayouts/slideLayout480.xml"/><Relationship Id="rId217" Type="http://schemas.openxmlformats.org/officeDocument/2006/relationships/slideLayout" Target="../slideLayouts/slideLayout481.xml"/><Relationship Id="rId218" Type="http://schemas.openxmlformats.org/officeDocument/2006/relationships/slideLayout" Target="../slideLayouts/slideLayout482.xml"/><Relationship Id="rId219" Type="http://schemas.openxmlformats.org/officeDocument/2006/relationships/slideLayout" Target="../slideLayouts/slideLayout483.xml"/><Relationship Id="rId220" Type="http://schemas.openxmlformats.org/officeDocument/2006/relationships/slideLayout" Target="../slideLayouts/slideLayout484.xml"/><Relationship Id="rId221" Type="http://schemas.openxmlformats.org/officeDocument/2006/relationships/slideLayout" Target="../slideLayouts/slideLayout485.xml"/><Relationship Id="rId222" Type="http://schemas.openxmlformats.org/officeDocument/2006/relationships/slideLayout" Target="../slideLayouts/slideLayout486.xml"/><Relationship Id="rId223" Type="http://schemas.openxmlformats.org/officeDocument/2006/relationships/slideLayout" Target="../slideLayouts/slideLayout487.xml"/><Relationship Id="rId224" Type="http://schemas.openxmlformats.org/officeDocument/2006/relationships/slideLayout" Target="../slideLayouts/slideLayout488.xml"/><Relationship Id="rId225" Type="http://schemas.openxmlformats.org/officeDocument/2006/relationships/slideLayout" Target="../slideLayouts/slideLayout489.xml"/><Relationship Id="rId226" Type="http://schemas.openxmlformats.org/officeDocument/2006/relationships/slideLayout" Target="../slideLayouts/slideLayout490.xml"/><Relationship Id="rId227" Type="http://schemas.openxmlformats.org/officeDocument/2006/relationships/slideLayout" Target="../slideLayouts/slideLayout491.xml"/><Relationship Id="rId228" Type="http://schemas.openxmlformats.org/officeDocument/2006/relationships/slideLayout" Target="../slideLayouts/slideLayout492.xml"/><Relationship Id="rId229" Type="http://schemas.openxmlformats.org/officeDocument/2006/relationships/slideLayout" Target="../slideLayouts/slideLayout493.xml"/><Relationship Id="rId230" Type="http://schemas.openxmlformats.org/officeDocument/2006/relationships/slideLayout" Target="../slideLayouts/slideLayout494.xml"/><Relationship Id="rId231" Type="http://schemas.openxmlformats.org/officeDocument/2006/relationships/slideLayout" Target="../slideLayouts/slideLayout495.xml"/><Relationship Id="rId232" Type="http://schemas.openxmlformats.org/officeDocument/2006/relationships/slideLayout" Target="../slideLayouts/slideLayout496.xml"/><Relationship Id="rId233" Type="http://schemas.openxmlformats.org/officeDocument/2006/relationships/slideLayout" Target="../slideLayouts/slideLayout497.xml"/><Relationship Id="rId234" Type="http://schemas.openxmlformats.org/officeDocument/2006/relationships/slideLayout" Target="../slideLayouts/slideLayout498.xml"/><Relationship Id="rId235" Type="http://schemas.openxmlformats.org/officeDocument/2006/relationships/slideLayout" Target="../slideLayouts/slideLayout49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  <p:sldLayoutId id="2147483714" r:id="rId37"/>
    <p:sldLayoutId id="2147483715" r:id="rId38"/>
    <p:sldLayoutId id="2147483716" r:id="rId39"/>
    <p:sldLayoutId id="2147483717" r:id="rId40"/>
    <p:sldLayoutId id="2147483718" r:id="rId41"/>
    <p:sldLayoutId id="2147483719" r:id="rId42"/>
    <p:sldLayoutId id="2147483720" r:id="rId43"/>
    <p:sldLayoutId id="2147483721" r:id="rId44"/>
    <p:sldLayoutId id="2147483722" r:id="rId45"/>
    <p:sldLayoutId id="2147483723" r:id="rId46"/>
    <p:sldLayoutId id="2147483724" r:id="rId47"/>
    <p:sldLayoutId id="2147483725" r:id="rId48"/>
    <p:sldLayoutId id="2147483726" r:id="rId49"/>
    <p:sldLayoutId id="2147483727" r:id="rId50"/>
    <p:sldLayoutId id="2147483728" r:id="rId51"/>
    <p:sldLayoutId id="2147483729" r:id="rId52"/>
    <p:sldLayoutId id="2147483730" r:id="rId53"/>
    <p:sldLayoutId id="2147483731" r:id="rId54"/>
    <p:sldLayoutId id="2147483732" r:id="rId55"/>
    <p:sldLayoutId id="2147483733" r:id="rId56"/>
    <p:sldLayoutId id="2147483734" r:id="rId57"/>
    <p:sldLayoutId id="2147483735" r:id="rId58"/>
    <p:sldLayoutId id="2147483736" r:id="rId59"/>
    <p:sldLayoutId id="2147483737" r:id="rId60"/>
    <p:sldLayoutId id="2147483738" r:id="rId61"/>
    <p:sldLayoutId id="2147483739" r:id="rId62"/>
    <p:sldLayoutId id="2147483740" r:id="rId63"/>
    <p:sldLayoutId id="2147483741" r:id="rId64"/>
    <p:sldLayoutId id="2147483742" r:id="rId65"/>
    <p:sldLayoutId id="2147483743" r:id="rId66"/>
    <p:sldLayoutId id="2147483744" r:id="rId67"/>
    <p:sldLayoutId id="2147483745" r:id="rId68"/>
    <p:sldLayoutId id="2147483746" r:id="rId69"/>
    <p:sldLayoutId id="2147483747" r:id="rId70"/>
    <p:sldLayoutId id="2147483748" r:id="rId71"/>
    <p:sldLayoutId id="2147483749" r:id="rId72"/>
    <p:sldLayoutId id="2147483750" r:id="rId73"/>
    <p:sldLayoutId id="2147483751" r:id="rId74"/>
    <p:sldLayoutId id="2147483752" r:id="rId75"/>
    <p:sldLayoutId id="2147483753" r:id="rId76"/>
    <p:sldLayoutId id="2147483754" r:id="rId77"/>
    <p:sldLayoutId id="2147483755" r:id="rId78"/>
    <p:sldLayoutId id="2147483756" r:id="rId79"/>
    <p:sldLayoutId id="2147483757" r:id="rId80"/>
    <p:sldLayoutId id="2147483758" r:id="rId81"/>
    <p:sldLayoutId id="2147483759" r:id="rId82"/>
    <p:sldLayoutId id="2147483760" r:id="rId83"/>
    <p:sldLayoutId id="2147483761" r:id="rId84"/>
    <p:sldLayoutId id="2147483762" r:id="rId85"/>
    <p:sldLayoutId id="2147483763" r:id="rId86"/>
    <p:sldLayoutId id="2147483764" r:id="rId87"/>
    <p:sldLayoutId id="2147483765" r:id="rId88"/>
    <p:sldLayoutId id="2147483766" r:id="rId89"/>
    <p:sldLayoutId id="2147483767" r:id="rId90"/>
    <p:sldLayoutId id="2147483768" r:id="rId91"/>
    <p:sldLayoutId id="2147483769" r:id="rId92"/>
    <p:sldLayoutId id="2147483770" r:id="rId93"/>
    <p:sldLayoutId id="2147483771" r:id="rId94"/>
    <p:sldLayoutId id="2147483772" r:id="rId95"/>
    <p:sldLayoutId id="2147483773" r:id="rId96"/>
    <p:sldLayoutId id="2147483774" r:id="rId97"/>
    <p:sldLayoutId id="2147483775" r:id="rId98"/>
    <p:sldLayoutId id="2147483776" r:id="rId99"/>
    <p:sldLayoutId id="2147483777" r:id="rId100"/>
    <p:sldLayoutId id="2147483778" r:id="rId101"/>
    <p:sldLayoutId id="2147483779" r:id="rId102"/>
    <p:sldLayoutId id="2147483780" r:id="rId103"/>
    <p:sldLayoutId id="2147483781" r:id="rId104"/>
    <p:sldLayoutId id="2147483782" r:id="rId105"/>
    <p:sldLayoutId id="2147483783" r:id="rId106"/>
    <p:sldLayoutId id="2147483784" r:id="rId107"/>
    <p:sldLayoutId id="2147483785" r:id="rId108"/>
    <p:sldLayoutId id="2147483786" r:id="rId109"/>
    <p:sldLayoutId id="2147483787" r:id="rId110"/>
    <p:sldLayoutId id="2147483788" r:id="rId111"/>
    <p:sldLayoutId id="2147483789" r:id="rId112"/>
    <p:sldLayoutId id="2147483790" r:id="rId113"/>
    <p:sldLayoutId id="2147483791" r:id="rId114"/>
    <p:sldLayoutId id="2147483792" r:id="rId115"/>
    <p:sldLayoutId id="2147483793" r:id="rId116"/>
    <p:sldLayoutId id="2147483794" r:id="rId117"/>
    <p:sldLayoutId id="2147483795" r:id="rId118"/>
    <p:sldLayoutId id="2147483796" r:id="rId119"/>
    <p:sldLayoutId id="2147483797" r:id="rId120"/>
    <p:sldLayoutId id="2147483798" r:id="rId121"/>
    <p:sldLayoutId id="2147483799" r:id="rId122"/>
    <p:sldLayoutId id="2147483800" r:id="rId123"/>
    <p:sldLayoutId id="2147483801" r:id="rId124"/>
    <p:sldLayoutId id="2147483802" r:id="rId125"/>
    <p:sldLayoutId id="2147483803" r:id="rId126"/>
    <p:sldLayoutId id="2147483804" r:id="rId127"/>
    <p:sldLayoutId id="2147483805" r:id="rId128"/>
    <p:sldLayoutId id="2147483806" r:id="rId129"/>
    <p:sldLayoutId id="2147483807" r:id="rId130"/>
    <p:sldLayoutId id="2147483808" r:id="rId131"/>
    <p:sldLayoutId id="2147483809" r:id="rId132"/>
    <p:sldLayoutId id="2147483810" r:id="rId133"/>
    <p:sldLayoutId id="2147483811" r:id="rId134"/>
    <p:sldLayoutId id="2147483812" r:id="rId135"/>
    <p:sldLayoutId id="2147483813" r:id="rId136"/>
    <p:sldLayoutId id="2147483814" r:id="rId137"/>
    <p:sldLayoutId id="2147483815" r:id="rId138"/>
    <p:sldLayoutId id="2147483816" r:id="rId139"/>
    <p:sldLayoutId id="2147483817" r:id="rId140"/>
    <p:sldLayoutId id="2147483818" r:id="rId141"/>
    <p:sldLayoutId id="2147483819" r:id="rId142"/>
    <p:sldLayoutId id="2147483820" r:id="rId143"/>
    <p:sldLayoutId id="2147483821" r:id="rId144"/>
    <p:sldLayoutId id="2147483822" r:id="rId145"/>
    <p:sldLayoutId id="2147483823" r:id="rId146"/>
    <p:sldLayoutId id="2147483824" r:id="rId147"/>
    <p:sldLayoutId id="2147483825" r:id="rId148"/>
    <p:sldLayoutId id="2147483826" r:id="rId149"/>
    <p:sldLayoutId id="2147483827" r:id="rId150"/>
    <p:sldLayoutId id="2147483828" r:id="rId151"/>
    <p:sldLayoutId id="2147483829" r:id="rId152"/>
    <p:sldLayoutId id="2147483830" r:id="rId153"/>
    <p:sldLayoutId id="2147483831" r:id="rId154"/>
    <p:sldLayoutId id="2147483832" r:id="rId155"/>
    <p:sldLayoutId id="2147483833" r:id="rId156"/>
    <p:sldLayoutId id="2147483834" r:id="rId157"/>
    <p:sldLayoutId id="2147483835" r:id="rId158"/>
    <p:sldLayoutId id="2147483836" r:id="rId159"/>
    <p:sldLayoutId id="2147483837" r:id="rId160"/>
    <p:sldLayoutId id="2147483838" r:id="rId161"/>
    <p:sldLayoutId id="2147483839" r:id="rId162"/>
    <p:sldLayoutId id="2147483840" r:id="rId163"/>
    <p:sldLayoutId id="2147483841" r:id="rId164"/>
    <p:sldLayoutId id="2147483842" r:id="rId165"/>
    <p:sldLayoutId id="2147483843" r:id="rId166"/>
    <p:sldLayoutId id="2147483844" r:id="rId167"/>
    <p:sldLayoutId id="2147483845" r:id="rId168"/>
    <p:sldLayoutId id="2147483846" r:id="rId169"/>
    <p:sldLayoutId id="2147483847" r:id="rId170"/>
    <p:sldLayoutId id="2147483848" r:id="rId171"/>
    <p:sldLayoutId id="2147483849" r:id="rId172"/>
    <p:sldLayoutId id="2147483850" r:id="rId173"/>
    <p:sldLayoutId id="2147483851" r:id="rId174"/>
    <p:sldLayoutId id="2147483852" r:id="rId175"/>
    <p:sldLayoutId id="2147483853" r:id="rId176"/>
    <p:sldLayoutId id="2147483854" r:id="rId177"/>
    <p:sldLayoutId id="2147483855" r:id="rId178"/>
    <p:sldLayoutId id="2147483856" r:id="rId179"/>
    <p:sldLayoutId id="2147483857" r:id="rId180"/>
    <p:sldLayoutId id="2147483858" r:id="rId181"/>
    <p:sldLayoutId id="2147483859" r:id="rId182"/>
    <p:sldLayoutId id="2147483860" r:id="rId183"/>
    <p:sldLayoutId id="2147483861" r:id="rId184"/>
    <p:sldLayoutId id="2147483862" r:id="rId185"/>
    <p:sldLayoutId id="2147483863" r:id="rId186"/>
    <p:sldLayoutId id="2147483864" r:id="rId187"/>
    <p:sldLayoutId id="2147483865" r:id="rId188"/>
    <p:sldLayoutId id="2147483866" r:id="rId189"/>
    <p:sldLayoutId id="2147483867" r:id="rId190"/>
    <p:sldLayoutId id="2147483868" r:id="rId191"/>
    <p:sldLayoutId id="2147483869" r:id="rId192"/>
    <p:sldLayoutId id="2147483870" r:id="rId193"/>
    <p:sldLayoutId id="2147483871" r:id="rId194"/>
    <p:sldLayoutId id="2147483872" r:id="rId195"/>
    <p:sldLayoutId id="2147483873" r:id="rId196"/>
    <p:sldLayoutId id="2147483874" r:id="rId197"/>
    <p:sldLayoutId id="2147483875" r:id="rId198"/>
    <p:sldLayoutId id="2147483876" r:id="rId199"/>
    <p:sldLayoutId id="2147483877" r:id="rId200"/>
    <p:sldLayoutId id="2147483878" r:id="rId201"/>
    <p:sldLayoutId id="2147483879" r:id="rId202"/>
    <p:sldLayoutId id="2147483880" r:id="rId203"/>
    <p:sldLayoutId id="2147483881" r:id="rId204"/>
    <p:sldLayoutId id="2147483882" r:id="rId205"/>
    <p:sldLayoutId id="2147483883" r:id="rId206"/>
    <p:sldLayoutId id="2147483884" r:id="rId207"/>
    <p:sldLayoutId id="2147483885" r:id="rId208"/>
    <p:sldLayoutId id="2147483886" r:id="rId209"/>
    <p:sldLayoutId id="2147483887" r:id="rId210"/>
    <p:sldLayoutId id="2147483888" r:id="rId211"/>
    <p:sldLayoutId id="2147483889" r:id="rId212"/>
    <p:sldLayoutId id="2147483890" r:id="rId213"/>
    <p:sldLayoutId id="2147483891" r:id="rId214"/>
    <p:sldLayoutId id="2147483892" r:id="rId215"/>
    <p:sldLayoutId id="2147483893" r:id="rId216"/>
    <p:sldLayoutId id="2147483894" r:id="rId217"/>
    <p:sldLayoutId id="2147483895" r:id="rId218"/>
    <p:sldLayoutId id="2147483896" r:id="rId219"/>
    <p:sldLayoutId id="2147483897" r:id="rId220"/>
    <p:sldLayoutId id="2147483898" r:id="rId221"/>
    <p:sldLayoutId id="2147483899" r:id="rId222"/>
    <p:sldLayoutId id="2147483900" r:id="rId223"/>
    <p:sldLayoutId id="2147483901" r:id="rId224"/>
    <p:sldLayoutId id="2147483902" r:id="rId225"/>
    <p:sldLayoutId id="2147483903" r:id="rId226"/>
    <p:sldLayoutId id="2147483904" r:id="rId227"/>
    <p:sldLayoutId id="2147483905" r:id="rId228"/>
    <p:sldLayoutId id="2147483906" r:id="rId229"/>
    <p:sldLayoutId id="2147483907" r:id="rId230"/>
    <p:sldLayoutId id="2147483908" r:id="rId231"/>
    <p:sldLayoutId id="2147483909" r:id="rId232"/>
    <p:sldLayoutId id="2147483910" r:id="rId233"/>
    <p:sldLayoutId id="2147483911" r:id="rId234"/>
    <p:sldLayoutId id="2147483912" r:id="rId235"/>
    <p:sldLayoutId id="2147483913" r:id="rId236"/>
    <p:sldLayoutId id="2147483914" r:id="rId237"/>
  </p:sldLayoutIdLst>
</p:sldMaster>
</file>

<file path=ppt/slideMasters/slideMaster2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  <p:sldLayoutId id="2147483933" r:id="rId19"/>
    <p:sldLayoutId id="2147483934" r:id="rId20"/>
    <p:sldLayoutId id="2147483935" r:id="rId21"/>
    <p:sldLayoutId id="2147483936" r:id="rId22"/>
    <p:sldLayoutId id="2147483937" r:id="rId23"/>
    <p:sldLayoutId id="2147483938" r:id="rId24"/>
    <p:sldLayoutId id="2147483939" r:id="rId25"/>
    <p:sldLayoutId id="2147483940" r:id="rId26"/>
    <p:sldLayoutId id="2147483941" r:id="rId27"/>
    <p:sldLayoutId id="2147483942" r:id="rId28"/>
    <p:sldLayoutId id="2147483943" r:id="rId29"/>
    <p:sldLayoutId id="2147483944" r:id="rId30"/>
    <p:sldLayoutId id="2147483945" r:id="rId31"/>
    <p:sldLayoutId id="2147483946" r:id="rId32"/>
    <p:sldLayoutId id="2147483947" r:id="rId33"/>
    <p:sldLayoutId id="2147483948" r:id="rId34"/>
    <p:sldLayoutId id="2147483949" r:id="rId35"/>
    <p:sldLayoutId id="2147483950" r:id="rId36"/>
    <p:sldLayoutId id="2147483951" r:id="rId37"/>
    <p:sldLayoutId id="2147483952" r:id="rId38"/>
    <p:sldLayoutId id="2147483953" r:id="rId39"/>
    <p:sldLayoutId id="2147483954" r:id="rId40"/>
    <p:sldLayoutId id="2147483955" r:id="rId41"/>
    <p:sldLayoutId id="2147483956" r:id="rId42"/>
    <p:sldLayoutId id="2147483957" r:id="rId43"/>
    <p:sldLayoutId id="2147483958" r:id="rId44"/>
    <p:sldLayoutId id="2147483959" r:id="rId45"/>
    <p:sldLayoutId id="2147483960" r:id="rId46"/>
    <p:sldLayoutId id="2147483961" r:id="rId47"/>
    <p:sldLayoutId id="2147483962" r:id="rId48"/>
    <p:sldLayoutId id="2147483963" r:id="rId49"/>
    <p:sldLayoutId id="2147483964" r:id="rId50"/>
    <p:sldLayoutId id="2147483965" r:id="rId51"/>
    <p:sldLayoutId id="2147483966" r:id="rId52"/>
    <p:sldLayoutId id="2147483967" r:id="rId53"/>
    <p:sldLayoutId id="2147483968" r:id="rId54"/>
    <p:sldLayoutId id="2147483969" r:id="rId55"/>
    <p:sldLayoutId id="2147483970" r:id="rId56"/>
    <p:sldLayoutId id="2147483971" r:id="rId57"/>
    <p:sldLayoutId id="2147483972" r:id="rId58"/>
    <p:sldLayoutId id="2147483973" r:id="rId59"/>
    <p:sldLayoutId id="2147483974" r:id="rId60"/>
    <p:sldLayoutId id="2147483975" r:id="rId61"/>
    <p:sldLayoutId id="2147483976" r:id="rId62"/>
    <p:sldLayoutId id="2147483977" r:id="rId63"/>
    <p:sldLayoutId id="2147483978" r:id="rId64"/>
    <p:sldLayoutId id="2147483979" r:id="rId65"/>
    <p:sldLayoutId id="2147483980" r:id="rId66"/>
    <p:sldLayoutId id="2147483981" r:id="rId67"/>
    <p:sldLayoutId id="2147483982" r:id="rId68"/>
    <p:sldLayoutId id="2147483983" r:id="rId69"/>
    <p:sldLayoutId id="2147483984" r:id="rId70"/>
    <p:sldLayoutId id="2147483985" r:id="rId71"/>
    <p:sldLayoutId id="2147483986" r:id="rId72"/>
    <p:sldLayoutId id="2147483987" r:id="rId73"/>
    <p:sldLayoutId id="2147483988" r:id="rId74"/>
    <p:sldLayoutId id="2147483989" r:id="rId75"/>
    <p:sldLayoutId id="2147483990" r:id="rId76"/>
    <p:sldLayoutId id="2147483991" r:id="rId77"/>
    <p:sldLayoutId id="2147483992" r:id="rId78"/>
    <p:sldLayoutId id="2147483993" r:id="rId79"/>
    <p:sldLayoutId id="2147483994" r:id="rId80"/>
    <p:sldLayoutId id="2147483995" r:id="rId81"/>
    <p:sldLayoutId id="2147483996" r:id="rId82"/>
    <p:sldLayoutId id="2147483997" r:id="rId83"/>
    <p:sldLayoutId id="2147483998" r:id="rId84"/>
    <p:sldLayoutId id="2147483999" r:id="rId85"/>
    <p:sldLayoutId id="2147484000" r:id="rId86"/>
    <p:sldLayoutId id="2147484001" r:id="rId87"/>
    <p:sldLayoutId id="2147484002" r:id="rId88"/>
    <p:sldLayoutId id="2147484003" r:id="rId89"/>
    <p:sldLayoutId id="2147484004" r:id="rId90"/>
    <p:sldLayoutId id="2147484005" r:id="rId91"/>
    <p:sldLayoutId id="2147484006" r:id="rId92"/>
    <p:sldLayoutId id="2147484007" r:id="rId93"/>
    <p:sldLayoutId id="2147484008" r:id="rId94"/>
    <p:sldLayoutId id="2147484009" r:id="rId95"/>
    <p:sldLayoutId id="2147484010" r:id="rId96"/>
    <p:sldLayoutId id="2147484011" r:id="rId97"/>
    <p:sldLayoutId id="2147484012" r:id="rId98"/>
    <p:sldLayoutId id="2147484013" r:id="rId99"/>
    <p:sldLayoutId id="2147484014" r:id="rId100"/>
    <p:sldLayoutId id="2147484015" r:id="rId101"/>
    <p:sldLayoutId id="2147484016" r:id="rId102"/>
    <p:sldLayoutId id="2147484017" r:id="rId103"/>
    <p:sldLayoutId id="2147484018" r:id="rId104"/>
    <p:sldLayoutId id="2147484019" r:id="rId105"/>
    <p:sldLayoutId id="2147484020" r:id="rId106"/>
    <p:sldLayoutId id="2147484021" r:id="rId107"/>
    <p:sldLayoutId id="2147484022" r:id="rId108"/>
    <p:sldLayoutId id="2147484023" r:id="rId109"/>
    <p:sldLayoutId id="2147484024" r:id="rId110"/>
    <p:sldLayoutId id="2147484025" r:id="rId111"/>
    <p:sldLayoutId id="2147484026" r:id="rId112"/>
    <p:sldLayoutId id="2147484027" r:id="rId113"/>
    <p:sldLayoutId id="2147484028" r:id="rId114"/>
    <p:sldLayoutId id="2147484029" r:id="rId115"/>
    <p:sldLayoutId id="2147484030" r:id="rId116"/>
    <p:sldLayoutId id="2147484031" r:id="rId117"/>
    <p:sldLayoutId id="2147484032" r:id="rId118"/>
    <p:sldLayoutId id="2147484033" r:id="rId119"/>
    <p:sldLayoutId id="2147484034" r:id="rId120"/>
    <p:sldLayoutId id="2147484035" r:id="rId121"/>
    <p:sldLayoutId id="2147484036" r:id="rId122"/>
    <p:sldLayoutId id="2147484037" r:id="rId123"/>
    <p:sldLayoutId id="2147484038" r:id="rId124"/>
    <p:sldLayoutId id="2147484039" r:id="rId125"/>
    <p:sldLayoutId id="2147484040" r:id="rId126"/>
    <p:sldLayoutId id="2147484041" r:id="rId127"/>
    <p:sldLayoutId id="2147484042" r:id="rId128"/>
    <p:sldLayoutId id="2147484043" r:id="rId129"/>
    <p:sldLayoutId id="2147484044" r:id="rId130"/>
    <p:sldLayoutId id="2147484045" r:id="rId131"/>
    <p:sldLayoutId id="2147484046" r:id="rId132"/>
    <p:sldLayoutId id="2147484047" r:id="rId133"/>
    <p:sldLayoutId id="2147484048" r:id="rId134"/>
    <p:sldLayoutId id="2147484049" r:id="rId135"/>
    <p:sldLayoutId id="2147484050" r:id="rId136"/>
    <p:sldLayoutId id="2147484051" r:id="rId137"/>
    <p:sldLayoutId id="2147484052" r:id="rId138"/>
    <p:sldLayoutId id="2147484053" r:id="rId139"/>
    <p:sldLayoutId id="2147484054" r:id="rId140"/>
    <p:sldLayoutId id="2147484055" r:id="rId141"/>
    <p:sldLayoutId id="2147484056" r:id="rId142"/>
    <p:sldLayoutId id="2147484057" r:id="rId143"/>
    <p:sldLayoutId id="2147484058" r:id="rId144"/>
    <p:sldLayoutId id="2147484059" r:id="rId145"/>
    <p:sldLayoutId id="2147484060" r:id="rId146"/>
    <p:sldLayoutId id="2147484061" r:id="rId147"/>
    <p:sldLayoutId id="2147484062" r:id="rId148"/>
    <p:sldLayoutId id="2147484063" r:id="rId149"/>
    <p:sldLayoutId id="2147484064" r:id="rId150"/>
    <p:sldLayoutId id="2147484065" r:id="rId151"/>
    <p:sldLayoutId id="2147484066" r:id="rId152"/>
    <p:sldLayoutId id="2147484067" r:id="rId153"/>
    <p:sldLayoutId id="2147484068" r:id="rId154"/>
    <p:sldLayoutId id="2147484069" r:id="rId155"/>
    <p:sldLayoutId id="2147484070" r:id="rId156"/>
    <p:sldLayoutId id="2147484071" r:id="rId157"/>
    <p:sldLayoutId id="2147484072" r:id="rId158"/>
    <p:sldLayoutId id="2147484073" r:id="rId159"/>
    <p:sldLayoutId id="2147484074" r:id="rId160"/>
    <p:sldLayoutId id="2147484075" r:id="rId161"/>
    <p:sldLayoutId id="2147484076" r:id="rId162"/>
    <p:sldLayoutId id="2147484077" r:id="rId163"/>
    <p:sldLayoutId id="2147484078" r:id="rId164"/>
    <p:sldLayoutId id="2147484079" r:id="rId165"/>
    <p:sldLayoutId id="2147484080" r:id="rId166"/>
    <p:sldLayoutId id="2147484081" r:id="rId167"/>
    <p:sldLayoutId id="2147484082" r:id="rId168"/>
    <p:sldLayoutId id="2147484083" r:id="rId169"/>
    <p:sldLayoutId id="2147484084" r:id="rId170"/>
    <p:sldLayoutId id="2147484085" r:id="rId171"/>
    <p:sldLayoutId id="2147484086" r:id="rId172"/>
    <p:sldLayoutId id="2147484087" r:id="rId173"/>
    <p:sldLayoutId id="2147484088" r:id="rId174"/>
    <p:sldLayoutId id="2147484089" r:id="rId175"/>
    <p:sldLayoutId id="2147484090" r:id="rId176"/>
    <p:sldLayoutId id="2147484091" r:id="rId177"/>
    <p:sldLayoutId id="2147484092" r:id="rId178"/>
    <p:sldLayoutId id="2147484093" r:id="rId179"/>
    <p:sldLayoutId id="2147484094" r:id="rId180"/>
    <p:sldLayoutId id="2147484095" r:id="rId181"/>
    <p:sldLayoutId id="2147484096" r:id="rId182"/>
    <p:sldLayoutId id="2147484097" r:id="rId183"/>
    <p:sldLayoutId id="2147484098" r:id="rId184"/>
    <p:sldLayoutId id="2147484099" r:id="rId185"/>
    <p:sldLayoutId id="2147484100" r:id="rId186"/>
    <p:sldLayoutId id="2147484101" r:id="rId187"/>
    <p:sldLayoutId id="2147484102" r:id="rId188"/>
    <p:sldLayoutId id="2147484103" r:id="rId189"/>
    <p:sldLayoutId id="2147484104" r:id="rId190"/>
    <p:sldLayoutId id="2147484105" r:id="rId191"/>
    <p:sldLayoutId id="2147484106" r:id="rId192"/>
    <p:sldLayoutId id="2147484107" r:id="rId193"/>
    <p:sldLayoutId id="2147484108" r:id="rId194"/>
    <p:sldLayoutId id="2147484109" r:id="rId195"/>
    <p:sldLayoutId id="2147484110" r:id="rId196"/>
    <p:sldLayoutId id="2147484111" r:id="rId197"/>
    <p:sldLayoutId id="2147484112" r:id="rId198"/>
    <p:sldLayoutId id="2147484113" r:id="rId199"/>
    <p:sldLayoutId id="2147484114" r:id="rId200"/>
    <p:sldLayoutId id="2147484115" r:id="rId201"/>
    <p:sldLayoutId id="2147484116" r:id="rId202"/>
    <p:sldLayoutId id="2147484117" r:id="rId203"/>
    <p:sldLayoutId id="2147484118" r:id="rId204"/>
    <p:sldLayoutId id="2147484119" r:id="rId205"/>
    <p:sldLayoutId id="2147484120" r:id="rId206"/>
    <p:sldLayoutId id="2147484121" r:id="rId207"/>
    <p:sldLayoutId id="2147484122" r:id="rId208"/>
    <p:sldLayoutId id="2147484123" r:id="rId209"/>
    <p:sldLayoutId id="2147484124" r:id="rId210"/>
    <p:sldLayoutId id="2147484125" r:id="rId211"/>
    <p:sldLayoutId id="2147484126" r:id="rId212"/>
    <p:sldLayoutId id="2147484127" r:id="rId213"/>
    <p:sldLayoutId id="2147484128" r:id="rId214"/>
    <p:sldLayoutId id="2147484129" r:id="rId215"/>
    <p:sldLayoutId id="2147484130" r:id="rId216"/>
    <p:sldLayoutId id="2147484131" r:id="rId217"/>
    <p:sldLayoutId id="2147484132" r:id="rId218"/>
    <p:sldLayoutId id="2147484133" r:id="rId219"/>
    <p:sldLayoutId id="2147484134" r:id="rId220"/>
    <p:sldLayoutId id="2147484135" r:id="rId221"/>
    <p:sldLayoutId id="2147484136" r:id="rId222"/>
    <p:sldLayoutId id="2147484137" r:id="rId223"/>
    <p:sldLayoutId id="2147484138" r:id="rId224"/>
    <p:sldLayoutId id="2147484139" r:id="rId225"/>
    <p:sldLayoutId id="2147484140" r:id="rId226"/>
    <p:sldLayoutId id="2147484141" r:id="rId227"/>
    <p:sldLayoutId id="2147484142" r:id="rId228"/>
    <p:sldLayoutId id="2147484143" r:id="rId229"/>
    <p:sldLayoutId id="2147484144" r:id="rId230"/>
    <p:sldLayoutId id="2147484145" r:id="rId231"/>
    <p:sldLayoutId id="2147484146" r:id="rId232"/>
    <p:sldLayoutId id="2147484147" r:id="rId233"/>
    <p:sldLayoutId id="2147484148" r:id="rId234"/>
    <p:sldLayoutId id="2147484149" r:id="rId23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46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4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4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4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4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4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4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4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4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4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4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4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5" name="Group 2"/>
          <p:cNvGrpSpPr/>
          <p:nvPr/>
        </p:nvGrpSpPr>
        <p:grpSpPr>
          <a:xfrm>
            <a:off x="-9360" y="0"/>
            <a:ext cx="9152640" cy="5159160"/>
            <a:chOff x="-9360" y="0"/>
            <a:chExt cx="9152640" cy="5159160"/>
          </a:xfrm>
        </p:grpSpPr>
        <p:sp>
          <p:nvSpPr>
            <p:cNvPr id="3426" name="Freeform 3"/>
            <p:cNvSpPr/>
            <p:nvPr/>
          </p:nvSpPr>
          <p:spPr>
            <a:xfrm>
              <a:off x="-4680" y="4680"/>
              <a:ext cx="9143280" cy="51498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5149800"/>
                <a:gd name="textAreaBottom" fmla="*/ 5150520 h 5149800"/>
              </a:gdLst>
              <a:ahLst/>
              <a:cxnLst/>
              <a:rect l="textAreaLeft" t="textAreaTop" r="textAreaRight" b="textAreaBottom"/>
              <a:pathLst>
                <a:path w="24384000" h="13734414">
                  <a:moveTo>
                    <a:pt x="0" y="0"/>
                  </a:moveTo>
                  <a:lnTo>
                    <a:pt x="24384000" y="0"/>
                  </a:lnTo>
                  <a:lnTo>
                    <a:pt x="24384000" y="13734414"/>
                  </a:lnTo>
                  <a:lnTo>
                    <a:pt x="0" y="13734414"/>
                  </a:lnTo>
                  <a:close/>
                </a:path>
              </a:pathLst>
            </a:custGeom>
            <a:solidFill>
              <a:srgbClr val="08080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7" name="Freeform 4"/>
            <p:cNvSpPr/>
            <p:nvPr/>
          </p:nvSpPr>
          <p:spPr>
            <a:xfrm>
              <a:off x="-9360" y="0"/>
              <a:ext cx="9152640" cy="5159160"/>
            </a:xfrm>
            <a:custGeom>
              <a:avLst/>
              <a:gdLst>
                <a:gd name="textAreaLeft" fmla="*/ 0 w 9152640"/>
                <a:gd name="textAreaRight" fmla="*/ 9153360 w 9152640"/>
                <a:gd name="textAreaTop" fmla="*/ 0 h 5159160"/>
                <a:gd name="textAreaBottom" fmla="*/ 5159880 h 5159160"/>
              </a:gdLst>
              <a:ahLst/>
              <a:cxnLst/>
              <a:rect l="textAreaLeft" t="textAreaTop" r="textAreaRight" b="textAreaBottom"/>
              <a:pathLst>
                <a:path w="24409400" h="13759814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47114"/>
                  </a:lnTo>
                  <a:cubicBezTo>
                    <a:pt x="24409400" y="13754100"/>
                    <a:pt x="24403686" y="13759814"/>
                    <a:pt x="24396700" y="13759814"/>
                  </a:cubicBezTo>
                  <a:lnTo>
                    <a:pt x="12700" y="13759814"/>
                  </a:lnTo>
                  <a:cubicBezTo>
                    <a:pt x="5715" y="13759814"/>
                    <a:pt x="0" y="13754100"/>
                    <a:pt x="0" y="1374711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47114"/>
                  </a:lnTo>
                  <a:lnTo>
                    <a:pt x="12700" y="13747114"/>
                  </a:lnTo>
                  <a:lnTo>
                    <a:pt x="12700" y="13734414"/>
                  </a:lnTo>
                  <a:lnTo>
                    <a:pt x="24396700" y="13734414"/>
                  </a:lnTo>
                  <a:lnTo>
                    <a:pt x="24396700" y="13747114"/>
                  </a:lnTo>
                  <a:lnTo>
                    <a:pt x="24384000" y="13747114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a7a7a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28" name="TextBox 6"/>
          <p:cNvSpPr/>
          <p:nvPr/>
        </p:nvSpPr>
        <p:spPr>
          <a:xfrm>
            <a:off x="4003200" y="1685880"/>
            <a:ext cx="4653720" cy="17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036"/>
              </a:lnSpc>
            </a:pPr>
            <a:r>
              <a:rPr b="0" lang="ru-RU" sz="2200" strike="noStrike" u="none">
                <a:solidFill>
                  <a:srgbClr val="ffffff"/>
                </a:solidFill>
                <a:effectLst/>
                <a:uFillTx/>
                <a:latin typeface="Montserrat Medium"/>
                <a:ea typeface="Arial"/>
              </a:rPr>
              <a:t>Соларев Руслан Антонович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933"/>
              </a:lnSpc>
            </a:pPr>
            <a:r>
              <a:rPr b="0" lang="ru-RU" sz="1400" strike="noStrike" u="none">
                <a:solidFill>
                  <a:srgbClr val="00ffff"/>
                </a:solidFill>
                <a:effectLst/>
                <a:uFillTx/>
                <a:latin typeface="Montserrat Medium"/>
                <a:ea typeface="Arial"/>
              </a:rPr>
              <a:t>Студент колледжа информационных и креативных технологий (</a:t>
            </a:r>
            <a:r>
              <a:rPr b="0" lang="en-US" sz="1400" strike="noStrike" u="none">
                <a:solidFill>
                  <a:srgbClr val="00ffff"/>
                </a:solidFill>
                <a:effectLst/>
                <a:uFillTx/>
                <a:latin typeface="Montserrat Medium"/>
                <a:ea typeface="Arial"/>
              </a:rPr>
              <a:t>IThub </a:t>
            </a:r>
            <a:r>
              <a:rPr b="0" lang="ru-RU" sz="1400" strike="noStrike" u="none">
                <a:solidFill>
                  <a:srgbClr val="00ffff"/>
                </a:solidFill>
                <a:effectLst/>
                <a:uFillTx/>
                <a:latin typeface="Montserrat Medium"/>
                <a:ea typeface="Arial"/>
              </a:rPr>
              <a:t>Владивосток), Приморский край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933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933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Б</a:t>
            </a: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изнес-роль: Дата-инженер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6160" algn="just">
              <a:lnSpc>
                <a:spcPts val="2639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9" name="Freeform 9"/>
          <p:cNvSpPr/>
          <p:nvPr/>
        </p:nvSpPr>
        <p:spPr>
          <a:xfrm>
            <a:off x="2713320" y="361800"/>
            <a:ext cx="139320" cy="4177080"/>
          </a:xfrm>
          <a:custGeom>
            <a:avLst/>
            <a:gdLst>
              <a:gd name="textAreaLeft" fmla="*/ 0 w 139320"/>
              <a:gd name="textAreaRight" fmla="*/ 140040 w 139320"/>
              <a:gd name="textAreaTop" fmla="*/ 0 h 4177080"/>
              <a:gd name="textAreaBottom" fmla="*/ 4177800 h 4177080"/>
            </a:gdLst>
            <a:ahLst/>
            <a:cxnLst/>
            <a:rect l="textAreaLeft" t="textAreaTop" r="textAreaRight" b="textAreaBottom"/>
            <a:pathLst>
              <a:path w="176383" h="5256911">
                <a:moveTo>
                  <a:pt x="0" y="0"/>
                </a:moveTo>
                <a:lnTo>
                  <a:pt x="176383" y="0"/>
                </a:lnTo>
                <a:lnTo>
                  <a:pt x="176383" y="5256911"/>
                </a:lnTo>
                <a:lnTo>
                  <a:pt x="0" y="525691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7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30" name="Рисунок 6" descr=""/>
          <p:cNvPicPr/>
          <p:nvPr/>
        </p:nvPicPr>
        <p:blipFill>
          <a:blip r:embed="rId1"/>
          <a:stretch/>
        </p:blipFill>
        <p:spPr>
          <a:xfrm>
            <a:off x="-266760" y="-197280"/>
            <a:ext cx="4017240" cy="535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1" name="Google Shape;4686;g130e7787a26_1_2965" descr="Google Shape;1540;g106d06707e5_0_350"/>
          <p:cNvPicPr/>
          <p:nvPr/>
        </p:nvPicPr>
        <p:blipFill>
          <a:blip r:embed="rId1"/>
          <a:stretch/>
        </p:blipFill>
        <p:spPr>
          <a:xfrm>
            <a:off x="2730600" y="505080"/>
            <a:ext cx="5650200" cy="381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2" name="Google Shape;4687;g130e7787a26_1_2965"/>
          <p:cNvSpPr/>
          <p:nvPr/>
        </p:nvSpPr>
        <p:spPr>
          <a:xfrm>
            <a:off x="3918240" y="158760"/>
            <a:ext cx="2741400" cy="7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200" strike="noStrike" u="none">
                <a:solidFill>
                  <a:srgbClr val="00ffff"/>
                </a:solidFill>
                <a:effectLst/>
                <a:uFillTx/>
                <a:latin typeface="Montserrat"/>
                <a:ea typeface="Montserrat"/>
              </a:rPr>
              <a:t>Модуль A</a:t>
            </a:r>
            <a:br>
              <a:rPr sz="1200"/>
            </a:br>
            <a:r>
              <a:rPr b="0" lang="ru" sz="1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Парсинг и предобработка данных</a:t>
            </a:r>
            <a:br>
              <a:rPr sz="1200"/>
            </a:b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3" name="Google Shape;4689;g130e7787a26_1_2965"/>
          <p:cNvSpPr/>
          <p:nvPr/>
        </p:nvSpPr>
        <p:spPr>
          <a:xfrm>
            <a:off x="6365160" y="936720"/>
            <a:ext cx="2405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ru" sz="1800" strike="noStrike" u="none">
                <a:solidFill>
                  <a:srgbClr val="00ffff"/>
                </a:solidFill>
                <a:effectLst/>
                <a:uFillTx/>
                <a:latin typeface="Montserrat"/>
                <a:ea typeface="Montserrat"/>
              </a:rPr>
              <a:t>Модуль В</a:t>
            </a:r>
            <a:br>
              <a:rPr sz="1800"/>
            </a:br>
            <a:r>
              <a:rPr b="0" lang="ru" sz="1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Построение, обучение и оптимизация модели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4" name="Google Shape;4690;g130e7787a26_1_2965"/>
          <p:cNvSpPr/>
          <p:nvPr/>
        </p:nvSpPr>
        <p:spPr>
          <a:xfrm>
            <a:off x="1114560" y="1790640"/>
            <a:ext cx="285336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r">
              <a:lnSpc>
                <a:spcPct val="115000"/>
              </a:lnSpc>
            </a:pPr>
            <a:r>
              <a:rPr b="0" lang="ru" sz="1800" strike="noStrike" u="none">
                <a:solidFill>
                  <a:srgbClr val="00ffff"/>
                </a:solidFill>
                <a:effectLst/>
                <a:uFillTx/>
                <a:latin typeface="Montserrat"/>
                <a:ea typeface="Montserrat"/>
              </a:rPr>
              <a:t>Модуль Г</a:t>
            </a:r>
            <a:br>
              <a:rPr sz="1800"/>
            </a:br>
            <a:r>
              <a:rPr b="0" lang="ru" sz="1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Разработка программного продукта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5" name="Google Shape;4691;g130e7787a26_1_2965"/>
          <p:cNvSpPr/>
          <p:nvPr/>
        </p:nvSpPr>
        <p:spPr>
          <a:xfrm>
            <a:off x="5040000" y="2576880"/>
            <a:ext cx="260892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" sz="1200" strike="noStrike" u="none">
                <a:solidFill>
                  <a:srgbClr val="00ffff"/>
                </a:solidFill>
                <a:effectLst/>
                <a:uFillTx/>
                <a:latin typeface="Montserrat"/>
                <a:ea typeface="Montserrat"/>
              </a:rPr>
              <a:t>Модуль Д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-RU" sz="10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Разработка средств интеграции и поддержки готового решения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6" name="Google Shape;4692;g130e7787a26_1_2965"/>
          <p:cNvSpPr/>
          <p:nvPr/>
        </p:nvSpPr>
        <p:spPr>
          <a:xfrm>
            <a:off x="313560" y="4044960"/>
            <a:ext cx="7157520" cy="5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Модули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7" name="Google Shape;4693;g130e7787a26_1_2965"/>
          <p:cNvSpPr/>
          <p:nvPr/>
        </p:nvSpPr>
        <p:spPr>
          <a:xfrm rot="16200000">
            <a:off x="81000" y="418680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38" name="Google Shape;4687;g130e7787a26_1_2965"/>
          <p:cNvSpPr/>
          <p:nvPr/>
        </p:nvSpPr>
        <p:spPr>
          <a:xfrm>
            <a:off x="501840" y="1023120"/>
            <a:ext cx="248796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ru" sz="1800" strike="noStrike" u="none">
                <a:solidFill>
                  <a:srgbClr val="00ffff"/>
                </a:solidFill>
                <a:effectLst/>
                <a:uFillTx/>
                <a:latin typeface="Montserrat"/>
                <a:ea typeface="Montserrat"/>
              </a:rPr>
              <a:t>Модуль Б</a:t>
            </a:r>
            <a:br>
              <a:rPr sz="1800"/>
            </a:br>
            <a:r>
              <a:rPr b="0" lang="ru" sz="1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Разведочный анализ данных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9" name="Прямоугольник 9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00"/>
                                        <p:tgtEl>
                                          <p:spTgt spid="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" dur="1000"/>
                                        <p:tgtEl>
                                          <p:spTgt spid="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id="1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600"/>
                                        <p:tgtEl>
                                          <p:spTgt spid="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600"/>
                                        <p:tgtEl>
                                          <p:spTgt spid="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id="2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600"/>
                                        <p:tgtEl>
                                          <p:spTgt spid="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4700;g130e7787a26_1_2976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1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42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43" name="Google Shape;4692;g130e7787a26_1_2965"/>
          <p:cNvSpPr/>
          <p:nvPr/>
        </p:nvSpPr>
        <p:spPr>
          <a:xfrm>
            <a:off x="408240" y="212760"/>
            <a:ext cx="7157520" cy="5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Модуль 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4" name="" descr=""/>
          <p:cNvPicPr/>
          <p:nvPr/>
        </p:nvPicPr>
        <p:blipFill>
          <a:blip r:embed="rId1"/>
          <a:srcRect l="29543" t="24882" r="24993" b="9684"/>
          <a:stretch/>
        </p:blipFill>
        <p:spPr>
          <a:xfrm>
            <a:off x="4500360" y="774720"/>
            <a:ext cx="3599280" cy="336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5" name=""/>
          <p:cNvSpPr/>
          <p:nvPr/>
        </p:nvSpPr>
        <p:spPr>
          <a:xfrm>
            <a:off x="605160" y="1620000"/>
            <a:ext cx="3354480" cy="20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пункте 1.1 были обработаны GPX файлы с маршрутами 3 треков. Из файлов удалось получить основные геоданные точек + температуру воздуха и частоту шагов.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1000"/>
                                        <p:tgtEl>
                                          <p:spTgt spid="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700"/>
                                        <p:tgtEl>
                                          <p:spTgt spid="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4709;g130e7787a26_1_2984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7" name="Google Shape;4710;g130e7787a26_1_2984"/>
          <p:cNvSpPr/>
          <p:nvPr/>
        </p:nvSpPr>
        <p:spPr>
          <a:xfrm rot="5400000">
            <a:off x="8124480" y="879120"/>
            <a:ext cx="10008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48" name="Google Shape;4711;g130e7787a26_1_2984"/>
          <p:cNvSpPr/>
          <p:nvPr/>
        </p:nvSpPr>
        <p:spPr>
          <a:xfrm flipH="1">
            <a:off x="8537040" y="334080"/>
            <a:ext cx="14184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49" name="Google Shape;4715;g130e7787a26_1_2984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50" name="Прямоугольник 7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51" name="" descr=""/>
          <p:cNvPicPr/>
          <p:nvPr/>
        </p:nvPicPr>
        <p:blipFill>
          <a:blip r:embed="rId1"/>
          <a:srcRect l="38637" t="12504" r="11357" b="3504"/>
          <a:stretch/>
        </p:blipFill>
        <p:spPr>
          <a:xfrm>
            <a:off x="900000" y="318240"/>
            <a:ext cx="3959280" cy="43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2" name=""/>
          <p:cNvSpPr/>
          <p:nvPr/>
        </p:nvSpPr>
        <p:spPr>
          <a:xfrm>
            <a:off x="5220000" y="1774440"/>
            <a:ext cx="3354480" cy="15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C помощью библиотеки osmnx удалось визуализировать топографические карты по точкам, а также получить различные виды объектов (водоёмы, здания, леса) в радиусе 500 метров для каждой точки каждого трека.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" dur="indefinite" restart="never" nodeType="tmRoot">
          <p:childTnLst>
            <p:seq>
              <p:cTn id="43" dur="indefinite" nodeType="mainSeq"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1000"/>
                                        <p:tgtEl>
                                          <p:spTgt spid="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1000"/>
                                        <p:tgtEl>
                                          <p:spTgt spid="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" name="Google Shape;4700;g130e7787a26_1_2976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4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55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56" name="" descr=""/>
          <p:cNvPicPr/>
          <p:nvPr/>
        </p:nvPicPr>
        <p:blipFill>
          <a:blip r:embed="rId1"/>
          <a:srcRect l="29654" t="19374" r="38521" b="0"/>
          <a:stretch/>
        </p:blipFill>
        <p:spPr>
          <a:xfrm>
            <a:off x="540000" y="353520"/>
            <a:ext cx="2519280" cy="414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7" name="" descr=""/>
          <p:cNvPicPr/>
          <p:nvPr/>
        </p:nvPicPr>
        <p:blipFill>
          <a:blip r:embed="rId2"/>
          <a:srcRect l="31810" t="40498" r="18185" b="7000"/>
          <a:stretch/>
        </p:blipFill>
        <p:spPr>
          <a:xfrm>
            <a:off x="3420000" y="360000"/>
            <a:ext cx="3959280" cy="26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8" name=""/>
          <p:cNvSpPr/>
          <p:nvPr/>
        </p:nvSpPr>
        <p:spPr>
          <a:xfrm>
            <a:off x="3420000" y="3336840"/>
            <a:ext cx="4859640" cy="17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пункте 1.3 было необходимо обеспечить всесезонность данных. Данные о средней температуре на разных треках были получены с помощью ручной разметки (на основании погодных сайтов). После чего происходила генерация дат и добавление средней температуры + шум.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1000"/>
                                        <p:tgtEl>
                                          <p:spTgt spid="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4700;g130e7787a26_1_2976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0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61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62" name="" descr=""/>
          <p:cNvPicPr/>
          <p:nvPr/>
        </p:nvPicPr>
        <p:blipFill>
          <a:blip r:embed="rId1"/>
          <a:srcRect l="13623" t="12504" r="11366" b="7000"/>
          <a:stretch/>
        </p:blipFill>
        <p:spPr>
          <a:xfrm>
            <a:off x="367560" y="360000"/>
            <a:ext cx="4312080" cy="300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3" name="" descr=""/>
          <p:cNvPicPr/>
          <p:nvPr/>
        </p:nvPicPr>
        <p:blipFill>
          <a:blip r:embed="rId2"/>
          <a:srcRect l="13627" t="36996" r="11366" b="10504"/>
          <a:stretch/>
        </p:blipFill>
        <p:spPr>
          <a:xfrm>
            <a:off x="4991400" y="360000"/>
            <a:ext cx="3288240" cy="149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4" name=""/>
          <p:cNvSpPr/>
          <p:nvPr/>
        </p:nvSpPr>
        <p:spPr>
          <a:xfrm>
            <a:off x="187920" y="3812040"/>
            <a:ext cx="82206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Пункт 1.4 представлял из себя описание структуры данных. Для определения нормальности распределения данных использовался тест Д’Агостино-Пирсона, для ассиметрии — тест на перекос данных.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Также использовался визуальный анализ с помощью гистрограммы. Для каждого количественного признака был определен тип его распределения и мера скошенности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" dur="indefinite" restart="never" nodeType="tmRoot">
          <p:childTnLst>
            <p:seq>
              <p:cTn id="61" dur="indefinite" nodeType="mainSeq"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1000"/>
                                        <p:tgtEl>
                                          <p:spTgt spid="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4700;g130e7787a26_1_2976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6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67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68" name="Google Shape;4692;g130e7787a26_1_2965"/>
          <p:cNvSpPr/>
          <p:nvPr/>
        </p:nvSpPr>
        <p:spPr>
          <a:xfrm>
            <a:off x="408240" y="212760"/>
            <a:ext cx="7157520" cy="5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Модуль Б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9" name="" descr=""/>
          <p:cNvPicPr/>
          <p:nvPr/>
        </p:nvPicPr>
        <p:blipFill>
          <a:blip r:embed="rId1"/>
          <a:srcRect l="2272" t="20994" r="6813" b="16009"/>
          <a:stretch/>
        </p:blipFill>
        <p:spPr>
          <a:xfrm>
            <a:off x="3240000" y="900000"/>
            <a:ext cx="5759640" cy="32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0" name=""/>
          <p:cNvSpPr/>
          <p:nvPr/>
        </p:nvSpPr>
        <p:spPr>
          <a:xfrm>
            <a:off x="180000" y="1414440"/>
            <a:ext cx="3059640" cy="20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пункте 2.1 и 2.2 реализован интерактивный дашборд с использованием streamlit и plotly. Все данные получались из запросов в базу данных. Присутствовали фильтры: дата, номер трека, чаc и сезон.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1000"/>
                                        <p:tgtEl>
                                          <p:spTgt spid="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700"/>
                                        <p:tgtEl>
                                          <p:spTgt spid="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Google Shape;4709;g130e7787a26_1_2984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2" name="Google Shape;4710;g130e7787a26_1_2984"/>
          <p:cNvSpPr/>
          <p:nvPr/>
        </p:nvSpPr>
        <p:spPr>
          <a:xfrm rot="5400000">
            <a:off x="8124480" y="879120"/>
            <a:ext cx="10008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73" name="Google Shape;4711;g130e7787a26_1_2984"/>
          <p:cNvSpPr/>
          <p:nvPr/>
        </p:nvSpPr>
        <p:spPr>
          <a:xfrm flipH="1">
            <a:off x="8537040" y="334080"/>
            <a:ext cx="14184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74" name="Google Shape;4715;g130e7787a26_1_2984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75" name="Прямоугольник 7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76" name="" descr=""/>
          <p:cNvPicPr/>
          <p:nvPr/>
        </p:nvPicPr>
        <p:blipFill>
          <a:blip r:embed="rId1"/>
          <a:srcRect l="29534" t="41987" r="0" b="33509"/>
          <a:stretch/>
        </p:blipFill>
        <p:spPr>
          <a:xfrm>
            <a:off x="180000" y="1260360"/>
            <a:ext cx="5039640" cy="12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7" name="" descr=""/>
          <p:cNvPicPr/>
          <p:nvPr/>
        </p:nvPicPr>
        <p:blipFill>
          <a:blip r:embed="rId2"/>
          <a:srcRect l="28660" t="39776" r="23604" b="35718"/>
          <a:stretch/>
        </p:blipFill>
        <p:spPr>
          <a:xfrm>
            <a:off x="180360" y="3060360"/>
            <a:ext cx="3779280" cy="12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8" name=""/>
          <p:cNvSpPr/>
          <p:nvPr/>
        </p:nvSpPr>
        <p:spPr>
          <a:xfrm>
            <a:off x="5580000" y="2134440"/>
            <a:ext cx="3354480" cy="22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Пункт 2.3 — разбиение данных на группы по возможности затопления/пожара и сложности эвакуации на участках трека. Применялось 2 подхода: ручная разметка на основе правил и kmeans. Лучшая разметка выбиралась с помощью оценки силуэта и распределения точек на графике.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" dur="indefinite" restart="never" nodeType="tmRoot">
          <p:childTnLst>
            <p:seq>
              <p:cTn id="78" dur="indefinite" nodeType="mainSeq"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" dur="1000"/>
                                        <p:tgtEl>
                                          <p:spTgt spid="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1000"/>
                                        <p:tgtEl>
                                          <p:spTgt spid="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4700;g130e7787a26_1_2976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0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81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82" name="" descr=""/>
          <p:cNvPicPr/>
          <p:nvPr/>
        </p:nvPicPr>
        <p:blipFill>
          <a:blip r:embed="rId1"/>
          <a:srcRect l="31253" t="28839" r="2831" b="25661"/>
          <a:stretch/>
        </p:blipFill>
        <p:spPr>
          <a:xfrm>
            <a:off x="180360" y="900000"/>
            <a:ext cx="5219280" cy="23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3" name="Google Shape;4692;g130e7787a26_1_ 1"/>
          <p:cNvSpPr/>
          <p:nvPr/>
        </p:nvSpPr>
        <p:spPr>
          <a:xfrm>
            <a:off x="408240" y="212400"/>
            <a:ext cx="715752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Модуль В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4" name="" descr=""/>
          <p:cNvPicPr/>
          <p:nvPr/>
        </p:nvPicPr>
        <p:blipFill>
          <a:blip r:embed="rId2"/>
          <a:srcRect l="29534" t="38489" r="52278" b="44008"/>
          <a:stretch/>
        </p:blipFill>
        <p:spPr>
          <a:xfrm>
            <a:off x="180360" y="3600360"/>
            <a:ext cx="1439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5" name=""/>
          <p:cNvSpPr/>
          <p:nvPr/>
        </p:nvSpPr>
        <p:spPr>
          <a:xfrm>
            <a:off x="5580000" y="900000"/>
            <a:ext cx="3354480" cy="24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пункте 3.1 был переход от задачи кластеризации к задаче классификации. Были разработаны 2 модели классификации: 1 — предсказание затопления и пожарной опасности, 2 — предсказание сложности эвакуации. Дисбаланс классов устранялся с помощью модели SMOTE. Обучение проходило через StratifiedKFold.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6" name=""/>
          <p:cNvSpPr/>
          <p:nvPr/>
        </p:nvSpPr>
        <p:spPr>
          <a:xfrm>
            <a:off x="1800000" y="3737880"/>
            <a:ext cx="64717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Лучшая модель Water_Fire — Random Forest Classifier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Лучшая модель Evacuation — Logistic Regression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1000"/>
                                        <p:tgtEl>
                                          <p:spTgt spid="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4700;g130e7787a26_1_2976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8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89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90" name="" descr=""/>
          <p:cNvPicPr/>
          <p:nvPr/>
        </p:nvPicPr>
        <p:blipFill>
          <a:blip r:embed="rId1"/>
          <a:srcRect l="2272" t="20994" r="6813" b="16009"/>
          <a:stretch/>
        </p:blipFill>
        <p:spPr>
          <a:xfrm>
            <a:off x="1440000" y="360000"/>
            <a:ext cx="5759640" cy="32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1" name=""/>
          <p:cNvSpPr/>
          <p:nvPr/>
        </p:nvSpPr>
        <p:spPr>
          <a:xfrm>
            <a:off x="540000" y="3812040"/>
            <a:ext cx="8220600" cy="12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рамках пункта 3.2 требовалось разработать систему непрерывного автоматического дообучения моделей. В качестве решения было предоставлено streamlit приложение, запрашивающая у пользователя интервал повторения обучения. Модели с каждой итерацией обучались на +5% от общего объёма данных, после чего сохранялись в директорию. Получаемые метрики записывались в базу данных.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" dur="1000"/>
                                        <p:tgtEl>
                                          <p:spTgt spid="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4709;g130e7787a26_1_2984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3" name="Google Shape;4710;g130e7787a26_1_2984"/>
          <p:cNvSpPr/>
          <p:nvPr/>
        </p:nvSpPr>
        <p:spPr>
          <a:xfrm rot="5400000">
            <a:off x="8124480" y="879120"/>
            <a:ext cx="10008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94" name="Google Shape;4711;g130e7787a26_1_2984"/>
          <p:cNvSpPr/>
          <p:nvPr/>
        </p:nvSpPr>
        <p:spPr>
          <a:xfrm flipH="1">
            <a:off x="8537040" y="334080"/>
            <a:ext cx="14184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95" name="Google Shape;4715;g130e7787a26_1_2984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96" name="Прямоугольник 7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497" name="" descr=""/>
          <p:cNvPicPr/>
          <p:nvPr/>
        </p:nvPicPr>
        <p:blipFill>
          <a:blip r:embed="rId1"/>
          <a:srcRect l="20661" t="44288" r="15693" b="6711"/>
          <a:stretch/>
        </p:blipFill>
        <p:spPr>
          <a:xfrm>
            <a:off x="180000" y="720360"/>
            <a:ext cx="5039280" cy="25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8" name=""/>
          <p:cNvSpPr/>
          <p:nvPr/>
        </p:nvSpPr>
        <p:spPr>
          <a:xfrm>
            <a:off x="540000" y="3600000"/>
            <a:ext cx="8220600" cy="12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Пункт 3.3 — прогнозирование полученных раннее классов на 10 лет вперёд. Большинство атрибутов, используемых моделями — статичные (не изменяются во времени). Ключевой динамически изменяющийся атрибут — температура воздуха. Предсказание было средним по месяцам, использовалась модель SARIMAX. После этого температура добавлялась к статичным атрибутам и данные подавались моделям для предсказания. 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2" dur="indefinite" restart="never" nodeType="tmRoot">
          <p:childTnLst>
            <p:seq>
              <p:cTn id="103" dur="indefinite" nodeType="mainSeq"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1000"/>
                                        <p:tgtEl>
                                          <p:spTgt spid="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1000"/>
                                        <p:tgtEl>
                                          <p:spTgt spid="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4700;g130e7787a26_1_2976"/>
          <p:cNvSpPr/>
          <p:nvPr/>
        </p:nvSpPr>
        <p:spPr>
          <a:xfrm>
            <a:off x="9365400" y="4574520"/>
            <a:ext cx="974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0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01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02" name="Google Shape;4692;g130e7787a26_1_2965"/>
          <p:cNvSpPr/>
          <p:nvPr/>
        </p:nvSpPr>
        <p:spPr>
          <a:xfrm>
            <a:off x="408240" y="212760"/>
            <a:ext cx="715752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Модуль Г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3" name="" descr=""/>
          <p:cNvPicPr/>
          <p:nvPr/>
        </p:nvPicPr>
        <p:blipFill>
          <a:blip r:embed="rId1"/>
          <a:srcRect l="4891" t="41491" r="58740" b="23508"/>
          <a:stretch/>
        </p:blipFill>
        <p:spPr>
          <a:xfrm>
            <a:off x="216360" y="1260000"/>
            <a:ext cx="3743280" cy="23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4" name=""/>
          <p:cNvSpPr/>
          <p:nvPr/>
        </p:nvSpPr>
        <p:spPr>
          <a:xfrm>
            <a:off x="4680000" y="1080000"/>
            <a:ext cx="3959640" cy="32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пункте 4.1 было разработано API для взаимодействия с моделями. Для реализации использовался фреймворк Flask, было разработано 2 эндпоинта: api/predict_water_fire и api/predict_evac. В качестве параметров эндпоинты принимали номер трека, начальную и конечную даты. Возвращались предсказания для всех точек маршрута (для начальной даты) и данные о динамики изменения вероятностей предсказаний (диапазон начальная дата — конечная дата).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10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700"/>
                                        <p:tgtEl>
                                          <p:spTgt spid="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4709;g130e7787a26_1_2984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6" name="Google Shape;4710;g130e7787a26_1_2984"/>
          <p:cNvSpPr/>
          <p:nvPr/>
        </p:nvSpPr>
        <p:spPr>
          <a:xfrm rot="5400000">
            <a:off x="8124480" y="879120"/>
            <a:ext cx="10008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07" name="Google Shape;4711;g130e7787a26_1_2984"/>
          <p:cNvSpPr/>
          <p:nvPr/>
        </p:nvSpPr>
        <p:spPr>
          <a:xfrm flipH="1">
            <a:off x="8537040" y="334080"/>
            <a:ext cx="141840" cy="8690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08" name="Google Shape;4715;g130e7787a26_1_2984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09" name="Прямоугольник 7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510" name="" descr=""/>
          <p:cNvPicPr/>
          <p:nvPr/>
        </p:nvPicPr>
        <p:blipFill>
          <a:blip r:embed="rId1"/>
          <a:srcRect l="2272" t="20994" r="23861" b="16009"/>
          <a:stretch/>
        </p:blipFill>
        <p:spPr>
          <a:xfrm>
            <a:off x="180000" y="1440000"/>
            <a:ext cx="4679280" cy="32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1" name=""/>
          <p:cNvSpPr/>
          <p:nvPr/>
        </p:nvSpPr>
        <p:spPr>
          <a:xfrm>
            <a:off x="5184000" y="1440000"/>
            <a:ext cx="3959640" cy="34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рамках пункта 4.2 было реализовано веб приложение на streamlit, взаимодействующая с эндпоинтом /api/predict_water_fire. Пользователю предлагалось ввести номер трека, начальную и конечную дату, после чего нажать на кнопку «Предсказать». В качестве результата пользователь получал таблицу с координатами точек и предсказаниями (были выделены в отдельные группы по вероятностям), а также столбчатые диаграммы для демонстрации динамики изменения вероятностей по последующим месяцам.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1000"/>
                                        <p:tgtEl>
                                          <p:spTgt spid="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1000"/>
                                        <p:tgtEl>
                                          <p:spTgt spid="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4700;g130e7787a26_1_2976"/>
          <p:cNvSpPr/>
          <p:nvPr/>
        </p:nvSpPr>
        <p:spPr>
          <a:xfrm>
            <a:off x="9365400" y="4574520"/>
            <a:ext cx="9745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3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14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515" name="" descr=""/>
          <p:cNvPicPr/>
          <p:nvPr/>
        </p:nvPicPr>
        <p:blipFill>
          <a:blip r:embed="rId1"/>
          <a:srcRect l="26010" t="34006" r="28533" b="23993"/>
          <a:stretch/>
        </p:blipFill>
        <p:spPr>
          <a:xfrm>
            <a:off x="720000" y="540000"/>
            <a:ext cx="3599280" cy="21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6" name="" descr=""/>
          <p:cNvPicPr/>
          <p:nvPr/>
        </p:nvPicPr>
        <p:blipFill>
          <a:blip r:embed="rId2"/>
          <a:srcRect l="26010" t="34006" r="28533" b="23993"/>
          <a:stretch/>
        </p:blipFill>
        <p:spPr>
          <a:xfrm>
            <a:off x="4680360" y="540360"/>
            <a:ext cx="3599280" cy="21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7" name=""/>
          <p:cNvSpPr/>
          <p:nvPr/>
        </p:nvSpPr>
        <p:spPr>
          <a:xfrm>
            <a:off x="720000" y="3420000"/>
            <a:ext cx="822060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пункте 4.3  была реализована документация по API, а также руководство пользователя. Документы представлены в формате PDF и отражают основные аспекты взаимодействия с API и веб-приложением на streamlit.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4" dur="indefinite" restart="never" nodeType="tmRoot">
          <p:childTnLst>
            <p:seq>
              <p:cTn id="135" dur="indefinite" nodeType="mainSeq"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1000"/>
                                        <p:tgtEl>
                                          <p:spTgt spid="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Google Shape;4700;g130e7787a26_1_2976"/>
          <p:cNvSpPr/>
          <p:nvPr/>
        </p:nvSpPr>
        <p:spPr>
          <a:xfrm>
            <a:off x="9365400" y="4574520"/>
            <a:ext cx="974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9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20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21" name="Google Shape;4692;g130e7787a26_1_2965"/>
          <p:cNvSpPr/>
          <p:nvPr/>
        </p:nvSpPr>
        <p:spPr>
          <a:xfrm>
            <a:off x="408240" y="212760"/>
            <a:ext cx="715752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200" strike="noStrike" u="non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Модуль Д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22" name="" descr=""/>
          <p:cNvPicPr/>
          <p:nvPr/>
        </p:nvPicPr>
        <p:blipFill>
          <a:blip r:embed="rId1"/>
          <a:srcRect l="26010" t="34006" r="28533" b="23993"/>
          <a:stretch/>
        </p:blipFill>
        <p:spPr>
          <a:xfrm>
            <a:off x="360000" y="1080000"/>
            <a:ext cx="3599280" cy="35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3" name=""/>
          <p:cNvSpPr/>
          <p:nvPr/>
        </p:nvSpPr>
        <p:spPr>
          <a:xfrm>
            <a:off x="4500000" y="1620000"/>
            <a:ext cx="3959640" cy="21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Montserrat"/>
                <a:ea typeface="Arial"/>
              </a:rPr>
              <a:t>В заключающем модуле была реализована общая документация, охватывающая отчёты по работе во всех модулях, аргументация способов решения и описание основных частей кода. Кроме этого, была подготовлена презентация для демонстрации основных этапов разработки экспертам.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7" dur="1000"/>
                                        <p:tgtEl>
                                          <p:spTgt spid="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0" dur="700"/>
                                        <p:tgtEl>
                                          <p:spTgt spid="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4700;g130e7787a26_1_2976"/>
          <p:cNvSpPr/>
          <p:nvPr/>
        </p:nvSpPr>
        <p:spPr>
          <a:xfrm>
            <a:off x="9365400" y="4574520"/>
            <a:ext cx="974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rIns="342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8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15 слайд из 46</a:t>
            </a:r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5" name="Google Shape;4701;g130e7787a26_1_2976"/>
          <p:cNvSpPr/>
          <p:nvPr/>
        </p:nvSpPr>
        <p:spPr>
          <a:xfrm rot="16200000">
            <a:off x="81000" y="412920"/>
            <a:ext cx="115560" cy="278640"/>
          </a:xfrm>
          <a:prstGeom prst="rect">
            <a:avLst/>
          </a:prstGeom>
          <a:solidFill>
            <a:srgbClr val="00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26" name="Прямоугольник 6"/>
          <p:cNvSpPr/>
          <p:nvPr/>
        </p:nvSpPr>
        <p:spPr>
          <a:xfrm>
            <a:off x="187920" y="4637880"/>
            <a:ext cx="1728000" cy="40896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527" name=""/>
          <p:cNvSpPr/>
          <p:nvPr/>
        </p:nvSpPr>
        <p:spPr>
          <a:xfrm>
            <a:off x="2700000" y="2160000"/>
            <a:ext cx="390564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" sz="2400" strike="noStrike" u="none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СПАСИБО ЗА ВНИМАНИЕ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1" dur="indefinite" restart="never" nodeType="tmRoot">
          <p:childTnLst>
            <p:seq>
              <p:cTn id="152" dur="indefinite" nodeType="mainSeq"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1000"/>
                                        <p:tgtEl>
                                          <p:spTgt spid="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13DD746B25E70E4399B610B053AED1A2" ma:contentTypeVersion="13" ma:contentTypeDescription="Создание документа." ma:contentTypeScope="" ma:versionID="df9033f58a25ec25cc7e367620105225">
  <xsd:schema xmlns:xsd="http://www.w3.org/2001/XMLSchema" xmlns:xs="http://www.w3.org/2001/XMLSchema" xmlns:p="http://schemas.microsoft.com/office/2006/metadata/properties" xmlns:ns2="cf02ac41-be05-41af-99ab-4796d0317c6e" xmlns:ns3="5ddff423-1f4d-416a-ad06-031e2d985754" targetNamespace="http://schemas.microsoft.com/office/2006/metadata/properties" ma:root="true" ma:fieldsID="e135b3ecbfa782d5a4b835f10915c344" ns2:_="" ns3:_="">
    <xsd:import namespace="cf02ac41-be05-41af-99ab-4796d0317c6e"/>
    <xsd:import namespace="5ddff423-1f4d-416a-ad06-031e2d9857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2ac41-be05-41af-99ab-4796d0317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a3834ee8-c130-4e28-8d85-ec2936af3d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dff423-1f4d-416a-ad06-031e2d98575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da1c0576-ad57-4f7a-a7a1-a53e68578d8e}" ma:internalName="TaxCatchAll" ma:showField="CatchAllData" ma:web="5ddff423-1f4d-416a-ad06-031e2d9857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02ac41-be05-41af-99ab-4796d0317c6e">
      <Terms xmlns="http://schemas.microsoft.com/office/infopath/2007/PartnerControls"/>
    </lcf76f155ced4ddcb4097134ff3c332f>
    <TaxCatchAll xmlns="5ddff423-1f4d-416a-ad06-031e2d985754" xsi:nil="true"/>
  </documentManagement>
</p:properties>
</file>

<file path=customXml/itemProps1.xml><?xml version="1.0" encoding="utf-8"?>
<ds:datastoreItem xmlns:ds="http://schemas.openxmlformats.org/officeDocument/2006/customXml" ds:itemID="{25046940-C9A5-4ACD-BAEC-590A636518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D8EC72-E327-440D-A83E-024D972A4E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02ac41-be05-41af-99ab-4796d0317c6e"/>
    <ds:schemaRef ds:uri="5ddff423-1f4d-416a-ad06-031e2d9857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111FD9-BD95-4740-BF76-A4F8003FD8FC}">
  <ds:schemaRefs>
    <ds:schemaRef ds:uri="http://purl.org/dc/elements/1.1/"/>
    <ds:schemaRef ds:uri="http://schemas.microsoft.com/office/2006/metadata/properties"/>
    <ds:schemaRef ds:uri="cf02ac41-be05-41af-99ab-4796d0317c6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5ddff423-1f4d-416a-ad06-031e2d98575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Application>LibreOffice/25.2.2.2$MacOSX_AARCH64 LibreOffice_project/7370d4be9e3cf6031a51beef54ff3bda878e3fac</Application>
  <AppVersion>15.0000</AppVersion>
  <Words>131</Words>
  <Paragraphs>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Ефим Ланцман</dc:creator>
  <dc:description/>
  <dc:language>ru-RU</dc:language>
  <cp:lastModifiedBy/>
  <dcterms:modified xsi:type="dcterms:W3CDTF">2025-04-18T06:27:09Z</dcterms:modified>
  <cp:revision>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0x01010013DD746B25E70E4399B610B053AED1A2</vt:lpwstr>
  </property>
  <property fmtid="{D5CDD505-2E9C-101B-9397-08002B2CF9AE}" pid="3" name="Notes">
    <vt:i4>20</vt:i4>
  </property>
  <property fmtid="{D5CDD505-2E9C-101B-9397-08002B2CF9AE}" pid="4" name="PresentationFormat">
    <vt:lpwstr>Экран (16:9)</vt:lpwstr>
  </property>
  <property fmtid="{D5CDD505-2E9C-101B-9397-08002B2CF9AE}" pid="5" name="Slides">
    <vt:i4>20</vt:i4>
  </property>
</Properties>
</file>