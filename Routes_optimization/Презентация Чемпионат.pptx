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itemProps2.xml" ContentType="application/vnd.openxmlformats-officedocument.customXmlProperties+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3.xml" ContentType="application/xml"/>
  <Override PartName="/customXml/itemProps3.xml" ContentType="application/vnd.openxmlformats-officedocument.customXml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00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Masters/_rels/slideMaster265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65.xml" ContentType="application/vnd.openxmlformats-officedocument.presentationml.slideMaster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_rels/presentation.xml.rels" ContentType="application/vnd.openxmlformats-package.relationships+xml"/>
  <Override PartName="/ppt/slideLayouts/_rels/slideLayout462.xml.rels" ContentType="application/vnd.openxmlformats-package.relationships+xml"/>
  <Override PartName="/ppt/slideLayouts/_rels/slideLayout461.xml.rels" ContentType="application/vnd.openxmlformats-package.relationships+xml"/>
  <Override PartName="/ppt/slideLayouts/_rels/slideLayout428.xml.rels" ContentType="application/vnd.openxmlformats-package.relationships+xml"/>
  <Override PartName="/ppt/slideLayouts/_rels/slideLayout371.xml.rels" ContentType="application/vnd.openxmlformats-package.relationships+xml"/>
  <Override PartName="/ppt/slideLayouts/_rels/slideLayout481.xml.rels" ContentType="application/vnd.openxmlformats-package.relationships+xml"/>
  <Override PartName="/ppt/slideLayouts/_rels/slideLayout406.xml.rels" ContentType="application/vnd.openxmlformats-package.relationships+xml"/>
  <Override PartName="/ppt/slideLayouts/_rels/slideLayout448.xml.rels" ContentType="application/vnd.openxmlformats-package.relationships+xml"/>
  <Override PartName="/ppt/slideLayouts/_rels/slideLayout405.xml.rels" ContentType="application/vnd.openxmlformats-package.relationships+xml"/>
  <Override PartName="/ppt/slideLayouts/_rels/slideLayout447.xml.rels" ContentType="application/vnd.openxmlformats-package.relationships+xml"/>
  <Override PartName="/ppt/slideLayouts/_rels/slideLayout390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472.xml.rels" ContentType="application/vnd.openxmlformats-package.relationships+xml"/>
  <Override PartName="/ppt/slideLayouts/_rels/slideLayout457.xml.rels" ContentType="application/vnd.openxmlformats-package.relationships+xml"/>
  <Override PartName="/ppt/slideLayouts/_rels/slideLayout243.xml.rels" ContentType="application/vnd.openxmlformats-package.relationships+xml"/>
  <Override PartName="/ppt/slideLayouts/_rels/slideLayout490.xml.rels" ContentType="application/vnd.openxmlformats-package.relationships+xml"/>
  <Override PartName="/ppt/slideLayouts/_rels/slideLayout342.xml.rels" ContentType="application/vnd.openxmlformats-package.relationships+xml"/>
  <Override PartName="/ppt/slideLayouts/_rels/slideLayout471.xml.rels" ContentType="application/vnd.openxmlformats-package.relationships+xml"/>
  <Override PartName="/ppt/slideLayouts/_rels/slideLayout480.xml.rels" ContentType="application/vnd.openxmlformats-package.relationships+xml"/>
  <Override PartName="/ppt/slideLayouts/_rels/slideLayout438.xml.rels" ContentType="application/vnd.openxmlformats-package.relationships+xml"/>
  <Override PartName="/ppt/slideLayouts/_rels/slideLayout381.xml.rels" ContentType="application/vnd.openxmlformats-package.relationships+xml"/>
  <Override PartName="/ppt/slideLayouts/_rels/slideLayout456.xml.rels" ContentType="application/vnd.openxmlformats-package.relationships+xml"/>
  <Override PartName="/ppt/slideLayouts/_rels/slideLayout242.xml.rels" ContentType="application/vnd.openxmlformats-package.relationships+xml"/>
  <Override PartName="/ppt/slideLayouts/_rels/slideLayout470.xml.rels" ContentType="application/vnd.openxmlformats-package.relationships+xml"/>
  <Override PartName="/ppt/slideLayouts/_rels/slideLayout437.xml.rels" ContentType="application/vnd.openxmlformats-package.relationships+xml"/>
  <Override PartName="/ppt/slideLayouts/_rels/slideLayout380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455.xml.rels" ContentType="application/vnd.openxmlformats-package.relationships+xml"/>
  <Override PartName="/ppt/slideLayouts/_rels/slideLayout241.xml.rels" ContentType="application/vnd.openxmlformats-package.relationships+xml"/>
  <Override PartName="/ppt/slideLayouts/_rels/slideLayout460.xml.rels" ContentType="application/vnd.openxmlformats-package.relationships+xml"/>
  <Override PartName="/ppt/slideLayouts/_rels/slideLayout427.xml.rels" ContentType="application/vnd.openxmlformats-package.relationships+xml"/>
  <Override PartName="/ppt/slideLayouts/_rels/slideLayout370.xml.rels" ContentType="application/vnd.openxmlformats-package.relationships+xml"/>
  <Override PartName="/ppt/slideLayouts/_rels/slideLayout492.xml.rels" ContentType="application/vnd.openxmlformats-package.relationships+xml"/>
  <Override PartName="/ppt/slideLayouts/_rels/slideLayout417.xml.rels" ContentType="application/vnd.openxmlformats-package.relationships+xml"/>
  <Override PartName="/ppt/slideLayouts/_rels/slideLayout458.xml.rels" ContentType="application/vnd.openxmlformats-package.relationships+xml"/>
  <Override PartName="/ppt/slideLayouts/_rels/slideLayout491.xml.rels" ContentType="application/vnd.openxmlformats-package.relationships+xml"/>
  <Override PartName="/ppt/slideLayouts/_rels/slideLayout343.xml.rels" ContentType="application/vnd.openxmlformats-package.relationships+xml"/>
  <Override PartName="/ppt/slideLayouts/_rels/slideLayout454.xml.rels" ContentType="application/vnd.openxmlformats-package.relationships+xml"/>
  <Override PartName="/ppt/slideLayouts/_rels/slideLayout240.xml.rels" ContentType="application/vnd.openxmlformats-package.relationships+xml"/>
  <Override PartName="/ppt/slideLayouts/_rels/slideLayout453.xml.rels" ContentType="application/vnd.openxmlformats-package.relationships+xml"/>
  <Override PartName="/ppt/slideLayouts/_rels/slideLayout452.xml.rels" ContentType="application/vnd.openxmlformats-package.relationships+xml"/>
  <Override PartName="/ppt/slideLayouts/_rels/slideLayout451.xml.rels" ContentType="application/vnd.openxmlformats-package.relationships+xml"/>
  <Override PartName="/ppt/slideLayouts/_rels/slideLayout450.xml.rels" ContentType="application/vnd.openxmlformats-package.relationships+xml"/>
  <Override PartName="/ppt/slideLayouts/_rels/slideLayout482.xml.rels" ContentType="application/vnd.openxmlformats-package.relationships+xml"/>
  <Override PartName="/ppt/slideLayouts/_rels/slideLayout407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443.xml.rels" ContentType="application/vnd.openxmlformats-package.relationships+xml"/>
  <Override PartName="/ppt/slideLayouts/_rels/slideLayout442.xml.rels" ContentType="application/vnd.openxmlformats-package.relationships+xml"/>
  <Override PartName="/ppt/slideLayouts/_rels/slideLayout441.xml.rels" ContentType="application/vnd.openxmlformats-package.relationships+xml"/>
  <Override PartName="/ppt/slideLayouts/_rels/slideLayout236.xml.rels" ContentType="application/vnd.openxmlformats-package.relationships+xml"/>
  <Override PartName="/ppt/slideLayouts/_rels/slideLayout399.xml.rels" ContentType="application/vnd.openxmlformats-package.relationships+xml"/>
  <Override PartName="/ppt/slideLayouts/_rels/slideLayout440.xml.rels" ContentType="application/vnd.openxmlformats-package.relationships+xml"/>
  <Override PartName="/ppt/slideLayouts/_rels/slideLayout392.xml.rels" ContentType="application/vnd.openxmlformats-package.relationships+xml"/>
  <Override PartName="/ppt/slideLayouts/_rels/slideLayout449.xml.rels" ContentType="application/vnd.openxmlformats-package.relationships+xml"/>
  <Override PartName="/ppt/slideLayouts/_rels/slideLayout235.xml.rels" ContentType="application/vnd.openxmlformats-package.relationships+xml"/>
  <Override PartName="/ppt/slideLayouts/_rels/slideLayout398.xml.rels" ContentType="application/vnd.openxmlformats-package.relationships+xml"/>
  <Override PartName="/ppt/slideLayouts/_rels/slideLayout433.xml.rels" ContentType="application/vnd.openxmlformats-package.relationships+xml"/>
  <Override PartName="/ppt/slideLayouts/_rels/slideLayout432.xml.rels" ContentType="application/vnd.openxmlformats-package.relationships+xml"/>
  <Override PartName="/ppt/slideLayouts/_rels/slideLayout431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389.xml.rels" ContentType="application/vnd.openxmlformats-package.relationships+xml"/>
  <Override PartName="/ppt/slideLayouts/_rels/slideLayout430.xml.rels" ContentType="application/vnd.openxmlformats-package.relationships+xml"/>
  <Override PartName="/ppt/slideLayouts/_rels/slideLayout382.xml.rels" ContentType="application/vnd.openxmlformats-package.relationships+xml"/>
  <Override PartName="/ppt/slideLayouts/_rels/slideLayout439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388.xml.rels" ContentType="application/vnd.openxmlformats-package.relationships+xml"/>
  <Override PartName="/ppt/slideLayouts/_rels/slideLayout400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423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422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421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379.xml.rels" ContentType="application/vnd.openxmlformats-package.relationships+xml"/>
  <Override PartName="/ppt/slideLayouts/_rels/slideLayout420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372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378.xml.rels" ContentType="application/vnd.openxmlformats-package.relationships+xml"/>
  <Override PartName="/ppt/slideLayouts/_rels/slideLayout429.xml.rels" ContentType="application/vnd.openxmlformats-package.relationships+xml"/>
  <Override PartName="/ppt/slideLayouts/_rels/slideLayout418.xml.rels" ContentType="application/vnd.openxmlformats-package.relationships+xml"/>
  <Override PartName="/ppt/slideLayouts/_rels/slideLayout413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412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411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369.xml.rels" ContentType="application/vnd.openxmlformats-package.relationships+xml"/>
  <Override PartName="/ppt/slideLayouts/_rels/slideLayout410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362.xml.rels" ContentType="application/vnd.openxmlformats-package.relationships+xml"/>
  <Override PartName="/ppt/slideLayouts/_rels/slideLayout419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368.xml.rels" ContentType="application/vnd.openxmlformats-package.relationships+xml"/>
  <Override PartName="/ppt/slideLayouts/_rels/slideLayout409.xml.rels" ContentType="application/vnd.openxmlformats-package.relationships+xml"/>
  <Override PartName="/ppt/slideLayouts/_rels/slideLayout352.xml.rels" ContentType="application/vnd.openxmlformats-package.relationships+xml"/>
  <Override PartName="/ppt/slideLayouts/_rels/slideLayout327.xml.rels" ContentType="application/vnd.openxmlformats-package.relationships+xml"/>
  <Override PartName="/ppt/slideLayouts/_rels/slideLayout270.xml.rels" ContentType="application/vnd.openxmlformats-package.relationships+xml"/>
  <Override PartName="/ppt/slideLayouts/_rels/slideLayout408.xml.rels" ContentType="application/vnd.openxmlformats-package.relationships+xml"/>
  <Override PartName="/ppt/slideLayouts/_rels/slideLayout404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494.xml.rels" ContentType="application/vnd.openxmlformats-package.relationships+xml"/>
  <Override PartName="/ppt/slideLayouts/_rels/slideLayout331.xml.rels" ContentType="application/vnd.openxmlformats-package.relationships+xml"/>
  <Override PartName="/ppt/slideLayouts/_rels/slideLayout403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493.xml.rels" ContentType="application/vnd.openxmlformats-package.relationships+xml"/>
  <Override PartName="/ppt/slideLayouts/_rels/slideLayout330.xml.rels" ContentType="application/vnd.openxmlformats-package.relationships+xml"/>
  <Override PartName="/ppt/slideLayouts/_rels/slideLayout402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401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353.xml.rels" ContentType="application/vnd.openxmlformats-package.relationships+xml"/>
  <Override PartName="/ppt/slideLayouts/_rels/slideLayout484.xml.rels" ContentType="application/vnd.openxmlformats-package.relationships+xml"/>
  <Override PartName="/ppt/slideLayouts/_rels/slideLayout321.xml.rels" ContentType="application/vnd.openxmlformats-package.relationships+xml"/>
  <Override PartName="/ppt/slideLayouts/_rels/slideLayout483.xml.rels" ContentType="application/vnd.openxmlformats-package.relationships+xml"/>
  <Override PartName="/ppt/slideLayouts/_rels/slideLayout320.xml.rels" ContentType="application/vnd.openxmlformats-package.relationships+xml"/>
  <Override PartName="/ppt/slideLayouts/_rels/slideLayout474.xml.rels" ContentType="application/vnd.openxmlformats-package.relationships+xml"/>
  <Override PartName="/ppt/slideLayouts/_rels/slideLayout311.xml.rels" ContentType="application/vnd.openxmlformats-package.relationships+xml"/>
  <Override PartName="/ppt/slideLayouts/_rels/slideLayout473.xml.rels" ContentType="application/vnd.openxmlformats-package.relationships+xml"/>
  <Override PartName="/ppt/slideLayouts/_rels/slideLayout310.xml.rels" ContentType="application/vnd.openxmlformats-package.relationships+xml"/>
  <Override PartName="/ppt/slideLayouts/_rels/slideLayout464.xml.rels" ContentType="application/vnd.openxmlformats-package.relationships+xml"/>
  <Override PartName="/ppt/slideLayouts/_rels/slideLayout301.xml.rels" ContentType="application/vnd.openxmlformats-package.relationships+xml"/>
  <Override PartName="/ppt/slideLayouts/_rels/slideLayout307.xml.rels" ContentType="application/vnd.openxmlformats-package.relationships+xml"/>
  <Override PartName="/ppt/slideLayouts/_rels/slideLayout250.xml.rels" ContentType="application/vnd.openxmlformats-package.relationships+xml"/>
  <Override PartName="/ppt/slideLayouts/_rels/slideLayout463.xml.rels" ContentType="application/vnd.openxmlformats-package.relationships+xml"/>
  <Override PartName="/ppt/slideLayouts/_rels/slideLayout300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299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298.xml.rels" ContentType="application/vnd.openxmlformats-package.relationships+xml"/>
  <Override PartName="/ppt/slideLayouts/_rels/slideLayout349.xml.rels" ContentType="application/vnd.openxmlformats-package.relationships+xml"/>
  <Override PartName="/ppt/slideLayouts/_rels/slideLayout292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297.xml.rels" ContentType="application/vnd.openxmlformats-package.relationships+xml"/>
  <Override PartName="/ppt/slideLayouts/_rels/slideLayout348.xml.rels" ContentType="application/vnd.openxmlformats-package.relationships+xml"/>
  <Override PartName="/ppt/slideLayouts/_rels/slideLayout291.xml.rels" ContentType="application/vnd.openxmlformats-package.relationships+xml"/>
  <Override PartName="/ppt/slideLayouts/_rels/slideLayout497.xml.rels" ContentType="application/vnd.openxmlformats-package.relationships+xml"/>
  <Override PartName="/ppt/slideLayouts/_rels/slideLayout334.xml.rels" ContentType="application/vnd.openxmlformats-package.relationships+xml"/>
  <Override PartName="/ppt/slideLayouts/_rels/slideLayout283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289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496.xml.rels" ContentType="application/vnd.openxmlformats-package.relationships+xml"/>
  <Override PartName="/ppt/slideLayouts/_rels/slideLayout333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288.xml.rels" ContentType="application/vnd.openxmlformats-package.relationships+xml"/>
  <Override PartName="/ppt/slideLayouts/_rels/slideLayout495.xml.rels" ContentType="application/vnd.openxmlformats-package.relationships+xml"/>
  <Override PartName="/ppt/slideLayouts/_rels/slideLayout332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287.xml.rels" ContentType="application/vnd.openxmlformats-package.relationships+xml"/>
  <Override PartName="/ppt/slideLayouts/_rels/slideLayout273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487.xml.rels" ContentType="application/vnd.openxmlformats-package.relationships+xml"/>
  <Override PartName="/ppt/slideLayouts/_rels/slideLayout324.xml.rels" ContentType="application/vnd.openxmlformats-package.relationships+xml"/>
  <Override PartName="/ppt/slideLayouts/_rels/slideLayout279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486.xml.rels" ContentType="application/vnd.openxmlformats-package.relationships+xml"/>
  <Override PartName="/ppt/slideLayouts/_rels/slideLayout323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278.xml.rels" ContentType="application/vnd.openxmlformats-package.relationships+xml"/>
  <Override PartName="/ppt/slideLayouts/_rels/slideLayout329.xml.rels" ContentType="application/vnd.openxmlformats-package.relationships+xml"/>
  <Override PartName="/ppt/slideLayouts/_rels/slideLayout272.xml.rels" ContentType="application/vnd.openxmlformats-package.relationships+xml"/>
  <Override PartName="/ppt/slideLayouts/_rels/slideLayout485.xml.rels" ContentType="application/vnd.openxmlformats-package.relationships+xml"/>
  <Override PartName="/ppt/slideLayouts/_rels/slideLayout322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277.xml.rels" ContentType="application/vnd.openxmlformats-package.relationships+xml"/>
  <Override PartName="/ppt/slideLayouts/_rels/slideLayout328.xml.rels" ContentType="application/vnd.openxmlformats-package.relationships+xml"/>
  <Override PartName="/ppt/slideLayouts/_rels/slideLayout271.xml.rels" ContentType="application/vnd.openxmlformats-package.relationships+xml"/>
  <Override PartName="/ppt/slideLayouts/_rels/slideLayout263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477.xml.rels" ContentType="application/vnd.openxmlformats-package.relationships+xml"/>
  <Override PartName="/ppt/slideLayouts/_rels/slideLayout314.xml.rels" ContentType="application/vnd.openxmlformats-package.relationships+xml"/>
  <Override PartName="/ppt/slideLayouts/_rels/slideLayout269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268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267.xml.rels" ContentType="application/vnd.openxmlformats-package.relationships+xml"/>
  <Override PartName="/ppt/slideLayouts/_rels/slideLayout259.xml.rels" ContentType="application/vnd.openxmlformats-package.relationships+xml"/>
  <Override PartName="/ppt/slideLayouts/_rels/slideLayout258.xml.rels" ContentType="application/vnd.openxmlformats-package.relationships+xml"/>
  <Override PartName="/ppt/slideLayouts/_rels/slideLayout257.xml.rels" ContentType="application/vnd.openxmlformats-package.relationships+xml"/>
  <Override PartName="/ppt/slideLayouts/_rels/slideLayout256.xml.rels" ContentType="application/vnd.openxmlformats-package.relationships+xml"/>
  <Override PartName="/ppt/slideLayouts/_rels/slideLayout255.xml.rels" ContentType="application/vnd.openxmlformats-package.relationships+xml"/>
  <Override PartName="/ppt/slideLayouts/_rels/slideLayout469.xml.rels" ContentType="application/vnd.openxmlformats-package.relationships+xml"/>
  <Override PartName="/ppt/slideLayouts/_rels/slideLayout306.xml.rels" ContentType="application/vnd.openxmlformats-package.relationships+xml"/>
  <Override PartName="/ppt/slideLayouts/_rels/slideLayout246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245.xml.rels" ContentType="application/vnd.openxmlformats-package.relationships+xml"/>
  <Override PartName="/ppt/slideLayouts/_rels/slideLayout459.xml.rels" ContentType="application/vnd.openxmlformats-package.relationships+xml"/>
  <Override PartName="/ppt/slideLayouts/_rels/slideLayout393.xml.rels" ContentType="application/vnd.openxmlformats-package.relationships+xml"/>
  <Override PartName="/ppt/slideLayouts/_rels/slideLayout230.xml.rels" ContentType="application/vnd.openxmlformats-package.relationships+xml"/>
  <Override PartName="/ppt/slideLayouts/_rels/slideLayout444.xml.rels" ContentType="application/vnd.openxmlformats-package.relationships+xml"/>
  <Override PartName="/ppt/slideLayouts/_rels/slideLayout383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434.xml.rels" ContentType="application/vnd.openxmlformats-package.relationships+xml"/>
  <Override PartName="/ppt/slideLayouts/_rels/slideLayout373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424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363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414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48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247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238.xml.rels" ContentType="application/vnd.openxmlformats-package.relationships+xml"/>
  <Override PartName="/ppt/slideLayouts/_rels/slideLayout232.xml.rels" ContentType="application/vnd.openxmlformats-package.relationships+xml"/>
  <Override PartName="/ppt/slideLayouts/_rels/slideLayout395.xml.rels" ContentType="application/vnd.openxmlformats-package.relationships+xml"/>
  <Override PartName="/ppt/slideLayouts/_rels/slideLayout446.xml.rels" ContentType="application/vnd.openxmlformats-package.relationships+xml"/>
  <Override PartName="/ppt/slideLayouts/_rels/slideLayout445.xml.rels" ContentType="application/vnd.openxmlformats-package.relationships+xml"/>
  <Override PartName="/ppt/slideLayouts/_rels/slideLayout394.xml.rels" ContentType="application/vnd.openxmlformats-package.relationships+xml"/>
  <Override PartName="/ppt/slideLayouts/_rels/slideLayout231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237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385.xml.rels" ContentType="application/vnd.openxmlformats-package.relationships+xml"/>
  <Override PartName="/ppt/slideLayouts/_rels/slideLayout436.xml.rels" ContentType="application/vnd.openxmlformats-package.relationships+xml"/>
  <Override PartName="/ppt/slideLayouts/_rels/slideLayout435.xml.rels" ContentType="application/vnd.openxmlformats-package.relationships+xml"/>
  <Override PartName="/ppt/slideLayouts/_rels/slideLayout384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375.xml.rels" ContentType="application/vnd.openxmlformats-package.relationships+xml"/>
  <Override PartName="/ppt/slideLayouts/_rels/slideLayout426.xml.rels" ContentType="application/vnd.openxmlformats-package.relationships+xml"/>
  <Override PartName="/ppt/slideLayouts/_rels/slideLayout425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374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365.xml.rels" ContentType="application/vnd.openxmlformats-package.relationships+xml"/>
  <Override PartName="/ppt/slideLayouts/_rels/slideLayout416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364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359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358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357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356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355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354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347.xml.rels" ContentType="application/vnd.openxmlformats-package.relationships+xml"/>
  <Override PartName="/ppt/slideLayouts/_rels/slideLayout290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296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346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295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345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294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293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276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275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89.xml.rels" ContentType="application/vnd.openxmlformats-package.relationships+xml"/>
  <Override PartName="/ppt/slideLayouts/_rels/slideLayout326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274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488.xml.rels" ContentType="application/vnd.openxmlformats-package.relationships+xml"/>
  <Override PartName="/ppt/slideLayouts/_rels/slideLayout325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265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479.xml.rels" ContentType="application/vnd.openxmlformats-package.relationships+xml"/>
  <Override PartName="/ppt/slideLayouts/_rels/slideLayout316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264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478.xml.rels" ContentType="application/vnd.openxmlformats-package.relationships+xml"/>
  <Override PartName="/ppt/slideLayouts/_rels/slideLayout315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53.xml.rels" ContentType="application/vnd.openxmlformats-package.relationships+xml"/>
  <Override PartName="/ppt/slideLayouts/_rels/slideLayout467.xml.rels" ContentType="application/vnd.openxmlformats-package.relationships+xml"/>
  <Override PartName="/ppt/slideLayouts/_rels/slideLayout304.xml.rels" ContentType="application/vnd.openxmlformats-package.relationships+xml"/>
  <Override PartName="/ppt/slideLayouts/_rels/slideLayout309.xml.rels" ContentType="application/vnd.openxmlformats-package.relationships+xml"/>
  <Override PartName="/ppt/slideLayouts/_rels/slideLayout252.xml.rels" ContentType="application/vnd.openxmlformats-package.relationships+xml"/>
  <Override PartName="/ppt/slideLayouts/_rels/slideLayout466.xml.rels" ContentType="application/vnd.openxmlformats-package.relationships+xml"/>
  <Override PartName="/ppt/slideLayouts/_rels/slideLayout303.xml.rels" ContentType="application/vnd.openxmlformats-package.relationships+xml"/>
  <Override PartName="/ppt/slideLayouts/_rels/slideLayout251.xml.rels" ContentType="application/vnd.openxmlformats-package.relationships+xml"/>
  <Override PartName="/ppt/slideLayouts/_rels/slideLayout302.xml.rels" ContentType="application/vnd.openxmlformats-package.relationships+xml"/>
  <Override PartName="/ppt/slideLayouts/_rels/slideLayout465.xml.rels" ContentType="application/vnd.openxmlformats-package.relationships+xml"/>
  <Override PartName="/ppt/slideLayouts/_rels/slideLayout308.xml.rels" ContentType="application/vnd.openxmlformats-package.relationships+xml"/>
  <Override PartName="/ppt/slideLayouts/_rels/slideLayout317.xml.rels" ContentType="application/vnd.openxmlformats-package.relationships+xml"/>
  <Override PartName="/ppt/slideLayouts/_rels/slideLayout260.xml.rels" ContentType="application/vnd.openxmlformats-package.relationships+xml"/>
  <Override PartName="/ppt/slideLayouts/_rels/slideLayout266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254.xml.rels" ContentType="application/vnd.openxmlformats-package.relationships+xml"/>
  <Override PartName="/ppt/slideLayouts/_rels/slideLayout468.xml.rels" ContentType="application/vnd.openxmlformats-package.relationships+xml"/>
  <Override PartName="/ppt/slideLayouts/_rels/slideLayout305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239.xml.rels" ContentType="application/vnd.openxmlformats-package.relationships+xml"/>
  <Override PartName="/ppt/slideLayouts/_rels/slideLayout396.xml.rels" ContentType="application/vnd.openxmlformats-package.relationships+xml"/>
  <Override PartName="/ppt/slideLayouts/_rels/slideLayout23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38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29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386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2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37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19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376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234.xml.rels" ContentType="application/vnd.openxmlformats-package.relationships+xml"/>
  <Override PartName="/ppt/slideLayouts/_rels/slideLayout397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391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415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80.xml.rels" ContentType="application/vnd.openxmlformats-package.relationships+xml"/>
  <Override PartName="/ppt/slideLayouts/_rels/slideLayout337.xml.rels" ContentType="application/vnd.openxmlformats-package.relationships+xml"/>
  <Override PartName="/ppt/slideLayouts/_rels/slideLayout286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99.xml.rels" ContentType="application/vnd.openxmlformats-package.relationships+xml"/>
  <Override PartName="/ppt/slideLayouts/_rels/slideLayout336.xml.rels" ContentType="application/vnd.openxmlformats-package.relationships+xml"/>
  <Override PartName="/ppt/slideLayouts/_rels/slideLayout285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350.xml.rels" ContentType="application/vnd.openxmlformats-package.relationships+xml"/>
  <Override PartName="/ppt/slideLayouts/_rels/slideLayout498.xml.rels" ContentType="application/vnd.openxmlformats-package.relationships+xml"/>
  <Override PartName="/ppt/slideLayouts/_rels/slideLayout335.xml.rels" ContentType="application/vnd.openxmlformats-package.relationships+xml"/>
  <Override PartName="/ppt/slideLayouts/_rels/slideLayout284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39.xml.rels" ContentType="application/vnd.openxmlformats-package.relationships+xml"/>
  <Override PartName="/ppt/slideLayouts/_rels/slideLayout282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244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41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36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40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36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34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81.xml.rels" ContentType="application/vnd.openxmlformats-package.relationships+xml"/>
  <Override PartName="/ppt/slideLayouts/_rels/slideLayout33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6.xml.rels" ContentType="application/vnd.openxmlformats-package.relationships+xml"/>
  <Override PartName="/ppt/slideLayouts/_rels/slideLayout3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75.xml.rels" ContentType="application/vnd.openxmlformats-package.relationships+xml"/>
  <Override PartName="/ppt/slideLayouts/_rels/slideLayout31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61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60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319.xml.rels" ContentType="application/vnd.openxmlformats-package.relationships+xml"/>
  <Override PartName="/ppt/slideLayouts/_rels/slideLayout262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318.xml.rels" ContentType="application/vnd.openxmlformats-package.relationships+xml"/>
  <Override PartName="/ppt/slideLayouts/_rels/slideLayout261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51.xml.rels" ContentType="application/vnd.openxmlformats-package.relationships+xml"/>
  <Override PartName="/ppt/slideLayouts/_rels/slideLayout36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6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6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366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39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367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338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312.xml" ContentType="application/vnd.openxmlformats-officedocument.presentationml.slideLayout+xml"/>
  <Override PartName="/ppt/slideLayouts/slideLayout47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313.xml" ContentType="application/vnd.openxmlformats-officedocument.presentationml.slideLayout+xml"/>
  <Override PartName="/ppt/slideLayouts/slideLayout47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4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4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335.xml" ContentType="application/vnd.openxmlformats-officedocument.presentationml.slideLayout+xml"/>
  <Override PartName="/ppt/slideLayouts/slideLayout49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336.xml" ContentType="application/vnd.openxmlformats-officedocument.presentationml.slideLayout+xml"/>
  <Override PartName="/ppt/slideLayouts/slideLayout49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33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33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5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5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397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376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37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386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387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396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465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5.xml" ContentType="application/vnd.openxmlformats-officedocument.presentationml.slideLayout+xml"/>
  <Override PartName="/ppt/slideLayouts/slideLayout468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308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46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309.xml" ContentType="application/vnd.openxmlformats-officedocument.presentationml.slideLayout+xml"/>
  <Override PartName="/ppt/slideLayouts/slideLayout304.xml" ContentType="application/vnd.openxmlformats-officedocument.presentationml.slideLayout+xml"/>
  <Override PartName="/ppt/slideLayouts/slideLayout46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315.xml" ContentType="application/vnd.openxmlformats-officedocument.presentationml.slideLayout+xml"/>
  <Override PartName="/ppt/slideLayouts/slideLayout478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316.xml" ContentType="application/vnd.openxmlformats-officedocument.presentationml.slideLayout+xml"/>
  <Override PartName="/ppt/slideLayouts/slideLayout47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325.xml" ContentType="application/vnd.openxmlformats-officedocument.presentationml.slideLayout+xml"/>
  <Override PartName="/ppt/slideLayouts/slideLayout488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326.xml" ContentType="application/vnd.openxmlformats-officedocument.presentationml.slideLayout+xml"/>
  <Override PartName="/ppt/slideLayouts/slideLayout48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344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345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346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34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354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355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356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357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358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359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364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415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365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4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374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25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375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384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435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385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4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394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445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395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4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14.xml" ContentType="application/vnd.openxmlformats-officedocument.presentationml.slideLayout+xml"/>
  <Override PartName="/ppt/slideLayouts/slideLayout363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24.xml" ContentType="application/vnd.openxmlformats-officedocument.presentationml.slideLayout+xml"/>
  <Override PartName="/ppt/slideLayouts/slideLayout373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434.xml" ContentType="application/vnd.openxmlformats-officedocument.presentationml.slideLayout+xml"/>
  <Override PartName="/ppt/slideLayouts/slideLayout383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444.xml" ContentType="application/vnd.openxmlformats-officedocument.presentationml.slideLayout+xml"/>
  <Override PartName="/ppt/slideLayouts/slideLayout39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459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306.xml" ContentType="application/vnd.openxmlformats-officedocument.presentationml.slideLayout+xml"/>
  <Override PartName="/ppt/slideLayouts/slideLayout469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318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319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314.xml" ContentType="application/vnd.openxmlformats-officedocument.presentationml.slideLayout+xml"/>
  <Override PartName="/ppt/slideLayouts/slideLayout47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328.xml" ContentType="application/vnd.openxmlformats-officedocument.presentationml.slideLayout+xml"/>
  <Override PartName="/ppt/slideLayouts/slideLayout322.xml" ContentType="application/vnd.openxmlformats-officedocument.presentationml.slideLayout+xml"/>
  <Override PartName="/ppt/slideLayouts/slideLayout485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329.xml" ContentType="application/vnd.openxmlformats-officedocument.presentationml.slideLayout+xml"/>
  <Override PartName="/ppt/slideLayouts/slideLayout323.xml" ContentType="application/vnd.openxmlformats-officedocument.presentationml.slideLayout+xml"/>
  <Override PartName="/ppt/slideLayouts/slideLayout486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324.xml" ContentType="application/vnd.openxmlformats-officedocument.presentationml.slideLayout+xml"/>
  <Override PartName="/ppt/slideLayouts/slideLayout48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332.xml" ContentType="application/vnd.openxmlformats-officedocument.presentationml.slideLayout+xml"/>
  <Override PartName="/ppt/slideLayouts/slideLayout495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333.xml" ContentType="application/vnd.openxmlformats-officedocument.presentationml.slideLayout+xml"/>
  <Override PartName="/ppt/slideLayouts/slideLayout496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334.xml" ContentType="application/vnd.openxmlformats-officedocument.presentationml.slideLayout+xml"/>
  <Override PartName="/ppt/slideLayouts/slideLayout497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348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349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463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464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307.xml" ContentType="application/vnd.openxmlformats-officedocument.presentationml.slideLayout+xml"/>
  <Override PartName="/ppt/slideLayouts/slideLayout473.xml" ContentType="application/vnd.openxmlformats-officedocument.presentationml.slideLayout+xml"/>
  <Override PartName="/ppt/slideLayouts/slideLayout310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474.xml" ContentType="application/vnd.openxmlformats-officedocument.presentationml.slideLayout+xml"/>
  <Override PartName="/ppt/slideLayouts/slideLayout311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317.xml" ContentType="application/vnd.openxmlformats-officedocument.presentationml.slideLayout+xml"/>
  <Override PartName="/ppt/slideLayouts/slideLayout483.xml" ContentType="application/vnd.openxmlformats-officedocument.presentationml.slideLayout+xml"/>
  <Override PartName="/ppt/slideLayouts/slideLayout320.xml" ContentType="application/vnd.openxmlformats-officedocument.presentationml.slideLayout+xml"/>
  <Override PartName="/ppt/slideLayouts/slideLayout484.xml" ContentType="application/vnd.openxmlformats-officedocument.presentationml.slideLayout+xml"/>
  <Override PartName="/ppt/slideLayouts/slideLayout321.xml" ContentType="application/vnd.openxmlformats-officedocument.presentationml.slideLayout+xml"/>
  <Override PartName="/ppt/slideLayouts/slideLayout353.xml" ContentType="application/vnd.openxmlformats-officedocument.presentationml.slideLayout+xml"/>
  <Override PartName="/ppt/slideLayouts/slideLayout401.xml" ContentType="application/vnd.openxmlformats-officedocument.presentationml.slideLayout+xml"/>
  <Override PartName="/ppt/slideLayouts/slideLayout402.xml" ContentType="application/vnd.openxmlformats-officedocument.presentationml.slideLayout+xml"/>
  <Override PartName="/ppt/slideLayouts/slideLayout493.xml" ContentType="application/vnd.openxmlformats-officedocument.presentationml.slideLayout+xml"/>
  <Override PartName="/ppt/slideLayouts/slideLayout330.xml" ContentType="application/vnd.openxmlformats-officedocument.presentationml.slideLayout+xml"/>
  <Override PartName="/ppt/slideLayouts/slideLayout403.xml" ContentType="application/vnd.openxmlformats-officedocument.presentationml.slideLayout+xml"/>
  <Override PartName="/ppt/slideLayouts/slideLayout494.xml" ContentType="application/vnd.openxmlformats-officedocument.presentationml.slideLayout+xml"/>
  <Override PartName="/ppt/slideLayouts/slideLayout331.xml" ContentType="application/vnd.openxmlformats-officedocument.presentationml.slideLayout+xml"/>
  <Override PartName="/ppt/slideLayouts/slideLayout404.xml" ContentType="application/vnd.openxmlformats-officedocument.presentationml.slideLayout+xml"/>
  <Override PartName="/ppt/slideLayouts/slideLayout408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327.xml" ContentType="application/vnd.openxmlformats-officedocument.presentationml.slideLayout+xml"/>
  <Override PartName="/ppt/slideLayouts/slideLayout352.xml" ContentType="application/vnd.openxmlformats-officedocument.presentationml.slideLayout+xml"/>
  <Override PartName="/ppt/slideLayouts/slideLayout409.xml" ContentType="application/vnd.openxmlformats-officedocument.presentationml.slideLayout+xml"/>
  <Override PartName="/ppt/slideLayouts/slideLayout368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419.xml" ContentType="application/vnd.openxmlformats-officedocument.presentationml.slideLayout+xml"/>
  <Override PartName="/ppt/slideLayouts/slideLayout362.xml" ContentType="application/vnd.openxmlformats-officedocument.presentationml.slideLayout+xml"/>
  <Override PartName="/ppt/slideLayouts/slideLayout410.xml" ContentType="application/vnd.openxmlformats-officedocument.presentationml.slideLayout+xml"/>
  <Override PartName="/ppt/slideLayouts/slideLayout369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411.xml" ContentType="application/vnd.openxmlformats-officedocument.presentationml.slideLayout+xml"/>
  <Override PartName="/ppt/slideLayouts/slideLayout41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13.xml" ContentType="application/vnd.openxmlformats-officedocument.presentationml.slideLayout+xml"/>
  <Override PartName="/ppt/slideLayouts/slideLayout418.xml" ContentType="application/vnd.openxmlformats-officedocument.presentationml.slideLayout+xml"/>
  <Override PartName="/ppt/slideLayouts/slideLayout429.xml" ContentType="application/vnd.openxmlformats-officedocument.presentationml.slideLayout+xml"/>
  <Override PartName="/ppt/slideLayouts/slideLayout378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37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0.xml" ContentType="application/vnd.openxmlformats-officedocument.presentationml.slideLayout+xml"/>
  <Override PartName="/ppt/slideLayouts/slideLayout379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2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22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23.xml" ContentType="application/vnd.openxmlformats-officedocument.presentationml.slideLayout+xml"/>
  <Override PartName="/ppt/slideLayouts/slideLayout400.xml" ContentType="application/vnd.openxmlformats-officedocument.presentationml.slideLayout+xml"/>
  <Override PartName="/ppt/slideLayouts/slideLayout388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439.xml" ContentType="application/vnd.openxmlformats-officedocument.presentationml.slideLayout+xml"/>
  <Override PartName="/ppt/slideLayouts/slideLayout38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430.xml" ContentType="application/vnd.openxmlformats-officedocument.presentationml.slideLayout+xml"/>
  <Override PartName="/ppt/slideLayouts/slideLayout389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43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432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433.xml" ContentType="application/vnd.openxmlformats-officedocument.presentationml.slideLayout+xml"/>
  <Override PartName="/ppt/slideLayouts/slideLayout398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449.xml" ContentType="application/vnd.openxmlformats-officedocument.presentationml.slideLayout+xml"/>
  <Override PartName="/ppt/slideLayouts/slideLayout39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440.xml" ContentType="application/vnd.openxmlformats-officedocument.presentationml.slideLayout+xml"/>
  <Override PartName="/ppt/slideLayouts/slideLayout399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441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442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44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407.xml" ContentType="application/vnd.openxmlformats-officedocument.presentationml.slideLayout+xml"/>
  <Override PartName="/ppt/slideLayouts/slideLayout482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450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451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452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453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454.xml" ContentType="application/vnd.openxmlformats-officedocument.presentationml.slideLayout+xml"/>
  <Override PartName="/ppt/slideLayouts/slideLayout343.xml" ContentType="application/vnd.openxmlformats-officedocument.presentationml.slideLayout+xml"/>
  <Override PartName="/ppt/slideLayouts/slideLayout491.xml" ContentType="application/vnd.openxmlformats-officedocument.presentationml.slideLayout+xml"/>
  <Override PartName="/ppt/slideLayouts/slideLayout458.xml" ContentType="application/vnd.openxmlformats-officedocument.presentationml.slideLayout+xml"/>
  <Override PartName="/ppt/slideLayouts/slideLayout417.xml" ContentType="application/vnd.openxmlformats-officedocument.presentationml.slideLayout+xml"/>
  <Override PartName="/ppt/slideLayouts/slideLayout492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370.xml" ContentType="application/vnd.openxmlformats-officedocument.presentationml.slideLayout+xml"/>
  <Override PartName="/ppt/slideLayouts/slideLayout427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460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455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380.xml" ContentType="application/vnd.openxmlformats-officedocument.presentationml.slideLayout+xml"/>
  <Override PartName="/ppt/slideLayouts/slideLayout437.xml" ContentType="application/vnd.openxmlformats-officedocument.presentationml.slideLayout+xml"/>
  <Override PartName="/ppt/slideLayouts/slideLayout470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456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381.xml" ContentType="application/vnd.openxmlformats-officedocument.presentationml.slideLayout+xml"/>
  <Override PartName="/ppt/slideLayouts/slideLayout438.xml" ContentType="application/vnd.openxmlformats-officedocument.presentationml.slideLayout+xml"/>
  <Override PartName="/ppt/slideLayouts/slideLayout480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471.xml" ContentType="application/vnd.openxmlformats-officedocument.presentationml.slideLayout+xml"/>
  <Override PartName="/ppt/slideLayouts/slideLayout342.xml" ContentType="application/vnd.openxmlformats-officedocument.presentationml.slideLayout+xml"/>
  <Override PartName="/ppt/slideLayouts/slideLayout490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457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472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390.xml" ContentType="application/vnd.openxmlformats-officedocument.presentationml.slideLayout+xml"/>
  <Override PartName="/ppt/slideLayouts/slideLayout447.xml" ContentType="application/vnd.openxmlformats-officedocument.presentationml.slideLayout+xml"/>
  <Override PartName="/ppt/slideLayouts/slideLayout405.xml" ContentType="application/vnd.openxmlformats-officedocument.presentationml.slideLayout+xml"/>
  <Override PartName="/ppt/slideLayouts/slideLayout448.xml" ContentType="application/vnd.openxmlformats-officedocument.presentationml.slideLayout+xml"/>
  <Override PartName="/ppt/slideLayouts/slideLayout406.xml" ContentType="application/vnd.openxmlformats-officedocument.presentationml.slideLayout+xml"/>
  <Override PartName="/ppt/slideLayouts/slideLayout481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371.xml" ContentType="application/vnd.openxmlformats-officedocument.presentationml.slideLayout+xml"/>
  <Override PartName="/ppt/slideLayouts/slideLayout428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461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462.xml" ContentType="application/vnd.openxmlformats-officedocument.presentationml.slideLayout+xml"/>
  <Override PartName="/ppt/media/image1.png" ContentType="image/png"/>
  <Override PartName="/ppt/media/image33.png" ContentType="image/png"/>
  <Override PartName="/ppt/media/image4.jpeg" ContentType="image/jpeg"/>
  <Override PartName="/ppt/media/image38.png" ContentType="image/png"/>
  <Override PartName="/ppt/media/image2.jpeg" ContentType="image/jpeg"/>
  <Override PartName="/ppt/media/image19.jpeg" ContentType="image/jpeg"/>
  <Override PartName="/ppt/media/image3.jpeg" ContentType="image/jpeg"/>
  <Override PartName="/ppt/media/image5.jpeg" ContentType="image/jpeg"/>
  <Override PartName="/ppt/media/image6.jpeg" ContentType="image/jpeg"/>
  <Override PartName="/ppt/media/image10.jpeg" ContentType="image/jpeg"/>
  <Override PartName="/ppt/media/image7.jpeg" ContentType="image/jpeg"/>
  <Override PartName="/ppt/media/image20.jpeg" ContentType="image/jpeg"/>
  <Override PartName="/ppt/media/image11.jpeg" ContentType="image/jpeg"/>
  <Override PartName="/ppt/media/image8.jpeg" ContentType="image/jpeg"/>
  <Override PartName="/ppt/media/image25.png" ContentType="image/png"/>
  <Override PartName="/ppt/media/image21.jpeg" ContentType="image/jpeg"/>
  <Override PartName="/ppt/media/image9.jpeg" ContentType="image/jpeg"/>
  <Override PartName="/ppt/media/image35.png" ContentType="image/png"/>
  <Override PartName="/ppt/media/image22.jpeg" ContentType="image/jpeg"/>
  <Override PartName="/ppt/media/image12.jpeg" ContentType="image/jpeg"/>
  <Override PartName="/ppt/media/image34.png" ContentType="image/png"/>
  <Override PartName="/ppt/media/image17.jpeg" ContentType="image/jpeg"/>
  <Override PartName="/ppt/media/image31.png" ContentType="image/png"/>
  <Override PartName="/ppt/media/image18.jpeg" ContentType="image/jpeg"/>
  <Override PartName="/ppt/media/image41.png" ContentType="image/png"/>
  <Override PartName="/ppt/media/image23.png" ContentType="image/png"/>
  <Override PartName="/ppt/media/image40.png" ContentType="image/png"/>
  <Override PartName="/ppt/media/image24.jpeg" ContentType="image/jpeg"/>
  <Override PartName="/ppt/media/image16.jpeg" ContentType="image/jpeg"/>
  <Override PartName="/ppt/media/image13.jpeg" ContentType="image/jpeg"/>
  <Override PartName="/ppt/media/image44.png" ContentType="image/png"/>
  <Override PartName="/ppt/media/image29.png" ContentType="image/png"/>
  <Override PartName="/ppt/media/image15.jpeg" ContentType="image/jpeg"/>
  <Override PartName="/ppt/media/image30.png" ContentType="image/png"/>
  <Override PartName="/ppt/media/image43.png" ContentType="image/png"/>
  <Override PartName="/ppt/media/image37.png" ContentType="image/png"/>
  <Override PartName="/ppt/media/image27.jpeg" ContentType="image/jpeg"/>
  <Override PartName="/ppt/media/image32.png" ContentType="image/png"/>
  <Override PartName="/ppt/media/image28.jpeg" ContentType="image/jpeg"/>
  <Override PartName="/ppt/media/image42.png" ContentType="image/png"/>
  <Override PartName="/ppt/media/image36.png" ContentType="image/png"/>
  <Override PartName="/ppt/media/image26.jpeg" ContentType="image/jpeg"/>
  <Override PartName="/ppt/media/image14.jpeg" ContentType="image/jpeg"/>
  <Override PartName="/ppt/media/image39.png" ContentType="image/png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78" r:id="rId3"/>
    <p:sldMasterId id="214748391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0.xml"/><Relationship Id="rId4" Type="http://schemas.openxmlformats.org/officeDocument/2006/relationships/slideMaster" Target="slideMasters/slideMaster265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00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2" name="PlaceHolder 4"/>
          <p:cNvSpPr>
            <a:spLocks noGrp="1"/>
          </p:cNvSpPr>
          <p:nvPr>
            <p:ph type="dt" idx="49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3" name="PlaceHolder 5"/>
          <p:cNvSpPr>
            <a:spLocks noGrp="1"/>
          </p:cNvSpPr>
          <p:nvPr>
            <p:ph type="ftr" idx="49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4" name="PlaceHolder 6"/>
          <p:cNvSpPr>
            <a:spLocks noGrp="1"/>
          </p:cNvSpPr>
          <p:nvPr>
            <p:ph type="sldNum" idx="49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8045DC0-3A2E-4EE5-8834-DB3310B7F2A6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35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30" name="PlaceHolder 3"/>
          <p:cNvSpPr>
            <a:spLocks noGrp="1"/>
          </p:cNvSpPr>
          <p:nvPr>
            <p:ph type="sldNum" idx="50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CF023F19-0E11-4347-92C5-C01BFE84A88C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353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1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сменить дизайн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.jpe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3.jpe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4.jpe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jpe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7.jpe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8.jpe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9.jpe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0.jpe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1.jpe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2.jpe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3.jpe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4.jpe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5.jpe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6.jpe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7.jpe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8.jpe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9.jpe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0.jpe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1.jpe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2.jpe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3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4.jpe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5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6.jpe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7.jpe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.jpe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3.jpe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4.jpeg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jpeg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7.jpeg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8.jpeg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9.jpeg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0.jpeg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1.jpeg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2.jpeg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3.jpeg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4.jpeg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5.jpeg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6.jpeg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7.jpeg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8.jpeg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9.jpeg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0.jpeg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1.jpeg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3.png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4.jpeg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5.png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8.jpeg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2.jpeg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6.jpeg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7.jpeg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.jpeg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3.jpeg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4.jpeg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jpeg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7.jpeg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8.jpeg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9.jpeg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0.jpeg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1.jpeg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2.jpeg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3.jpeg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4.jpeg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5.jpeg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6.jpeg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7.jpeg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8.jpeg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9.jpeg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0.jpeg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1.jpeg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3.png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4.jpeg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5.png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6.jpeg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7.jpeg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.jpeg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3.jpeg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4.jpeg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jpeg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7.jpeg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8.jpeg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9.jpeg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0.jpeg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1.jpeg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2.jpeg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3.jpeg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4.jpeg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5.jpeg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6.jpeg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7.jpeg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8.jpeg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9.jpeg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0.jpeg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1.jpeg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3.png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4.jpeg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5.png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8.jpeg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6.jpeg"/>
</Relationships>
</file>

<file path=ppt/slideLayouts/_rels/slideLayout2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7.jpeg"/>
</Relationships>
</file>

<file path=ppt/slideLayouts/_rels/slideLayout2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.jpeg"/>
</Relationships>
</file>

<file path=ppt/slideLayouts/_rels/slideLayout2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3.jpeg"/>
</Relationships>
</file>

<file path=ppt/slideLayouts/_rels/slideLayout2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4.jpeg"/>
</Relationships>
</file>

<file path=ppt/slideLayouts/_rels/slideLayout2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
</Relationships>
</file>

<file path=ppt/slideLayouts/_rels/slideLayout2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jpeg"/>
</Relationships>
</file>

<file path=ppt/slideLayouts/_rels/slideLayout2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7.jpeg"/>
</Relationships>
</file>

<file path=ppt/slideLayouts/_rels/slideLayout2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8.jpeg"/>
</Relationships>
</file>

<file path=ppt/slideLayouts/_rels/slideLayout2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9.jpeg"/>
</Relationships>
</file>

<file path=ppt/slideLayouts/_rels/slideLayout2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0.jpeg"/>
</Relationships>
</file>

<file path=ppt/slideLayouts/_rels/slideLayout2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1.jpeg"/>
</Relationships>
</file>

<file path=ppt/slideLayouts/_rels/slideLayout2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2.jpeg"/>
</Relationships>
</file>

<file path=ppt/slideLayouts/_rels/slideLayout2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3.jpeg"/>
</Relationships>
</file>

<file path=ppt/slideLayouts/_rels/slideLayout2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4.jpeg"/>
</Relationships>
</file>

<file path=ppt/slideLayouts/_rels/slideLayout2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5.jpeg"/>
</Relationships>
</file>

<file path=ppt/slideLayouts/_rels/slideLayout2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6.jpeg"/>
</Relationships>
</file>

<file path=ppt/slideLayouts/_rels/slideLayout2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7.jpeg"/>
</Relationships>
</file>

<file path=ppt/slideLayouts/_rels/slideLayout2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8.jpeg"/>
</Relationships>
</file>

<file path=ppt/slideLayouts/_rels/slideLayout2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9.jpeg"/>
</Relationships>
</file>

<file path=ppt/slideLayouts/_rels/slideLayout2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0.jpeg"/>
</Relationships>
</file>

<file path=ppt/slideLayouts/_rels/slideLayout2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1.jpeg"/>
</Relationships>
</file>

<file path=ppt/slideLayouts/_rels/slideLayout2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3.png"/>
</Relationships>
</file>

<file path=ppt/slideLayouts/_rels/slideLayout2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4.jpeg"/>
</Relationships>
</file>

<file path=ppt/slideLayouts/_rels/slideLayout2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1.png"/>
</Relationships>
</file>

<file path=ppt/slideLayouts/_rels/slideLayout2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5.png"/>
</Relationships>
</file>

<file path=ppt/slideLayouts/_rels/slideLayout2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8.jpeg"/>
</Relationships>
</file>

<file path=ppt/slideLayouts/_rels/slideLayout2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6.jpeg"/>
</Relationships>
</file>

<file path=ppt/slideLayouts/_rels/slideLayout2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27.jpeg"/>
</Relationships>
</file>

<file path=ppt/slideLayouts/_rels/slideLayout2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2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3.jpeg"/>
</Relationships>
</file>

<file path=ppt/slideLayouts/_rels/slideLayout2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4.jpeg"/>
</Relationships>
</file>

<file path=ppt/slideLayouts/_rels/slideLayout2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5.jpeg"/>
</Relationships>
</file>

<file path=ppt/slideLayouts/_rels/slideLayout2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6.jpeg"/>
</Relationships>
</file>

<file path=ppt/slideLayouts/_rels/slideLayout2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7.jpeg"/>
</Relationships>
</file>

<file path=ppt/slideLayouts/_rels/slideLayout2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8.jpeg"/>
</Relationships>
</file>

<file path=ppt/slideLayouts/_rels/slideLayout2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9.jpeg"/>
</Relationships>
</file>

<file path=ppt/slideLayouts/_rels/slideLayout2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0.jpeg"/>
</Relationships>
</file>

<file path=ppt/slideLayouts/_rels/slideLayout2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1.jpeg"/>
</Relationships>
</file>

<file path=ppt/slideLayouts/_rels/slideLayout2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2.jpeg"/>
</Relationships>
</file>

<file path=ppt/slideLayouts/_rels/slideLayout2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3.jpeg"/>
</Relationships>
</file>

<file path=ppt/slideLayouts/_rels/slideLayout2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4.jpeg"/>
</Relationships>
</file>

<file path=ppt/slideLayouts/_rels/slideLayout2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5.jpeg"/>
</Relationships>
</file>

<file path=ppt/slideLayouts/_rels/slideLayout2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6.jpeg"/>
</Relationships>
</file>

<file path=ppt/slideLayouts/_rels/slideLayout2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7.jpeg"/>
</Relationships>
</file>

<file path=ppt/slideLayouts/_rels/slideLayout2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8.jpeg"/>
</Relationships>
</file>

<file path=ppt/slideLayouts/_rels/slideLayout2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9.jpeg"/>
</Relationships>
</file>

<file path=ppt/slideLayouts/_rels/slideLayout2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0.jpeg"/>
</Relationships>
</file>

<file path=ppt/slideLayouts/_rels/slideLayout2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1.jpeg"/>
</Relationships>
</file>

<file path=ppt/slideLayouts/_rels/slideLayout2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2.jpeg"/>
</Relationships>
</file>

<file path=ppt/slideLayouts/_rels/slideLayout2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3.png"/>
</Relationships>
</file>

<file path=ppt/slideLayouts/_rels/slideLayout2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4.jpeg"/>
</Relationships>
</file>

<file path=ppt/slideLayouts/_rels/slideLayout2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2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5.png"/>
</Relationships>
</file>

<file path=ppt/slideLayouts/_rels/slideLayout2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2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6.jpeg"/>
</Relationships>
</file>

<file path=ppt/slideLayouts/_rels/slideLayout3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7.jpeg"/>
</Relationships>
</file>

<file path=ppt/slideLayouts/_rels/slideLayout3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.jpeg"/>
</Relationships>
</file>

<file path=ppt/slideLayouts/_rels/slideLayout3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3.jpeg"/>
</Relationships>
</file>

<file path=ppt/slideLayouts/_rels/slideLayout3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4.jpeg"/>
</Relationships>
</file>

<file path=ppt/slideLayouts/_rels/slideLayout3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5.jpeg"/>
</Relationships>
</file>

<file path=ppt/slideLayouts/_rels/slideLayout3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6.jpeg"/>
</Relationships>
</file>

<file path=ppt/slideLayouts/_rels/slideLayout3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7.jpeg"/>
</Relationships>
</file>

<file path=ppt/slideLayouts/_rels/slideLayout3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8.jpeg"/>
</Relationships>
</file>

<file path=ppt/slideLayouts/_rels/slideLayout3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9.jpeg"/>
</Relationships>
</file>

<file path=ppt/slideLayouts/_rels/slideLayout3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0.jpeg"/>
</Relationships>
</file>

<file path=ppt/slideLayouts/_rels/slideLayout3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1.jpeg"/>
</Relationships>
</file>

<file path=ppt/slideLayouts/_rels/slideLayout3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2.jpeg"/>
</Relationships>
</file>

<file path=ppt/slideLayouts/_rels/slideLayout3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3.jpeg"/>
</Relationships>
</file>

<file path=ppt/slideLayouts/_rels/slideLayout3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4.jpeg"/>
</Relationships>
</file>

<file path=ppt/slideLayouts/_rels/slideLayout3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5.jpeg"/>
</Relationships>
</file>

<file path=ppt/slideLayouts/_rels/slideLayout3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6.jpeg"/>
</Relationships>
</file>

<file path=ppt/slideLayouts/_rels/slideLayout3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7.jpeg"/>
</Relationships>
</file>

<file path=ppt/slideLayouts/_rels/slideLayout3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8.jpeg"/>
</Relationships>
</file>

<file path=ppt/slideLayouts/_rels/slideLayout3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9.jpeg"/>
</Relationships>
</file>

<file path=ppt/slideLayouts/_rels/slideLayout3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0.jpeg"/>
</Relationships>
</file>

<file path=ppt/slideLayouts/_rels/slideLayout3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1.jpeg"/>
</Relationships>
</file>

<file path=ppt/slideLayouts/_rels/slideLayout3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3.png"/>
</Relationships>
</file>

<file path=ppt/slideLayouts/_rels/slideLayout3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4.jpeg"/>
</Relationships>
</file>

<file path=ppt/slideLayouts/_rels/slideLayout3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3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5.png"/>
</Relationships>
</file>

<file path=ppt/slideLayouts/_rels/slideLayout3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8.jpeg"/>
</Relationships>
</file>

<file path=ppt/slideLayouts/_rels/slideLayout3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2.jpeg"/>
</Relationships>
</file>

<file path=ppt/slideLayouts/_rels/slideLayout3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6.jpeg"/>
</Relationships>
</file>

<file path=ppt/slideLayouts/_rels/slideLayout3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7.jpeg"/>
</Relationships>
</file>

<file path=ppt/slideLayouts/_rels/slideLayout3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.jpeg"/>
</Relationships>
</file>

<file path=ppt/slideLayouts/_rels/slideLayout3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3.jpeg"/>
</Relationships>
</file>

<file path=ppt/slideLayouts/_rels/slideLayout3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4.jpeg"/>
</Relationships>
</file>

<file path=ppt/slideLayouts/_rels/slideLayout3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5.jpeg"/>
</Relationships>
</file>

<file path=ppt/slideLayouts/_rels/slideLayout3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6.jpeg"/>
</Relationships>
</file>

<file path=ppt/slideLayouts/_rels/slideLayout3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7.jpeg"/>
</Relationships>
</file>

<file path=ppt/slideLayouts/_rels/slideLayout3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8.jpeg"/>
</Relationships>
</file>

<file path=ppt/slideLayouts/_rels/slideLayout3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9.jpeg"/>
</Relationships>
</file>

<file path=ppt/slideLayouts/_rels/slideLayout3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0.jpeg"/>
</Relationships>
</file>

<file path=ppt/slideLayouts/_rels/slideLayout3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1.jpeg"/>
</Relationships>
</file>

<file path=ppt/slideLayouts/_rels/slideLayout3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2.jpeg"/>
</Relationships>
</file>

<file path=ppt/slideLayouts/_rels/slideLayout3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3.jpeg"/>
</Relationships>
</file>

<file path=ppt/slideLayouts/_rels/slideLayout3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4.jpeg"/>
</Relationships>
</file>

<file path=ppt/slideLayouts/_rels/slideLayout3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5.jpeg"/>
</Relationships>
</file>

<file path=ppt/slideLayouts/_rels/slideLayout3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6.jpeg"/>
</Relationships>
</file>

<file path=ppt/slideLayouts/_rels/slideLayout3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7.jpeg"/>
</Relationships>
</file>

<file path=ppt/slideLayouts/_rels/slideLayout3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8.jpeg"/>
</Relationships>
</file>

<file path=ppt/slideLayouts/_rels/slideLayout3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9.jpeg"/>
</Relationships>
</file>

<file path=ppt/slideLayouts/_rels/slideLayout3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0.jpeg"/>
</Relationships>
</file>

<file path=ppt/slideLayouts/_rels/slideLayout3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1.jpeg"/>
</Relationships>
</file>

<file path=ppt/slideLayouts/_rels/slideLayout3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3.png"/>
</Relationships>
</file>

<file path=ppt/slideLayouts/_rels/slideLayout3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4.jpeg"/>
</Relationships>
</file>

<file path=ppt/slideLayouts/_rels/slideLayout3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3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5.png"/>
</Relationships>
</file>

<file path=ppt/slideLayouts/_rels/slideLayout3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6.jpeg"/>
</Relationships>
</file>

<file path=ppt/slideLayouts/_rels/slideLayout3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7.jpeg"/>
</Relationships>
</file>

<file path=ppt/slideLayouts/_rels/slideLayout3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.jpeg"/>
</Relationships>
</file>

<file path=ppt/slideLayouts/_rels/slideLayout3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3.jpeg"/>
</Relationships>
</file>

<file path=ppt/slideLayouts/_rels/slideLayout3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4.jpeg"/>
</Relationships>
</file>

<file path=ppt/slideLayouts/_rels/slideLayout3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5.jpeg"/>
</Relationships>
</file>

<file path=ppt/slideLayouts/_rels/slideLayout3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6.jpeg"/>
</Relationships>
</file>

<file path=ppt/slideLayouts/_rels/slideLayout3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3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7.jpeg"/>
</Relationships>
</file>

<file path=ppt/slideLayouts/_rels/slideLayout3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8.jpeg"/>
</Relationships>
</file>

<file path=ppt/slideLayouts/_rels/slideLayout3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9.jpeg"/>
</Relationships>
</file>

<file path=ppt/slideLayouts/_rels/slideLayout3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0.jpeg"/>
</Relationships>
</file>

<file path=ppt/slideLayouts/_rels/slideLayout3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1.jpeg"/>
</Relationships>
</file>

<file path=ppt/slideLayouts/_rels/slideLayout3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2.jpeg"/>
</Relationships>
</file>

<file path=ppt/slideLayouts/_rels/slideLayout3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3.jpeg"/>
</Relationships>
</file>

<file path=ppt/slideLayouts/_rels/slideLayout3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4.jpeg"/>
</Relationships>
</file>

<file path=ppt/slideLayouts/_rels/slideLayout3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5.jpeg"/>
</Relationships>
</file>

<file path=ppt/slideLayouts/_rels/slideLayout3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6.jpeg"/>
</Relationships>
</file>

<file path=ppt/slideLayouts/_rels/slideLayout4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7.jpeg"/>
</Relationships>
</file>

<file path=ppt/slideLayouts/_rels/slideLayout4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8.jpeg"/>
</Relationships>
</file>

<file path=ppt/slideLayouts/_rels/slideLayout4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9.jpeg"/>
</Relationships>
</file>

<file path=ppt/slideLayouts/_rels/slideLayout4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0.jpeg"/>
</Relationships>
</file>

<file path=ppt/slideLayouts/_rels/slideLayout4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1.jpeg"/>
</Relationships>
</file>

<file path=ppt/slideLayouts/_rels/slideLayout4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3.png"/>
</Relationships>
</file>

<file path=ppt/slideLayouts/_rels/slideLayout4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4.jpeg"/>
</Relationships>
</file>

<file path=ppt/slideLayouts/_rels/slideLayout4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4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5.png"/>
</Relationships>
</file>

<file path=ppt/slideLayouts/_rels/slideLayout4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8.jpeg"/>
</Relationships>
</file>

<file path=ppt/slideLayouts/_rels/slideLayout4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4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4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6.jpeg"/>
</Relationships>
</file>

<file path=ppt/slideLayouts/_rels/slideLayout4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7.jpeg"/>
</Relationships>
</file>

<file path=ppt/slideLayouts/_rels/slideLayout4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.jpeg"/>
</Relationships>
</file>

<file path=ppt/slideLayouts/_rels/slideLayout4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3.jpeg"/>
</Relationships>
</file>

<file path=ppt/slideLayouts/_rels/slideLayout4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4.jpeg"/>
</Relationships>
</file>

<file path=ppt/slideLayouts/_rels/slideLayout4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5.jpeg"/>
</Relationships>
</file>

<file path=ppt/slideLayouts/_rels/slideLayout4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6.jpeg"/>
</Relationships>
</file>

<file path=ppt/slideLayouts/_rels/slideLayout4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7.jpeg"/>
</Relationships>
</file>

<file path=ppt/slideLayouts/_rels/slideLayout4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8.jpeg"/>
</Relationships>
</file>

<file path=ppt/slideLayouts/_rels/slideLayout4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9.jpeg"/>
</Relationships>
</file>

<file path=ppt/slideLayouts/_rels/slideLayout4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0.jpeg"/>
</Relationships>
</file>

<file path=ppt/slideLayouts/_rels/slideLayout4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1.jpeg"/>
</Relationships>
</file>

<file path=ppt/slideLayouts/_rels/slideLayout4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2.jpeg"/>
</Relationships>
</file>

<file path=ppt/slideLayouts/_rels/slideLayout4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3.jpeg"/>
</Relationships>
</file>

<file path=ppt/slideLayouts/_rels/slideLayout4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4.jpeg"/>
</Relationships>
</file>

<file path=ppt/slideLayouts/_rels/slideLayout4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5.jpeg"/>
</Relationships>
</file>

<file path=ppt/slideLayouts/_rels/slideLayout4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6.jpeg"/>
</Relationships>
</file>

<file path=ppt/slideLayouts/_rels/slideLayout4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7.jpeg"/>
</Relationships>
</file>

<file path=ppt/slideLayouts/_rels/slideLayout4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8.jpeg"/>
</Relationships>
</file>

<file path=ppt/slideLayouts/_rels/slideLayout4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9.jpeg"/>
</Relationships>
</file>

<file path=ppt/slideLayouts/_rels/slideLayout4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0.jpeg"/>
</Relationships>
</file>

<file path=ppt/slideLayouts/_rels/slideLayout4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1.jpeg"/>
</Relationships>
</file>

<file path=ppt/slideLayouts/_rels/slideLayout4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3.png"/>
</Relationships>
</file>

<file path=ppt/slideLayouts/_rels/slideLayout4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4.jpeg"/>
</Relationships>
</file>

<file path=ppt/slideLayouts/_rels/slideLayout4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1.png"/>
</Relationships>
</file>

<file path=ppt/slideLayouts/_rels/slideLayout4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5.png"/>
</Relationships>
</file>

<file path=ppt/slideLayouts/_rels/slideLayout4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8.jpeg"/>
</Relationships>
</file>

<file path=ppt/slideLayouts/_rels/slideLayout4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
</Relationships>
</file>

<file path=ppt/slideLayouts/_rels/slideLayout4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6.jpeg"/>
</Relationships>
</file>

<file path=ppt/slideLayouts/_rels/slideLayout4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7.jpeg"/>
</Relationships>
</file>

<file path=ppt/slideLayouts/_rels/slideLayout4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5.xml"/><Relationship Id="rId2" Type="http://schemas.openxmlformats.org/officeDocument/2006/relationships/image" Target="../media/image2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0;p1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" name="Google Shape;11;p15"/>
          <p:cNvSpPr/>
          <p:nvPr/>
        </p:nvSpPr>
        <p:spPr>
          <a:xfrm>
            <a:off x="293400" y="4792320"/>
            <a:ext cx="31626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chemeClr val="lt1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2520" y="170028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ctr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4500720" y="490752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43190A8-279B-477D-A87B-F24C1C9CB55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2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3748F82-6131-4DC4-AE5E-9E656283E76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вестка дня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sldNum" idx="3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E5347B5-0B4E-471A-BB73-6DAAF70F395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рмационное сообщ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452520" y="1845360"/>
            <a:ext cx="8238960" cy="14526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4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48DB5E1-BAD1-4F4C-AE46-FD27EB68F62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Важный фа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452520" y="403560"/>
            <a:ext cx="8238960" cy="27151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2520" y="309816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5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7EB0268-1BB4-4DB8-8FD7-D5093C4995A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Цита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/>
          </p:nvPr>
        </p:nvSpPr>
        <p:spPr>
          <a:xfrm>
            <a:off x="911160" y="4003200"/>
            <a:ext cx="757476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57720" y="1852560"/>
            <a:ext cx="7828200" cy="14385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6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6BA627A-DF55-4AA0-92F1-89EA7688B41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 (3 шт.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body"/>
          </p:nvPr>
        </p:nvSpPr>
        <p:spPr>
          <a:xfrm>
            <a:off x="5910120" y="380880"/>
            <a:ext cx="2789280" cy="22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62680" y="1491840"/>
            <a:ext cx="3914280" cy="455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-52560" y="185760"/>
            <a:ext cx="6229080" cy="467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7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87BC39E-DF51-4855-B3A5-F49377A941B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-500040" y="-2071800"/>
            <a:ext cx="10143720" cy="811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8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1500864-4D2A-436C-B500-93C0095E1EFC}" type="slidenum">
              <a: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78;p67"/>
          <p:cNvSpPr/>
          <p:nvPr/>
        </p:nvSpPr>
        <p:spPr>
          <a:xfrm>
            <a:off x="8256960" y="4690080"/>
            <a:ext cx="254520" cy="254520"/>
          </a:xfrm>
          <a:prstGeom prst="ellipse">
            <a:avLst/>
          </a:prstGeom>
          <a:solidFill>
            <a:srgbClr val="00af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cxnSp>
        <p:nvCxnSpPr>
          <p:cNvPr id="28" name="Google Shape;79;p67"/>
          <p:cNvCxnSpPr/>
          <p:nvPr/>
        </p:nvCxnSpPr>
        <p:spPr>
          <a:xfrm flipH="1">
            <a:off x="1464480" y="4817520"/>
            <a:ext cx="6652440" cy="360"/>
          </a:xfrm>
          <a:prstGeom prst="straightConnector1">
            <a:avLst/>
          </a:prstGeom>
          <a:ln w="19050">
            <a:solidFill>
              <a:srgbClr val="00afd2"/>
            </a:solidFill>
            <a:miter/>
          </a:ln>
        </p:spPr>
      </p:cxnSp>
      <p:sp>
        <p:nvSpPr>
          <p:cNvPr id="29" name="Google Shape;80;p67"/>
          <p:cNvSpPr/>
          <p:nvPr/>
        </p:nvSpPr>
        <p:spPr>
          <a:xfrm>
            <a:off x="630000" y="4740120"/>
            <a:ext cx="8892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00afd2"/>
                </a:solidFill>
                <a:effectLst/>
                <a:uFillTx/>
                <a:latin typeface="Helvetica Neue"/>
                <a:ea typeface="Helvetica Neue"/>
              </a:rPr>
              <a:t>Business </a:t>
            </a:r>
            <a:r>
              <a:rPr b="0" lang="ru" sz="800" strike="noStrike" u="none">
                <a:solidFill>
                  <a:srgbClr val="050a19"/>
                </a:solidFill>
                <a:effectLst/>
                <a:uFillTx/>
                <a:latin typeface="Helvetica Neue"/>
                <a:ea typeface="Helvetica Neue"/>
              </a:rPr>
              <a:t>Plan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628560" y="685080"/>
            <a:ext cx="7886520" cy="18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625680" y="187920"/>
            <a:ext cx="7891920" cy="5252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9"/>
          </p:nvPr>
        </p:nvSpPr>
        <p:spPr>
          <a:xfrm>
            <a:off x="8303040" y="4721040"/>
            <a:ext cx="162360" cy="1602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59F7595-4C75-4891-A304-228D3B1D07E7}" type="slidenum">
              <a: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body"/>
          </p:nvPr>
        </p:nvSpPr>
        <p:spPr>
          <a:xfrm>
            <a:off x="757080" y="784080"/>
            <a:ext cx="77576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title"/>
          </p:nvPr>
        </p:nvSpPr>
        <p:spPr>
          <a:xfrm>
            <a:off x="757080" y="271440"/>
            <a:ext cx="77576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3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" name="Google Shape;87;p68"/>
          <p:cNvCxnSpPr/>
          <p:nvPr/>
        </p:nvCxnSpPr>
        <p:spPr>
          <a:xfrm>
            <a:off x="645840" y="342720"/>
            <a:ext cx="360" cy="60804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cxnSp>
        <p:nvCxnSpPr>
          <p:cNvPr id="36" name="Google Shape;88;p68"/>
          <p:cNvCxnSpPr/>
          <p:nvPr/>
        </p:nvCxnSpPr>
        <p:spPr>
          <a:xfrm>
            <a:off x="8497800" y="4800600"/>
            <a:ext cx="360" cy="14940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sp>
        <p:nvSpPr>
          <p:cNvPr id="37" name="PlaceHolder 3"/>
          <p:cNvSpPr>
            <a:spLocks noGrp="1"/>
          </p:cNvSpPr>
          <p:nvPr>
            <p:ph type="sldNum" idx="10"/>
          </p:nvPr>
        </p:nvSpPr>
        <p:spPr>
          <a:xfrm>
            <a:off x="8289720" y="4795920"/>
            <a:ext cx="131760" cy="13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5016BC-99ED-4A28-9A0A-2B7F5081361F}" type="slidenum">
              <a: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16;p17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9" name="Google Shape;17;p17"/>
          <p:cNvSpPr/>
          <p:nvPr/>
        </p:nvSpPr>
        <p:spPr>
          <a:xfrm>
            <a:off x="293400" y="4792320"/>
            <a:ext cx="31626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chemeClr val="lt1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18;p17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91;p69"/>
          <p:cNvGrpSpPr/>
          <p:nvPr/>
        </p:nvGrpSpPr>
        <p:grpSpPr>
          <a:xfrm>
            <a:off x="413640" y="4518000"/>
            <a:ext cx="1565280" cy="610920"/>
            <a:chOff x="413640" y="4518000"/>
            <a:chExt cx="1565280" cy="610920"/>
          </a:xfrm>
        </p:grpSpPr>
        <p:sp>
          <p:nvSpPr>
            <p:cNvPr id="42" name="Google Shape;92;p69"/>
            <p:cNvSpPr/>
            <p:nvPr/>
          </p:nvSpPr>
          <p:spPr>
            <a:xfrm>
              <a:off x="413640" y="4518000"/>
              <a:ext cx="1565280" cy="61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df797d"/>
                  </a:solidFill>
                  <a:effectLst/>
                  <a:uFillTx/>
                  <a:latin typeface="Open Sans SemiBold"/>
                  <a:ea typeface="Open Sans SemiBold"/>
                </a:rPr>
                <a:t>Business Plan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Google Shape;93;p69"/>
            <p:cNvSpPr/>
            <p:nvPr/>
          </p:nvSpPr>
          <p:spPr>
            <a:xfrm>
              <a:off x="413640" y="4708800"/>
              <a:ext cx="1079280" cy="33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rIns="17280" tIns="17280" bIns="1728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" name="PlaceHolder 1"/>
          <p:cNvSpPr>
            <a:spLocks noGrp="1"/>
          </p:cNvSpPr>
          <p:nvPr>
            <p:ph type="sldNum" idx="11"/>
          </p:nvPr>
        </p:nvSpPr>
        <p:spPr>
          <a:xfrm>
            <a:off x="8622360" y="4686480"/>
            <a:ext cx="152640" cy="2116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just">
              <a:lnSpc>
                <a:spcPct val="15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just">
              <a:lnSpc>
                <a:spcPct val="150000"/>
              </a:lnSpc>
              <a:buNone/>
              <a:tabLst>
                <a:tab algn="l" pos="0"/>
              </a:tabLst>
            </a:pPr>
            <a:fld id="{A88D36E6-6D00-445A-BA02-399608451D06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1_Custom Layou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96;p70"/>
          <p:cNvGrpSpPr/>
          <p:nvPr/>
        </p:nvGrpSpPr>
        <p:grpSpPr>
          <a:xfrm>
            <a:off x="502920" y="4627080"/>
            <a:ext cx="974880" cy="174600"/>
            <a:chOff x="502920" y="4627080"/>
            <a:chExt cx="974880" cy="174600"/>
          </a:xfrm>
        </p:grpSpPr>
        <p:sp>
          <p:nvSpPr>
            <p:cNvPr id="46" name="Google Shape;97;p70"/>
            <p:cNvSpPr/>
            <p:nvPr/>
          </p:nvSpPr>
          <p:spPr>
            <a:xfrm>
              <a:off x="1293120" y="4653000"/>
              <a:ext cx="184680" cy="148320"/>
            </a:xfrm>
            <a:custGeom>
              <a:avLst/>
              <a:gdLst>
                <a:gd name="textAreaLeft" fmla="*/ 0 w 184680"/>
                <a:gd name="textAreaRight" fmla="*/ 185040 w 184680"/>
                <a:gd name="textAreaTop" fmla="*/ 0 h 148320"/>
                <a:gd name="textAreaBottom" fmla="*/ 148680 h 148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21600" y="2606"/>
                  </a:moveTo>
                  <a:cubicBezTo>
                    <a:pt x="20757" y="3127"/>
                    <a:pt x="19913" y="3648"/>
                    <a:pt x="19117" y="3648"/>
                  </a:cubicBezTo>
                  <a:cubicBezTo>
                    <a:pt x="19913" y="3127"/>
                    <a:pt x="20757" y="2085"/>
                    <a:pt x="20757" y="579"/>
                  </a:cubicBezTo>
                  <a:cubicBezTo>
                    <a:pt x="19913" y="1100"/>
                    <a:pt x="19117" y="1564"/>
                    <a:pt x="18226" y="2085"/>
                  </a:cubicBezTo>
                  <a:cubicBezTo>
                    <a:pt x="17430" y="1100"/>
                    <a:pt x="16165" y="0"/>
                    <a:pt x="14947" y="0"/>
                  </a:cubicBezTo>
                  <a:cubicBezTo>
                    <a:pt x="12416" y="0"/>
                    <a:pt x="10355" y="2606"/>
                    <a:pt x="10355" y="5675"/>
                  </a:cubicBezTo>
                  <a:cubicBezTo>
                    <a:pt x="10355" y="6196"/>
                    <a:pt x="10355" y="6717"/>
                    <a:pt x="10777" y="6717"/>
                  </a:cubicBezTo>
                  <a:cubicBezTo>
                    <a:pt x="7075" y="6717"/>
                    <a:pt x="3702" y="4691"/>
                    <a:pt x="1640" y="1100"/>
                  </a:cubicBezTo>
                  <a:cubicBezTo>
                    <a:pt x="1218" y="2085"/>
                    <a:pt x="797" y="3127"/>
                    <a:pt x="797" y="4169"/>
                  </a:cubicBezTo>
                  <a:cubicBezTo>
                    <a:pt x="797" y="5675"/>
                    <a:pt x="1640" y="7760"/>
                    <a:pt x="2858" y="8744"/>
                  </a:cubicBezTo>
                  <a:cubicBezTo>
                    <a:pt x="2062" y="8281"/>
                    <a:pt x="1640" y="8281"/>
                    <a:pt x="797" y="7760"/>
                  </a:cubicBezTo>
                  <a:cubicBezTo>
                    <a:pt x="797" y="10308"/>
                    <a:pt x="2483" y="12856"/>
                    <a:pt x="4592" y="13377"/>
                  </a:cubicBezTo>
                  <a:cubicBezTo>
                    <a:pt x="4170" y="13377"/>
                    <a:pt x="3702" y="13377"/>
                    <a:pt x="3280" y="13377"/>
                  </a:cubicBezTo>
                  <a:cubicBezTo>
                    <a:pt x="2858" y="13377"/>
                    <a:pt x="2858" y="13377"/>
                    <a:pt x="2483" y="13377"/>
                  </a:cubicBezTo>
                  <a:cubicBezTo>
                    <a:pt x="2858" y="15404"/>
                    <a:pt x="4592" y="17025"/>
                    <a:pt x="6653" y="17025"/>
                  </a:cubicBezTo>
                  <a:cubicBezTo>
                    <a:pt x="4967" y="18473"/>
                    <a:pt x="3280" y="19573"/>
                    <a:pt x="1218" y="19573"/>
                  </a:cubicBezTo>
                  <a:cubicBezTo>
                    <a:pt x="797" y="19573"/>
                    <a:pt x="375" y="19573"/>
                    <a:pt x="0" y="19573"/>
                  </a:cubicBezTo>
                  <a:cubicBezTo>
                    <a:pt x="2062" y="21079"/>
                    <a:pt x="4170" y="21600"/>
                    <a:pt x="6653" y="21600"/>
                  </a:cubicBezTo>
                  <a:cubicBezTo>
                    <a:pt x="14947" y="21600"/>
                    <a:pt x="19117" y="13377"/>
                    <a:pt x="19117" y="6196"/>
                  </a:cubicBezTo>
                  <a:lnTo>
                    <a:pt x="19117" y="5675"/>
                  </a:lnTo>
                  <a:cubicBezTo>
                    <a:pt x="20335" y="4691"/>
                    <a:pt x="20757" y="4169"/>
                    <a:pt x="21600" y="2606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rgbClr val="5e5e5e"/>
                </a:solidFill>
                <a:effectLst/>
                <a:uFillTx/>
                <a:latin typeface="Helvetica Neue"/>
                <a:ea typeface="Helvetica Neue"/>
              </a:endParaRPr>
            </a:p>
          </p:txBody>
        </p:sp>
        <p:sp>
          <p:nvSpPr>
            <p:cNvPr id="47" name="Google Shape;98;p70"/>
            <p:cNvSpPr/>
            <p:nvPr/>
          </p:nvSpPr>
          <p:spPr>
            <a:xfrm>
              <a:off x="897840" y="4627080"/>
              <a:ext cx="170640" cy="17424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7534" y="10601"/>
                  </a:moveTo>
                  <a:cubicBezTo>
                    <a:pt x="17534" y="14135"/>
                    <a:pt x="14434" y="17220"/>
                    <a:pt x="10825" y="17220"/>
                  </a:cubicBezTo>
                  <a:cubicBezTo>
                    <a:pt x="7217" y="17220"/>
                    <a:pt x="4015" y="14135"/>
                    <a:pt x="4015" y="10601"/>
                  </a:cubicBezTo>
                  <a:cubicBezTo>
                    <a:pt x="4015" y="10103"/>
                    <a:pt x="4472" y="10103"/>
                    <a:pt x="4472" y="9705"/>
                  </a:cubicBezTo>
                  <a:cubicBezTo>
                    <a:pt x="0" y="9705"/>
                    <a:pt x="0" y="9705"/>
                    <a:pt x="0" y="9705"/>
                  </a:cubicBezTo>
                  <a:cubicBezTo>
                    <a:pt x="0" y="18066"/>
                    <a:pt x="0" y="18066"/>
                    <a:pt x="0" y="18066"/>
                  </a:cubicBezTo>
                  <a:cubicBezTo>
                    <a:pt x="0" y="19858"/>
                    <a:pt x="1321" y="21600"/>
                    <a:pt x="3151" y="21600"/>
                  </a:cubicBezTo>
                  <a:cubicBezTo>
                    <a:pt x="18449" y="21600"/>
                    <a:pt x="18449" y="21600"/>
                    <a:pt x="18449" y="21600"/>
                  </a:cubicBezTo>
                  <a:cubicBezTo>
                    <a:pt x="20228" y="21600"/>
                    <a:pt x="21600" y="19858"/>
                    <a:pt x="21600" y="18066"/>
                  </a:cubicBezTo>
                  <a:cubicBezTo>
                    <a:pt x="21600" y="9705"/>
                    <a:pt x="21600" y="9705"/>
                    <a:pt x="21600" y="9705"/>
                  </a:cubicBezTo>
                  <a:cubicBezTo>
                    <a:pt x="17128" y="9705"/>
                    <a:pt x="17128" y="9705"/>
                    <a:pt x="17128" y="9705"/>
                  </a:cubicBezTo>
                  <a:cubicBezTo>
                    <a:pt x="17128" y="10103"/>
                    <a:pt x="17534" y="10103"/>
                    <a:pt x="17534" y="10601"/>
                  </a:cubicBezTo>
                  <a:close/>
                  <a:moveTo>
                    <a:pt x="18449" y="0"/>
                  </a:moveTo>
                  <a:cubicBezTo>
                    <a:pt x="3151" y="0"/>
                    <a:pt x="3151" y="0"/>
                    <a:pt x="3151" y="0"/>
                  </a:cubicBezTo>
                  <a:cubicBezTo>
                    <a:pt x="1321" y="0"/>
                    <a:pt x="0" y="1792"/>
                    <a:pt x="0" y="3534"/>
                  </a:cubicBezTo>
                  <a:cubicBezTo>
                    <a:pt x="0" y="7067"/>
                    <a:pt x="0" y="7067"/>
                    <a:pt x="0" y="7067"/>
                  </a:cubicBezTo>
                  <a:cubicBezTo>
                    <a:pt x="5387" y="7067"/>
                    <a:pt x="5387" y="7067"/>
                    <a:pt x="5387" y="7067"/>
                  </a:cubicBezTo>
                  <a:cubicBezTo>
                    <a:pt x="6709" y="5276"/>
                    <a:pt x="8538" y="4429"/>
                    <a:pt x="10825" y="4429"/>
                  </a:cubicBezTo>
                  <a:cubicBezTo>
                    <a:pt x="13062" y="4429"/>
                    <a:pt x="14840" y="5276"/>
                    <a:pt x="16213" y="7067"/>
                  </a:cubicBezTo>
                  <a:cubicBezTo>
                    <a:pt x="21600" y="7067"/>
                    <a:pt x="21600" y="7067"/>
                    <a:pt x="21600" y="7067"/>
                  </a:cubicBezTo>
                  <a:cubicBezTo>
                    <a:pt x="21600" y="3534"/>
                    <a:pt x="21600" y="3534"/>
                    <a:pt x="21600" y="3534"/>
                  </a:cubicBezTo>
                  <a:cubicBezTo>
                    <a:pt x="21600" y="1792"/>
                    <a:pt x="20228" y="0"/>
                    <a:pt x="18449" y="0"/>
                  </a:cubicBezTo>
                  <a:close/>
                  <a:moveTo>
                    <a:pt x="19821" y="4429"/>
                  </a:moveTo>
                  <a:cubicBezTo>
                    <a:pt x="19821" y="4429"/>
                    <a:pt x="19821" y="4828"/>
                    <a:pt x="19364" y="4828"/>
                  </a:cubicBezTo>
                  <a:cubicBezTo>
                    <a:pt x="17534" y="4828"/>
                    <a:pt x="17534" y="4828"/>
                    <a:pt x="17534" y="4828"/>
                  </a:cubicBezTo>
                  <a:cubicBezTo>
                    <a:pt x="17128" y="4828"/>
                    <a:pt x="16670" y="4429"/>
                    <a:pt x="16670" y="4429"/>
                  </a:cubicBezTo>
                  <a:cubicBezTo>
                    <a:pt x="16670" y="2638"/>
                    <a:pt x="16670" y="2638"/>
                    <a:pt x="16670" y="2638"/>
                  </a:cubicBezTo>
                  <a:cubicBezTo>
                    <a:pt x="16670" y="2190"/>
                    <a:pt x="17128" y="1792"/>
                    <a:pt x="17534" y="1792"/>
                  </a:cubicBezTo>
                  <a:cubicBezTo>
                    <a:pt x="19364" y="1792"/>
                    <a:pt x="19364" y="1792"/>
                    <a:pt x="19364" y="1792"/>
                  </a:cubicBezTo>
                  <a:cubicBezTo>
                    <a:pt x="19821" y="1792"/>
                    <a:pt x="19821" y="2190"/>
                    <a:pt x="19821" y="2638"/>
                  </a:cubicBezTo>
                  <a:lnTo>
                    <a:pt x="19821" y="4429"/>
                  </a:lnTo>
                  <a:close/>
                  <a:moveTo>
                    <a:pt x="14840" y="10601"/>
                  </a:moveTo>
                  <a:cubicBezTo>
                    <a:pt x="14840" y="8361"/>
                    <a:pt x="13062" y="6619"/>
                    <a:pt x="10825" y="6619"/>
                  </a:cubicBezTo>
                  <a:cubicBezTo>
                    <a:pt x="8538" y="6619"/>
                    <a:pt x="6709" y="8361"/>
                    <a:pt x="6709" y="10601"/>
                  </a:cubicBezTo>
                  <a:cubicBezTo>
                    <a:pt x="6709" y="12791"/>
                    <a:pt x="8538" y="14582"/>
                    <a:pt x="10825" y="14582"/>
                  </a:cubicBezTo>
                  <a:cubicBezTo>
                    <a:pt x="13062" y="14582"/>
                    <a:pt x="14840" y="12791"/>
                    <a:pt x="14840" y="10601"/>
                  </a:cubicBezTo>
                  <a:close/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rgbClr val="5e5e5e"/>
                </a:solidFill>
                <a:effectLst/>
                <a:uFillTx/>
                <a:latin typeface="Helvetica Neue"/>
                <a:ea typeface="Helvetica Neue"/>
              </a:endParaRPr>
            </a:p>
          </p:txBody>
        </p:sp>
        <p:sp>
          <p:nvSpPr>
            <p:cNvPr id="48" name="Google Shape;99;p70"/>
            <p:cNvSpPr/>
            <p:nvPr/>
          </p:nvSpPr>
          <p:spPr>
            <a:xfrm>
              <a:off x="502920" y="4629960"/>
              <a:ext cx="170640" cy="17172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1720"/>
                <a:gd name="textAreaBottom" fmla="*/ 172080 h 1717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8906" y="0"/>
                  </a:moveTo>
                  <a:cubicBezTo>
                    <a:pt x="2694" y="0"/>
                    <a:pt x="2694" y="0"/>
                    <a:pt x="2694" y="0"/>
                  </a:cubicBezTo>
                  <a:cubicBezTo>
                    <a:pt x="1372" y="0"/>
                    <a:pt x="0" y="1369"/>
                    <a:pt x="0" y="2687"/>
                  </a:cubicBezTo>
                  <a:cubicBezTo>
                    <a:pt x="0" y="18862"/>
                    <a:pt x="0" y="18862"/>
                    <a:pt x="0" y="18862"/>
                  </a:cubicBezTo>
                  <a:cubicBezTo>
                    <a:pt x="0" y="20231"/>
                    <a:pt x="1372" y="21600"/>
                    <a:pt x="2694" y="21600"/>
                  </a:cubicBezTo>
                  <a:cubicBezTo>
                    <a:pt x="10825" y="21600"/>
                    <a:pt x="10825" y="21600"/>
                    <a:pt x="10825" y="21600"/>
                  </a:cubicBezTo>
                  <a:cubicBezTo>
                    <a:pt x="10825" y="13893"/>
                    <a:pt x="10825" y="13893"/>
                    <a:pt x="10825" y="13893"/>
                  </a:cubicBezTo>
                  <a:cubicBezTo>
                    <a:pt x="8132" y="13893"/>
                    <a:pt x="8132" y="13893"/>
                    <a:pt x="8132" y="13893"/>
                  </a:cubicBezTo>
                  <a:cubicBezTo>
                    <a:pt x="8132" y="10344"/>
                    <a:pt x="8132" y="10344"/>
                    <a:pt x="8132" y="10344"/>
                  </a:cubicBezTo>
                  <a:cubicBezTo>
                    <a:pt x="10825" y="10344"/>
                    <a:pt x="10825" y="10344"/>
                    <a:pt x="10825" y="10344"/>
                  </a:cubicBezTo>
                  <a:cubicBezTo>
                    <a:pt x="10825" y="8518"/>
                    <a:pt x="10825" y="8518"/>
                    <a:pt x="10825" y="8518"/>
                  </a:cubicBezTo>
                  <a:cubicBezTo>
                    <a:pt x="10825" y="6287"/>
                    <a:pt x="13062" y="4056"/>
                    <a:pt x="15298" y="4056"/>
                  </a:cubicBezTo>
                  <a:cubicBezTo>
                    <a:pt x="17585" y="4056"/>
                    <a:pt x="17585" y="4056"/>
                    <a:pt x="17585" y="4056"/>
                  </a:cubicBezTo>
                  <a:cubicBezTo>
                    <a:pt x="17585" y="8113"/>
                    <a:pt x="17585" y="8113"/>
                    <a:pt x="17585" y="8113"/>
                  </a:cubicBezTo>
                  <a:cubicBezTo>
                    <a:pt x="15755" y="8113"/>
                    <a:pt x="15755" y="8113"/>
                    <a:pt x="15755" y="8113"/>
                  </a:cubicBezTo>
                  <a:cubicBezTo>
                    <a:pt x="14840" y="8113"/>
                    <a:pt x="14840" y="8113"/>
                    <a:pt x="14840" y="8518"/>
                  </a:cubicBezTo>
                  <a:cubicBezTo>
                    <a:pt x="14840" y="10344"/>
                    <a:pt x="14840" y="10344"/>
                    <a:pt x="14840" y="10344"/>
                  </a:cubicBezTo>
                  <a:cubicBezTo>
                    <a:pt x="17585" y="10344"/>
                    <a:pt x="17585" y="10344"/>
                    <a:pt x="17585" y="10344"/>
                  </a:cubicBezTo>
                  <a:cubicBezTo>
                    <a:pt x="17585" y="13893"/>
                    <a:pt x="17585" y="13893"/>
                    <a:pt x="17585" y="13893"/>
                  </a:cubicBezTo>
                  <a:cubicBezTo>
                    <a:pt x="14840" y="13893"/>
                    <a:pt x="14840" y="13893"/>
                    <a:pt x="14840" y="13893"/>
                  </a:cubicBezTo>
                  <a:cubicBezTo>
                    <a:pt x="14840" y="21600"/>
                    <a:pt x="14840" y="21600"/>
                    <a:pt x="14840" y="21600"/>
                  </a:cubicBezTo>
                  <a:cubicBezTo>
                    <a:pt x="18906" y="21600"/>
                    <a:pt x="18906" y="21600"/>
                    <a:pt x="18906" y="21600"/>
                  </a:cubicBezTo>
                  <a:cubicBezTo>
                    <a:pt x="20279" y="21600"/>
                    <a:pt x="21600" y="20231"/>
                    <a:pt x="21600" y="18862"/>
                  </a:cubicBezTo>
                  <a:cubicBezTo>
                    <a:pt x="21600" y="2687"/>
                    <a:pt x="21600" y="2687"/>
                    <a:pt x="21600" y="2687"/>
                  </a:cubicBezTo>
                  <a:cubicBezTo>
                    <a:pt x="21600" y="1369"/>
                    <a:pt x="20279" y="0"/>
                    <a:pt x="18906" y="0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rgbClr val="5e5e5e"/>
                </a:solidFill>
                <a:effectLst/>
                <a:uFillTx/>
                <a:latin typeface="Helvetica Neue"/>
                <a:ea typeface="Helvetica Neue"/>
              </a:endParaRPr>
            </a:p>
          </p:txBody>
        </p:sp>
      </p:grpSp>
      <p:sp>
        <p:nvSpPr>
          <p:cNvPr id="49" name="Google Shape;100;p70"/>
          <p:cNvSpPr/>
          <p:nvPr/>
        </p:nvSpPr>
        <p:spPr>
          <a:xfrm flipH="1" rot="16200000">
            <a:off x="8142840" y="3843720"/>
            <a:ext cx="234720" cy="1767600"/>
          </a:xfrm>
          <a:custGeom>
            <a:avLst/>
            <a:gdLst>
              <a:gd name="textAreaLeft" fmla="*/ 360 w 234720"/>
              <a:gd name="textAreaRight" fmla="*/ 235440 w 234720"/>
              <a:gd name="textAreaTop" fmla="*/ 0 h 1767600"/>
              <a:gd name="textAreaBottom" fmla="*/ 1767960 h 17676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0800" y="0"/>
                </a:moveTo>
                <a:cubicBezTo>
                  <a:pt x="16765" y="0"/>
                  <a:pt x="21600" y="643"/>
                  <a:pt x="21600" y="1435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1435"/>
                </a:lnTo>
                <a:cubicBezTo>
                  <a:pt x="0" y="643"/>
                  <a:pt x="4835" y="0"/>
                  <a:pt x="10800" y="0"/>
                </a:cubicBez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50" name="Google Shape;101;p70"/>
          <p:cNvSpPr/>
          <p:nvPr/>
        </p:nvSpPr>
        <p:spPr>
          <a:xfrm>
            <a:off x="7527240" y="4633920"/>
            <a:ext cx="15404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www.website.com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sldNum" idx="12"/>
          </p:nvPr>
        </p:nvSpPr>
        <p:spPr>
          <a:xfrm>
            <a:off x="7964280" y="-91440"/>
            <a:ext cx="1005120" cy="10746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179355-26EF-463C-AEE2-AE40B457DF94}" type="slidenum">
              <a: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6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with ph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44064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16545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28681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408168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529560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body"/>
          </p:nvPr>
        </p:nvSpPr>
        <p:spPr>
          <a:xfrm>
            <a:off x="65091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body"/>
          </p:nvPr>
        </p:nvSpPr>
        <p:spPr>
          <a:xfrm>
            <a:off x="77227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body"/>
          </p:nvPr>
        </p:nvSpPr>
        <p:spPr>
          <a:xfrm>
            <a:off x="44064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9"/>
          <p:cNvSpPr>
            <a:spLocks noGrp="1"/>
          </p:cNvSpPr>
          <p:nvPr>
            <p:ph type="body"/>
          </p:nvPr>
        </p:nvSpPr>
        <p:spPr>
          <a:xfrm>
            <a:off x="16545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0"/>
          <p:cNvSpPr>
            <a:spLocks noGrp="1"/>
          </p:cNvSpPr>
          <p:nvPr>
            <p:ph type="body"/>
          </p:nvPr>
        </p:nvSpPr>
        <p:spPr>
          <a:xfrm>
            <a:off x="28681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11"/>
          <p:cNvSpPr>
            <a:spLocks noGrp="1"/>
          </p:cNvSpPr>
          <p:nvPr>
            <p:ph type="body"/>
          </p:nvPr>
        </p:nvSpPr>
        <p:spPr>
          <a:xfrm>
            <a:off x="408168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12"/>
          <p:cNvSpPr>
            <a:spLocks noGrp="1"/>
          </p:cNvSpPr>
          <p:nvPr>
            <p:ph type="body"/>
          </p:nvPr>
        </p:nvSpPr>
        <p:spPr>
          <a:xfrm>
            <a:off x="529560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3"/>
          <p:cNvSpPr>
            <a:spLocks noGrp="1"/>
          </p:cNvSpPr>
          <p:nvPr>
            <p:ph type="body"/>
          </p:nvPr>
        </p:nvSpPr>
        <p:spPr>
          <a:xfrm>
            <a:off x="65091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4"/>
          <p:cNvSpPr>
            <a:spLocks noGrp="1"/>
          </p:cNvSpPr>
          <p:nvPr>
            <p:ph type="body"/>
          </p:nvPr>
        </p:nvSpPr>
        <p:spPr>
          <a:xfrm>
            <a:off x="77227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15"/>
          <p:cNvSpPr>
            <a:spLocks noGrp="1"/>
          </p:cNvSpPr>
          <p:nvPr>
            <p:ph type="body"/>
          </p:nvPr>
        </p:nvSpPr>
        <p:spPr>
          <a:xfrm>
            <a:off x="44064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16"/>
          <p:cNvSpPr>
            <a:spLocks noGrp="1"/>
          </p:cNvSpPr>
          <p:nvPr>
            <p:ph type="body"/>
          </p:nvPr>
        </p:nvSpPr>
        <p:spPr>
          <a:xfrm>
            <a:off x="16545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7"/>
          <p:cNvSpPr>
            <a:spLocks noGrp="1"/>
          </p:cNvSpPr>
          <p:nvPr>
            <p:ph type="body"/>
          </p:nvPr>
        </p:nvSpPr>
        <p:spPr>
          <a:xfrm>
            <a:off x="28681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18"/>
          <p:cNvSpPr>
            <a:spLocks noGrp="1"/>
          </p:cNvSpPr>
          <p:nvPr>
            <p:ph type="body"/>
          </p:nvPr>
        </p:nvSpPr>
        <p:spPr>
          <a:xfrm>
            <a:off x="408168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9"/>
          <p:cNvSpPr>
            <a:spLocks noGrp="1"/>
          </p:cNvSpPr>
          <p:nvPr>
            <p:ph type="body"/>
          </p:nvPr>
        </p:nvSpPr>
        <p:spPr>
          <a:xfrm>
            <a:off x="529560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0"/>
          <p:cNvSpPr>
            <a:spLocks noGrp="1"/>
          </p:cNvSpPr>
          <p:nvPr>
            <p:ph type="body"/>
          </p:nvPr>
        </p:nvSpPr>
        <p:spPr>
          <a:xfrm>
            <a:off x="65091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1"/>
          <p:cNvSpPr>
            <a:spLocks noGrp="1"/>
          </p:cNvSpPr>
          <p:nvPr>
            <p:ph type="body"/>
          </p:nvPr>
        </p:nvSpPr>
        <p:spPr>
          <a:xfrm>
            <a:off x="77227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2"/>
          <p:cNvSpPr>
            <a:spLocks noGrp="1"/>
          </p:cNvSpPr>
          <p:nvPr>
            <p:ph type="sldNum" idx="13"/>
          </p:nvPr>
        </p:nvSpPr>
        <p:spPr>
          <a:xfrm>
            <a:off x="4484520" y="4905360"/>
            <a:ext cx="169920" cy="1760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2649F5C-0414-4E5A-B23F-9B4D318158EC}" type="slidenum">
              <a: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Header 2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127;p72"/>
          <p:cNvSpPr/>
          <p:nvPr/>
        </p:nvSpPr>
        <p:spPr>
          <a:xfrm rot="3493800">
            <a:off x="-469080" y="-1000440"/>
            <a:ext cx="1885680" cy="2469600"/>
          </a:xfrm>
          <a:prstGeom prst="roundRect">
            <a:avLst>
              <a:gd name="adj" fmla="val 3557"/>
            </a:avLst>
          </a:prstGeom>
          <a:solidFill>
            <a:srgbClr val="9fb4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75" name="PlaceHolder 1"/>
          <p:cNvSpPr>
            <a:spLocks noGrp="1"/>
          </p:cNvSpPr>
          <p:nvPr>
            <p:ph type="body"/>
          </p:nvPr>
        </p:nvSpPr>
        <p:spPr>
          <a:xfrm>
            <a:off x="-1029240" y="-1136880"/>
            <a:ext cx="3005280" cy="274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29;p72"/>
          <p:cNvSpPr/>
          <p:nvPr/>
        </p:nvSpPr>
        <p:spPr>
          <a:xfrm>
            <a:off x="2390040" y="235080"/>
            <a:ext cx="936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THEME. </a:t>
            </a:r>
            <a:r>
              <a:rPr b="0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multipurpose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130;p72"/>
          <p:cNvSpPr/>
          <p:nvPr/>
        </p:nvSpPr>
        <p:spPr>
          <a:xfrm>
            <a:off x="2197800" y="254880"/>
            <a:ext cx="93600" cy="73440"/>
          </a:xfrm>
          <a:custGeom>
            <a:avLst/>
            <a:gdLst>
              <a:gd name="textAreaLeft" fmla="*/ 0 w 93600"/>
              <a:gd name="textAreaRight" fmla="*/ 93960 w 93600"/>
              <a:gd name="textAreaTop" fmla="*/ 0 h 73440"/>
              <a:gd name="textAreaBottom" fmla="*/ 73800 h 734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5465" y="974"/>
                </a:moveTo>
                <a:cubicBezTo>
                  <a:pt x="15465" y="3086"/>
                  <a:pt x="15465" y="3086"/>
                  <a:pt x="15465" y="3086"/>
                </a:cubicBezTo>
                <a:cubicBezTo>
                  <a:pt x="15465" y="3248"/>
                  <a:pt x="15337" y="3573"/>
                  <a:pt x="15209" y="3735"/>
                </a:cubicBezTo>
                <a:cubicBezTo>
                  <a:pt x="15082" y="3898"/>
                  <a:pt x="14826" y="4060"/>
                  <a:pt x="14698" y="4060"/>
                </a:cubicBezTo>
                <a:cubicBezTo>
                  <a:pt x="767" y="4060"/>
                  <a:pt x="767" y="4060"/>
                  <a:pt x="767" y="4060"/>
                </a:cubicBezTo>
                <a:cubicBezTo>
                  <a:pt x="511" y="4060"/>
                  <a:pt x="383" y="3898"/>
                  <a:pt x="128" y="3735"/>
                </a:cubicBezTo>
                <a:cubicBezTo>
                  <a:pt x="0" y="3573"/>
                  <a:pt x="0" y="3248"/>
                  <a:pt x="0" y="3086"/>
                </a:cubicBezTo>
                <a:cubicBezTo>
                  <a:pt x="0" y="974"/>
                  <a:pt x="0" y="974"/>
                  <a:pt x="0" y="974"/>
                </a:cubicBezTo>
                <a:cubicBezTo>
                  <a:pt x="0" y="812"/>
                  <a:pt x="0" y="487"/>
                  <a:pt x="128" y="325"/>
                </a:cubicBezTo>
                <a:cubicBezTo>
                  <a:pt x="383" y="162"/>
                  <a:pt x="511" y="0"/>
                  <a:pt x="767" y="0"/>
                </a:cubicBezTo>
                <a:cubicBezTo>
                  <a:pt x="14698" y="0"/>
                  <a:pt x="14698" y="0"/>
                  <a:pt x="14698" y="0"/>
                </a:cubicBezTo>
                <a:cubicBezTo>
                  <a:pt x="14826" y="0"/>
                  <a:pt x="15082" y="162"/>
                  <a:pt x="15209" y="325"/>
                </a:cubicBezTo>
                <a:cubicBezTo>
                  <a:pt x="15337" y="487"/>
                  <a:pt x="15465" y="812"/>
                  <a:pt x="15465" y="974"/>
                </a:cubicBezTo>
                <a:close/>
                <a:moveTo>
                  <a:pt x="20066" y="6983"/>
                </a:moveTo>
                <a:cubicBezTo>
                  <a:pt x="20066" y="8932"/>
                  <a:pt x="20066" y="8932"/>
                  <a:pt x="20066" y="8932"/>
                </a:cubicBezTo>
                <a:cubicBezTo>
                  <a:pt x="20066" y="9095"/>
                  <a:pt x="19938" y="9420"/>
                  <a:pt x="19811" y="9582"/>
                </a:cubicBezTo>
                <a:cubicBezTo>
                  <a:pt x="19683" y="9744"/>
                  <a:pt x="19555" y="9907"/>
                  <a:pt x="19299" y="9907"/>
                </a:cubicBezTo>
                <a:cubicBezTo>
                  <a:pt x="767" y="9907"/>
                  <a:pt x="767" y="9907"/>
                  <a:pt x="767" y="9907"/>
                </a:cubicBezTo>
                <a:cubicBezTo>
                  <a:pt x="511" y="9907"/>
                  <a:pt x="383" y="9744"/>
                  <a:pt x="128" y="9582"/>
                </a:cubicBezTo>
                <a:cubicBezTo>
                  <a:pt x="0" y="9420"/>
                  <a:pt x="0" y="9095"/>
                  <a:pt x="0" y="8932"/>
                </a:cubicBezTo>
                <a:cubicBezTo>
                  <a:pt x="0" y="6983"/>
                  <a:pt x="0" y="6983"/>
                  <a:pt x="0" y="6983"/>
                </a:cubicBezTo>
                <a:cubicBezTo>
                  <a:pt x="0" y="6659"/>
                  <a:pt x="0" y="6496"/>
                  <a:pt x="128" y="6171"/>
                </a:cubicBezTo>
                <a:cubicBezTo>
                  <a:pt x="383" y="6009"/>
                  <a:pt x="511" y="6009"/>
                  <a:pt x="767" y="6009"/>
                </a:cubicBezTo>
                <a:cubicBezTo>
                  <a:pt x="19299" y="6009"/>
                  <a:pt x="19299" y="6009"/>
                  <a:pt x="19299" y="6009"/>
                </a:cubicBezTo>
                <a:cubicBezTo>
                  <a:pt x="19555" y="6009"/>
                  <a:pt x="19683" y="6009"/>
                  <a:pt x="19811" y="6171"/>
                </a:cubicBezTo>
                <a:cubicBezTo>
                  <a:pt x="19938" y="6496"/>
                  <a:pt x="20066" y="6659"/>
                  <a:pt x="20066" y="6983"/>
                </a:cubicBezTo>
                <a:close/>
                <a:moveTo>
                  <a:pt x="16999" y="12830"/>
                </a:moveTo>
                <a:cubicBezTo>
                  <a:pt x="16999" y="14779"/>
                  <a:pt x="16999" y="14779"/>
                  <a:pt x="16999" y="14779"/>
                </a:cubicBezTo>
                <a:cubicBezTo>
                  <a:pt x="16999" y="15104"/>
                  <a:pt x="16871" y="15266"/>
                  <a:pt x="16743" y="15429"/>
                </a:cubicBezTo>
                <a:cubicBezTo>
                  <a:pt x="16615" y="15753"/>
                  <a:pt x="16360" y="15753"/>
                  <a:pt x="16232" y="15753"/>
                </a:cubicBezTo>
                <a:cubicBezTo>
                  <a:pt x="767" y="15753"/>
                  <a:pt x="767" y="15753"/>
                  <a:pt x="767" y="15753"/>
                </a:cubicBezTo>
                <a:cubicBezTo>
                  <a:pt x="511" y="15753"/>
                  <a:pt x="383" y="15753"/>
                  <a:pt x="128" y="15429"/>
                </a:cubicBezTo>
                <a:cubicBezTo>
                  <a:pt x="0" y="15266"/>
                  <a:pt x="0" y="15104"/>
                  <a:pt x="0" y="14779"/>
                </a:cubicBezTo>
                <a:cubicBezTo>
                  <a:pt x="0" y="12830"/>
                  <a:pt x="0" y="12830"/>
                  <a:pt x="0" y="12830"/>
                </a:cubicBezTo>
                <a:cubicBezTo>
                  <a:pt x="0" y="12505"/>
                  <a:pt x="0" y="12343"/>
                  <a:pt x="128" y="12180"/>
                </a:cubicBezTo>
                <a:cubicBezTo>
                  <a:pt x="383" y="12018"/>
                  <a:pt x="511" y="11856"/>
                  <a:pt x="767" y="11856"/>
                </a:cubicBezTo>
                <a:cubicBezTo>
                  <a:pt x="16232" y="11856"/>
                  <a:pt x="16232" y="11856"/>
                  <a:pt x="16232" y="11856"/>
                </a:cubicBezTo>
                <a:cubicBezTo>
                  <a:pt x="16360" y="11856"/>
                  <a:pt x="16615" y="12018"/>
                  <a:pt x="16743" y="12180"/>
                </a:cubicBezTo>
                <a:cubicBezTo>
                  <a:pt x="16871" y="12343"/>
                  <a:pt x="16999" y="12505"/>
                  <a:pt x="16999" y="12830"/>
                </a:cubicBezTo>
                <a:close/>
                <a:moveTo>
                  <a:pt x="21600" y="18677"/>
                </a:moveTo>
                <a:cubicBezTo>
                  <a:pt x="21600" y="20626"/>
                  <a:pt x="21600" y="20626"/>
                  <a:pt x="21600" y="20626"/>
                </a:cubicBezTo>
                <a:cubicBezTo>
                  <a:pt x="21600" y="20950"/>
                  <a:pt x="21472" y="21113"/>
                  <a:pt x="21344" y="21438"/>
                </a:cubicBezTo>
                <a:cubicBezTo>
                  <a:pt x="21217" y="21600"/>
                  <a:pt x="21089" y="21600"/>
                  <a:pt x="20833" y="21600"/>
                </a:cubicBezTo>
                <a:cubicBezTo>
                  <a:pt x="767" y="21600"/>
                  <a:pt x="767" y="21600"/>
                  <a:pt x="767" y="21600"/>
                </a:cubicBezTo>
                <a:cubicBezTo>
                  <a:pt x="511" y="21600"/>
                  <a:pt x="383" y="21600"/>
                  <a:pt x="128" y="21438"/>
                </a:cubicBezTo>
                <a:cubicBezTo>
                  <a:pt x="0" y="21113"/>
                  <a:pt x="0" y="20950"/>
                  <a:pt x="0" y="20626"/>
                </a:cubicBezTo>
                <a:cubicBezTo>
                  <a:pt x="0" y="18677"/>
                  <a:pt x="0" y="18677"/>
                  <a:pt x="0" y="18677"/>
                </a:cubicBezTo>
                <a:cubicBezTo>
                  <a:pt x="0" y="18514"/>
                  <a:pt x="0" y="18189"/>
                  <a:pt x="128" y="18027"/>
                </a:cubicBezTo>
                <a:cubicBezTo>
                  <a:pt x="383" y="17865"/>
                  <a:pt x="511" y="17702"/>
                  <a:pt x="767" y="17702"/>
                </a:cubicBezTo>
                <a:cubicBezTo>
                  <a:pt x="20833" y="17702"/>
                  <a:pt x="20833" y="17702"/>
                  <a:pt x="20833" y="17702"/>
                </a:cubicBezTo>
                <a:cubicBezTo>
                  <a:pt x="21089" y="17702"/>
                  <a:pt x="21217" y="17865"/>
                  <a:pt x="21344" y="18027"/>
                </a:cubicBezTo>
                <a:cubicBezTo>
                  <a:pt x="21472" y="18189"/>
                  <a:pt x="21600" y="18514"/>
                  <a:pt x="21600" y="18677"/>
                </a:cubicBezTo>
                <a:close/>
              </a:path>
            </a:pathLst>
          </a:custGeom>
          <a:solidFill>
            <a:srgbClr val="5358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cxnSp>
        <p:nvCxnSpPr>
          <p:cNvPr id="78" name="Google Shape;131;p72"/>
          <p:cNvCxnSpPr/>
          <p:nvPr/>
        </p:nvCxnSpPr>
        <p:spPr>
          <a:xfrm flipV="1">
            <a:off x="7538760" y="243000"/>
            <a:ext cx="360" cy="90720"/>
          </a:xfrm>
          <a:prstGeom prst="straightConnector1">
            <a:avLst/>
          </a:prstGeom>
          <a:ln w="12700">
            <a:solidFill>
              <a:srgbClr val="a6aaa9"/>
            </a:solidFill>
            <a:miter/>
          </a:ln>
        </p:spPr>
      </p:cxnSp>
      <p:sp>
        <p:nvSpPr>
          <p:cNvPr id="79" name="Google Shape;132;p72"/>
          <p:cNvSpPr/>
          <p:nvPr/>
        </p:nvSpPr>
        <p:spPr>
          <a:xfrm>
            <a:off x="7616520" y="243000"/>
            <a:ext cx="1118520" cy="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Creative &amp; Professional Projects.</a:t>
            </a:r>
            <a:endParaRPr b="0" lang="ru-RU" sz="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4"/>
          </p:nvPr>
        </p:nvSpPr>
        <p:spPr>
          <a:xfrm>
            <a:off x="7385760" y="243000"/>
            <a:ext cx="8928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48E3F19-4EC2-4503-998C-E87EF7E057DB}" type="slidenum"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135;p73"/>
          <p:cNvSpPr/>
          <p:nvPr/>
        </p:nvSpPr>
        <p:spPr>
          <a:xfrm>
            <a:off x="834048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82" name="Google Shape;136;p73"/>
          <p:cNvSpPr/>
          <p:nvPr/>
        </p:nvSpPr>
        <p:spPr>
          <a:xfrm>
            <a:off x="882612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421d5a"/>
          </a:solidFill>
          <a:ln w="0">
            <a:noFill/>
          </a:ln>
          <a:effectLst>
            <a:outerShdw blurRad="127080" dir="2388334" dist="5061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83" name="Google Shape;137;p73"/>
          <p:cNvSpPr/>
          <p:nvPr/>
        </p:nvSpPr>
        <p:spPr>
          <a:xfrm>
            <a:off x="8899920" y="4913640"/>
            <a:ext cx="43560" cy="67680"/>
          </a:xfrm>
          <a:custGeom>
            <a:avLst/>
            <a:gdLst>
              <a:gd name="textAreaLeft" fmla="*/ 0 w 43560"/>
              <a:gd name="textAreaRight" fmla="*/ 4392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84" name="Google Shape;138;p73"/>
          <p:cNvSpPr/>
          <p:nvPr/>
        </p:nvSpPr>
        <p:spPr>
          <a:xfrm flipH="1">
            <a:off x="8413200" y="4913640"/>
            <a:ext cx="43560" cy="67680"/>
          </a:xfrm>
          <a:custGeom>
            <a:avLst/>
            <a:gdLst>
              <a:gd name="textAreaLeft" fmla="*/ -360 w 43560"/>
              <a:gd name="textAreaRight" fmla="*/ 4356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85" name="Google Shape;139;p73"/>
          <p:cNvSpPr/>
          <p:nvPr/>
        </p:nvSpPr>
        <p:spPr>
          <a:xfrm>
            <a:off x="387360" y="265320"/>
            <a:ext cx="49291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2100" strike="noStrike" u="none">
                <a:solidFill>
                  <a:srgbClr val="494949"/>
                </a:solidFill>
                <a:effectLst/>
                <a:uFillTx/>
                <a:latin typeface="Helvetica Neue"/>
                <a:ea typeface="Helvetica Neue"/>
              </a:rPr>
              <a:t>Infographic Collection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Google Shape;140;p73"/>
          <p:cNvCxnSpPr/>
          <p:nvPr/>
        </p:nvCxnSpPr>
        <p:spPr>
          <a:xfrm>
            <a:off x="4228920" y="485640"/>
            <a:ext cx="4415040" cy="360"/>
          </a:xfrm>
          <a:prstGeom prst="straightConnector1">
            <a:avLst/>
          </a:prstGeom>
          <a:ln w="12700">
            <a:solidFill>
              <a:srgbClr val="c2c2c2"/>
            </a:solidFill>
            <a:miter/>
          </a:ln>
        </p:spPr>
      </p:cxnSp>
      <p:sp>
        <p:nvSpPr>
          <p:cNvPr id="87" name="PlaceHolder 1"/>
          <p:cNvSpPr>
            <a:spLocks noGrp="1"/>
          </p:cNvSpPr>
          <p:nvPr>
            <p:ph type="sldNum" idx="15"/>
          </p:nvPr>
        </p:nvSpPr>
        <p:spPr>
          <a:xfrm>
            <a:off x="8589240" y="4856760"/>
            <a:ext cx="17892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DC88E96-26F8-4902-A18C-A8B92D88729E}" type="slidenum">
              <a: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2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" name="Google Shape;143;p74"/>
          <p:cNvCxnSpPr/>
          <p:nvPr/>
        </p:nvCxnSpPr>
        <p:spPr>
          <a:xfrm>
            <a:off x="473040" y="4964400"/>
            <a:ext cx="8271360" cy="6840"/>
          </a:xfrm>
          <a:prstGeom prst="straightConnector1">
            <a:avLst/>
          </a:prstGeom>
          <a:ln w="12700">
            <a:solidFill>
              <a:srgbClr val="d9d9d9"/>
            </a:solidFill>
            <a:miter/>
          </a:ln>
        </p:spPr>
      </p:cxnSp>
      <p:sp>
        <p:nvSpPr>
          <p:cNvPr id="89" name="PlaceHolder 1"/>
          <p:cNvSpPr>
            <a:spLocks noGrp="1"/>
          </p:cNvSpPr>
          <p:nvPr>
            <p:ph type="body"/>
          </p:nvPr>
        </p:nvSpPr>
        <p:spPr>
          <a:xfrm>
            <a:off x="876240" y="270720"/>
            <a:ext cx="7391160" cy="416520"/>
          </a:xfrm>
          <a:prstGeom prst="rect">
            <a:avLst/>
          </a:prstGeom>
          <a:noFill/>
          <a:ln w="0">
            <a:noFill/>
          </a:ln>
          <a:effectLst>
            <a:outerShdw dist="0" dir="0" blurRad="127080" rotWithShape="0">
              <a:srgbClr val="000000">
                <a:alpha val="40000"/>
              </a:srgbClr>
            </a:outerShdw>
          </a:effectLst>
        </p:spPr>
        <p:txBody>
          <a:bodyPr lIns="34200" rIns="34200" tIns="34200" bIns="342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876240" y="659520"/>
            <a:ext cx="7391160" cy="236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16"/>
          </p:nvPr>
        </p:nvSpPr>
        <p:spPr>
          <a:xfrm>
            <a:off x="117360" y="4860720"/>
            <a:ext cx="192960" cy="206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B318D00-F42A-4930-A081-AFD5BE9FB897}" type="slidenum">
              <a: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148;p75"/>
          <p:cNvSpPr/>
          <p:nvPr/>
        </p:nvSpPr>
        <p:spPr>
          <a:xfrm>
            <a:off x="198360" y="187920"/>
            <a:ext cx="391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startup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Google Shape;149;p75"/>
          <p:cNvCxnSpPr/>
          <p:nvPr/>
        </p:nvCxnSpPr>
        <p:spPr>
          <a:xfrm>
            <a:off x="8783640" y="459360"/>
            <a:ext cx="360" cy="298440"/>
          </a:xfrm>
          <a:prstGeom prst="straightConnector1">
            <a:avLst/>
          </a:prstGeom>
          <a:ln w="38100">
            <a:solidFill>
              <a:srgbClr val="344046"/>
            </a:solidFill>
            <a:miter/>
          </a:ln>
        </p:spPr>
      </p:cxnSp>
      <p:sp>
        <p:nvSpPr>
          <p:cNvPr id="94" name="Google Shape;150;p75"/>
          <p:cNvSpPr/>
          <p:nvPr/>
        </p:nvSpPr>
        <p:spPr>
          <a:xfrm flipH="1" rot="2700000">
            <a:off x="8732520" y="4778640"/>
            <a:ext cx="99360" cy="99360"/>
          </a:xfrm>
          <a:custGeom>
            <a:avLst/>
            <a:gdLst>
              <a:gd name="textAreaLeft" fmla="*/ 360 w 99360"/>
              <a:gd name="textAreaRight" fmla="*/ 100080 w 99360"/>
              <a:gd name="textAreaTop" fmla="*/ 0 h 99360"/>
              <a:gd name="textAreaBottom" fmla="*/ 99720 h 993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35"/>
                </a:moveTo>
                <a:lnTo>
                  <a:pt x="21565" y="35"/>
                </a:lnTo>
                <a:lnTo>
                  <a:pt x="21565" y="0"/>
                </a:lnTo>
                <a:lnTo>
                  <a:pt x="0" y="0"/>
                </a:lnTo>
                <a:lnTo>
                  <a:pt x="0" y="2875"/>
                </a:lnTo>
                <a:lnTo>
                  <a:pt x="18725" y="2875"/>
                </a:lnTo>
                <a:lnTo>
                  <a:pt x="18725" y="2160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34404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9080" rIns="19080"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rgbClr val="5e5e5e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293480" y="95040"/>
            <a:ext cx="4281840" cy="176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ldNum" idx="17"/>
          </p:nvPr>
        </p:nvSpPr>
        <p:spPr>
          <a:xfrm>
            <a:off x="8670960" y="185760"/>
            <a:ext cx="222840" cy="2293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B52E948-6056-400F-96D2-D93F362FEB5C}" type="slidenum"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154;p76"/>
          <p:cNvSpPr/>
          <p:nvPr/>
        </p:nvSpPr>
        <p:spPr>
          <a:xfrm>
            <a:off x="663120" y="1404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5610600" y="1436760"/>
            <a:ext cx="2475360" cy="243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642960" y="1436760"/>
            <a:ext cx="2949120" cy="28584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Google Shape;158;p76" descr="Google Shape;22;p83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PlaceHolder 4"/>
          <p:cNvSpPr>
            <a:spLocks noGrp="1"/>
          </p:cNvSpPr>
          <p:nvPr>
            <p:ph type="sldNum" idx="18"/>
          </p:nvPr>
        </p:nvSpPr>
        <p:spPr>
          <a:xfrm>
            <a:off x="6553080" y="4497120"/>
            <a:ext cx="549720" cy="5868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625E64F-F3A8-4A4D-8DD3-2AB639E33C6B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&amp;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oogle Shape;161;p77"/>
          <p:cNvGrpSpPr/>
          <p:nvPr/>
        </p:nvGrpSpPr>
        <p:grpSpPr>
          <a:xfrm>
            <a:off x="444960" y="407520"/>
            <a:ext cx="1466640" cy="363240"/>
            <a:chOff x="444960" y="407520"/>
            <a:chExt cx="1466640" cy="363240"/>
          </a:xfrm>
        </p:grpSpPr>
        <p:sp>
          <p:nvSpPr>
            <p:cNvPr id="104" name="Google Shape;162;p77"/>
            <p:cNvSpPr/>
            <p:nvPr/>
          </p:nvSpPr>
          <p:spPr>
            <a:xfrm>
              <a:off x="727200" y="421560"/>
              <a:ext cx="1184400" cy="349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000001"/>
                  </a:solidFill>
                  <a:effectLst/>
                  <a:uFillTx/>
                  <a:latin typeface="Open Sans SemiBold"/>
                  <a:ea typeface="Open Sans SemiBold"/>
                </a:rPr>
                <a:t>BUSINESS TOOLS </a:t>
              </a:r>
              <a:r>
                <a:rPr b="1" lang="ru" sz="600" strike="noStrike" u="none">
                  <a:solidFill>
                    <a:srgbClr val="000001"/>
                  </a:solidFill>
                  <a:effectLst/>
                  <a:uFillTx/>
                  <a:latin typeface="Open Sans"/>
                  <a:ea typeface="Open Sans"/>
                </a:rPr>
                <a:t>PRO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Google Shape;163;p77"/>
            <p:cNvSpPr/>
            <p:nvPr/>
          </p:nvSpPr>
          <p:spPr>
            <a:xfrm>
              <a:off x="444960" y="407520"/>
              <a:ext cx="199800" cy="22212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222120"/>
                <a:gd name="textAreaBottom" fmla="*/ 222480 h 222120"/>
              </a:gdLst>
              <a:ahLst/>
              <a:cxnLst/>
              <a:rect l="textAreaLeft" t="textAreaTop" r="textAreaRight" b="textAreaBottom"/>
              <a:pathLst>
                <a:path w="21575" h="21600">
                  <a:moveTo>
                    <a:pt x="5602" y="0"/>
                  </a:moveTo>
                  <a:cubicBezTo>
                    <a:pt x="5252" y="29"/>
                    <a:pt x="4921" y="153"/>
                    <a:pt x="4651" y="356"/>
                  </a:cubicBezTo>
                  <a:cubicBezTo>
                    <a:pt x="4352" y="581"/>
                    <a:pt x="4145" y="891"/>
                    <a:pt x="4064" y="1234"/>
                  </a:cubicBezTo>
                  <a:lnTo>
                    <a:pt x="0" y="21600"/>
                  </a:lnTo>
                  <a:lnTo>
                    <a:pt x="20473" y="15097"/>
                  </a:lnTo>
                  <a:cubicBezTo>
                    <a:pt x="20837" y="14990"/>
                    <a:pt x="21145" y="14768"/>
                    <a:pt x="21343" y="14473"/>
                  </a:cubicBezTo>
                  <a:cubicBezTo>
                    <a:pt x="21502" y="14236"/>
                    <a:pt x="21581" y="13962"/>
                    <a:pt x="21570" y="13685"/>
                  </a:cubicBezTo>
                  <a:lnTo>
                    <a:pt x="21570" y="1341"/>
                  </a:lnTo>
                  <a:cubicBezTo>
                    <a:pt x="21600" y="1015"/>
                    <a:pt x="21487" y="692"/>
                    <a:pt x="21255" y="441"/>
                  </a:cubicBezTo>
                  <a:cubicBezTo>
                    <a:pt x="21028" y="195"/>
                    <a:pt x="20705" y="37"/>
                    <a:pt x="20352" y="0"/>
                  </a:cubicBezTo>
                  <a:lnTo>
                    <a:pt x="5602" y="0"/>
                  </a:lnTo>
                  <a:close/>
                  <a:moveTo>
                    <a:pt x="9446" y="2655"/>
                  </a:moveTo>
                  <a:cubicBezTo>
                    <a:pt x="9939" y="2660"/>
                    <a:pt x="10346" y="3005"/>
                    <a:pt x="10380" y="3449"/>
                  </a:cubicBezTo>
                  <a:lnTo>
                    <a:pt x="10380" y="6492"/>
                  </a:lnTo>
                  <a:cubicBezTo>
                    <a:pt x="13122" y="4877"/>
                    <a:pt x="16786" y="6465"/>
                    <a:pt x="17101" y="9404"/>
                  </a:cubicBezTo>
                  <a:cubicBezTo>
                    <a:pt x="17343" y="11666"/>
                    <a:pt x="15308" y="13594"/>
                    <a:pt x="12765" y="13570"/>
                  </a:cubicBezTo>
                  <a:cubicBezTo>
                    <a:pt x="10462" y="13548"/>
                    <a:pt x="8580" y="11907"/>
                    <a:pt x="8478" y="9832"/>
                  </a:cubicBezTo>
                  <a:lnTo>
                    <a:pt x="8478" y="3496"/>
                  </a:lnTo>
                  <a:cubicBezTo>
                    <a:pt x="8491" y="3024"/>
                    <a:pt x="8922" y="2650"/>
                    <a:pt x="9446" y="2655"/>
                  </a:cubicBezTo>
                  <a:close/>
                  <a:moveTo>
                    <a:pt x="12799" y="7557"/>
                  </a:moveTo>
                  <a:cubicBezTo>
                    <a:pt x="12185" y="7557"/>
                    <a:pt x="11571" y="7768"/>
                    <a:pt x="11102" y="8191"/>
                  </a:cubicBezTo>
                  <a:cubicBezTo>
                    <a:pt x="10165" y="9035"/>
                    <a:pt x="10165" y="10405"/>
                    <a:pt x="11102" y="11250"/>
                  </a:cubicBezTo>
                  <a:cubicBezTo>
                    <a:pt x="12039" y="12095"/>
                    <a:pt x="13558" y="12095"/>
                    <a:pt x="14495" y="11250"/>
                  </a:cubicBezTo>
                  <a:cubicBezTo>
                    <a:pt x="15432" y="10405"/>
                    <a:pt x="15432" y="9035"/>
                    <a:pt x="14495" y="8191"/>
                  </a:cubicBezTo>
                  <a:cubicBezTo>
                    <a:pt x="14027" y="7768"/>
                    <a:pt x="13413" y="7557"/>
                    <a:pt x="12799" y="7557"/>
                  </a:cubicBezTo>
                  <a:close/>
                </a:path>
              </a:pathLst>
            </a:custGeom>
            <a:solidFill>
              <a:srgbClr val="326ec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rgbClr val="5e5e5e"/>
                </a:solidFill>
                <a:effectLst/>
                <a:uFillTx/>
                <a:latin typeface="Helvetica Neue"/>
                <a:ea typeface="Helvetica Neue"/>
              </a:endParaRPr>
            </a:p>
          </p:txBody>
        </p:sp>
      </p:grpSp>
      <p:sp>
        <p:nvSpPr>
          <p:cNvPr id="106" name="PlaceHolder 1"/>
          <p:cNvSpPr>
            <a:spLocks noGrp="1"/>
          </p:cNvSpPr>
          <p:nvPr>
            <p:ph type="sldNum" idx="19"/>
          </p:nvPr>
        </p:nvSpPr>
        <p:spPr>
          <a:xfrm>
            <a:off x="8528760" y="425520"/>
            <a:ext cx="150840" cy="1299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D40EEFB-47C4-4B7D-8307-DE06582E4735}" type="slidenum">
              <a: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66;p78"/>
          <p:cNvGrpSpPr/>
          <p:nvPr/>
        </p:nvGrpSpPr>
        <p:grpSpPr>
          <a:xfrm>
            <a:off x="423360" y="4540320"/>
            <a:ext cx="1568160" cy="610920"/>
            <a:chOff x="423360" y="4540320"/>
            <a:chExt cx="1568160" cy="610920"/>
          </a:xfrm>
        </p:grpSpPr>
        <p:sp>
          <p:nvSpPr>
            <p:cNvPr id="108" name="Google Shape;167;p78"/>
            <p:cNvSpPr/>
            <p:nvPr/>
          </p:nvSpPr>
          <p:spPr>
            <a:xfrm>
              <a:off x="426240" y="4540320"/>
              <a:ext cx="1565280" cy="61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0077bf"/>
                  </a:solidFill>
                  <a:effectLst/>
                  <a:uFillTx/>
                  <a:latin typeface="Open Sans SemiBold"/>
                  <a:ea typeface="Open Sans SemiBold"/>
                </a:rPr>
                <a:t>Funnel Pack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Google Shape;168;p78"/>
            <p:cNvSpPr/>
            <p:nvPr/>
          </p:nvSpPr>
          <p:spPr>
            <a:xfrm>
              <a:off x="423360" y="4742280"/>
              <a:ext cx="1079280" cy="360"/>
            </a:xfrm>
            <a:custGeom>
              <a:avLst/>
              <a:gdLst>
                <a:gd name="textAreaLeft" fmla="*/ 0 w 1079280"/>
                <a:gd name="textAreaRight" fmla="*/ 1079640 w 107928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21600" h="12000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rIns="17280" tIns="360" bIns="360" anchor="t">
              <a:no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795240" y="854280"/>
            <a:ext cx="7313760" cy="8164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851760" y="1751400"/>
            <a:ext cx="7678440" cy="26323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20"/>
          </p:nvPr>
        </p:nvSpPr>
        <p:spPr>
          <a:xfrm>
            <a:off x="8551440" y="4686480"/>
            <a:ext cx="141840" cy="150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208804D-F4A8-449B-A66B-72B3A16DD3BD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Num" idx="21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0D86663-5DE0-4811-8A6B-2A7970F5D89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body"/>
          </p:nvPr>
        </p:nvSpPr>
        <p:spPr>
          <a:xfrm>
            <a:off x="450360" y="4447440"/>
            <a:ext cx="823896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title"/>
          </p:nvPr>
        </p:nvSpPr>
        <p:spPr>
          <a:xfrm>
            <a:off x="452520" y="9655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450360" y="2708640"/>
            <a:ext cx="8238960" cy="7138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sldNum" idx="22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F033504-A20F-4CCF-B78F-6172105825F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 фото (вариант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body"/>
          </p:nvPr>
        </p:nvSpPr>
        <p:spPr>
          <a:xfrm>
            <a:off x="4114800" y="-76320"/>
            <a:ext cx="4554000" cy="5300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title"/>
          </p:nvPr>
        </p:nvSpPr>
        <p:spPr>
          <a:xfrm>
            <a:off x="452520" y="476280"/>
            <a:ext cx="3666960" cy="22057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body"/>
          </p:nvPr>
        </p:nvSpPr>
        <p:spPr>
          <a:xfrm>
            <a:off x="452520" y="2647800"/>
            <a:ext cx="3666960" cy="20192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sldNum" idx="23"/>
          </p:nvPr>
        </p:nvSpPr>
        <p:spPr>
          <a:xfrm>
            <a:off x="4500720" y="490752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31E1316-30CF-4840-8A5F-8C379D41B2C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пункты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1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sldNum" idx="24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03948E7-380D-402D-9865-A5AF5C7A42E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25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4B3210A-2569-4647-931B-F3F571A70BD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, пункты и 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body"/>
          </p:nvPr>
        </p:nvSpPr>
        <p:spPr>
          <a:xfrm>
            <a:off x="452520" y="889920"/>
            <a:ext cx="3666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452520" y="1593360"/>
            <a:ext cx="3666960" cy="30960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4572000" y="-152640"/>
            <a:ext cx="4093560" cy="545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title"/>
          </p:nvPr>
        </p:nvSpPr>
        <p:spPr>
          <a:xfrm>
            <a:off x="452520" y="404640"/>
            <a:ext cx="3666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5"/>
          <p:cNvSpPr>
            <a:spLocks noGrp="1"/>
          </p:cNvSpPr>
          <p:nvPr>
            <p:ph type="sldNum" idx="26"/>
          </p:nvPr>
        </p:nvSpPr>
        <p:spPr>
          <a:xfrm>
            <a:off x="4500720" y="4906080"/>
            <a:ext cx="13788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A62F4DC-AEE1-4F1B-9F0E-08DEBB20FE5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488;g130e7787a26_1_308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4" name="Google Shape;1489;g130e7787a26_1_308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sldNum" idx="2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969B5F3-992C-4C14-815C-78DA198640A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1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sldNum" idx="28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31367F6-FCB2-4342-9414-414AC4EBC46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2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2061;g130e7787a26_1_365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Google Shape;2062;g130e7787a26_1_3659" descr="Google Shape;514;p2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Google Shape;2063;g130e7787a26_1_365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sldNum" idx="2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8E78A8A-5106-49CD-99D7-328E7E1017D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2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2066;g130e7787a26_1_366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Google Shape;2067;g130e7787a26_1_3664" descr="Google Shape;517;p2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Google Shape;2068;g130e7787a26_1_366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1"/>
          <p:cNvSpPr>
            <a:spLocks noGrp="1"/>
          </p:cNvSpPr>
          <p:nvPr>
            <p:ph type="sldNum" idx="3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55865D3-ABB6-43B6-B908-9A888DECA39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2071;g130e7787a26_1_366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2072;g130e7787a26_1_3669" descr="Google Shape;520;p2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2073;g130e7787a26_1_366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sldNum" idx="3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4D78314-EF1D-4124-A80E-FB031007CD9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2076;g130e7787a26_1_367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Google Shape;2077;g130e7787a26_1_3674" descr="Google Shape;523;p2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078;g130e7787a26_1_367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1"/>
          <p:cNvSpPr>
            <a:spLocks noGrp="1"/>
          </p:cNvSpPr>
          <p:nvPr>
            <p:ph type="sldNum" idx="3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FBDC6CF-ECC6-49B6-96F7-93672612CFF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2081;g130e7787a26_1_367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1" name="Google Shape;2082;g130e7787a26_1_3679" descr="Google Shape;526;p2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Google Shape;2083;g130e7787a26_1_367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sldNum" idx="3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642B0CF-FB48-4DE2-8352-582B913C6F5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2086;g130e7787a26_1_368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Google Shape;2087;g130e7787a26_1_3684" descr="Google Shape;529;p2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Google Shape;2088;g130e7787a26_1_368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sldNum" idx="3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A62819A-232D-4B30-81E2-4492720D326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2091;g130e7787a26_1_368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Google Shape;2092;g130e7787a26_1_3689" descr="Google Shape;532;p2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Google Shape;2093;g130e7787a26_1_368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1"/>
          <p:cNvSpPr>
            <a:spLocks noGrp="1"/>
          </p:cNvSpPr>
          <p:nvPr>
            <p:ph type="sldNum" idx="3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12B5CF5-9445-4D6B-8913-5E9D6C88F39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Google Shape;2096;g130e7787a26_1_369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Google Shape;2097;g130e7787a26_1_3694" descr="Google Shape;535;p2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Google Shape;2098;g130e7787a26_1_369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1"/>
          <p:cNvSpPr>
            <a:spLocks noGrp="1"/>
          </p:cNvSpPr>
          <p:nvPr>
            <p:ph type="sldNum" idx="3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4FD36A1-FFEB-4C11-BDA7-69A898FF9BF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2101;g130e7787a26_1_369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5" name="Google Shape;2102;g130e7787a26_1_3699" descr="Google Shape;538;p3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Google Shape;2103;g130e7787a26_1_369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1"/>
          <p:cNvSpPr>
            <a:spLocks noGrp="1"/>
          </p:cNvSpPr>
          <p:nvPr>
            <p:ph type="sldNum" idx="3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6450B4F-1293-4A70-95FA-EFB17AB361D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2106;g130e7787a26_1_370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Google Shape;2107;g130e7787a26_1_3704" descr="Google Shape;541;p3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Google Shape;2108;g130e7787a26_1_370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1"/>
          <p:cNvSpPr>
            <a:spLocks noGrp="1"/>
          </p:cNvSpPr>
          <p:nvPr>
            <p:ph type="sldNum" idx="3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6B63488-1A80-4323-8209-1842871A6DC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1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sldNum" idx="39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C296799-C13E-4BBE-9B9D-F621F00C823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2111;g130e7787a26_1_370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Google Shape;2112;g130e7787a26_1_3709" descr="Google Shape;544;p3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Google Shape;2113;g130e7787a26_1_370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1"/>
          <p:cNvSpPr>
            <a:spLocks noGrp="1"/>
          </p:cNvSpPr>
          <p:nvPr>
            <p:ph type="sldNum" idx="4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00EDDB5-AB80-491C-9682-AE112A27548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2116;g130e7787a26_1_371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Google Shape;2117;g130e7787a26_1_3714" descr="Google Shape;547;p3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Google Shape;2118;g130e7787a26_1_371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 type="sldNum" idx="4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878519C-0761-40A2-A7EE-BD427F5A1DF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2121;g130e7787a26_1_371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Google Shape;2122;g130e7787a26_1_3719" descr="Google Shape;550;p3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Google Shape;2123;g130e7787a26_1_371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sldNum" idx="4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BA9190F-C86C-4027-A13B-CC8A9A354D0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2126;g130e7787a26_1_372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Google Shape;2127;g130e7787a26_1_3724" descr="Google Shape;553;p3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Google Shape;2128;g130e7787a26_1_372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sldNum" idx="4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4A2D029-0988-4F46-9F4A-B8CB9D346C0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2131;g130e7787a26_1_372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Google Shape;2132;g130e7787a26_1_3729" descr="Google Shape;556;p3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Google Shape;2133;g130e7787a26_1_372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sldNum" idx="4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01DBFCA-3766-400A-BC48-67F5B5F56C5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2136;g130e7787a26_1_373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Google Shape;2137;g130e7787a26_1_3734" descr="Google Shape;559;p3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Google Shape;2138;g130e7787a26_1_373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 type="sldNum" idx="4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D477E70-B354-4A78-B59B-565F5982623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2141;g130e7787a26_1_373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Google Shape;2142;g130e7787a26_1_3739" descr="Google Shape;562;p3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Google Shape;2143;g130e7787a26_1_373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1"/>
          <p:cNvSpPr>
            <a:spLocks noGrp="1"/>
          </p:cNvSpPr>
          <p:nvPr>
            <p:ph type="sldNum" idx="4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DDC6A17-F11E-4D00-81B1-8989795CF81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2146;g130e7787a26_1_374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Google Shape;2147;g130e7787a26_1_3744" descr="Google Shape;565;p3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" name="Google Shape;2148;g130e7787a26_1_374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sldNum" idx="4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66F6AA2-278C-43DD-A67E-31F0A045BF5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_1_1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2151;g130e7787a26_1_374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Google Shape;2152;g130e7787a26_1_3749" descr="Google Shape;568;p4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Google Shape;2153;g130e7787a26_1_374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 type="sldNum" idx="4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4F1B7AC-9F9C-4C52-9827-AE5E5AA4B52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2156;g130e7787a26_1_375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" name="Google Shape;2157;g130e7787a26_1_3754" descr="Google Shape;571;p4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PlaceHolder 1"/>
          <p:cNvSpPr>
            <a:spLocks noGrp="1"/>
          </p:cNvSpPr>
          <p:nvPr>
            <p:ph type="sldNum" idx="4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D1903B5-47D6-436B-9BCE-F742D431421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1"/>
          <p:cNvSpPr>
            <a:spLocks noGrp="1"/>
          </p:cNvSpPr>
          <p:nvPr>
            <p:ph type="body"/>
          </p:nvPr>
        </p:nvSpPr>
        <p:spPr>
          <a:xfrm>
            <a:off x="452520" y="889920"/>
            <a:ext cx="3666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452520" y="1593360"/>
            <a:ext cx="3666960" cy="30960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body"/>
          </p:nvPr>
        </p:nvSpPr>
        <p:spPr>
          <a:xfrm>
            <a:off x="4572000" y="-152640"/>
            <a:ext cx="4093560" cy="545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 type="title"/>
          </p:nvPr>
        </p:nvSpPr>
        <p:spPr>
          <a:xfrm>
            <a:off x="452520" y="404640"/>
            <a:ext cx="3666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 type="sldNum" idx="50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2389972-B3AD-4C23-8F4B-9B44CA5B334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2160;g130e7787a26_1_375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2161;g130e7787a26_1_3758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8" name="Google Shape;2162;g130e7787a26_1_3758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Google Shape;2163;g130e7787a26_1_3758" descr="Google Shape;575;p42"/>
          <p:cNvPicPr/>
          <p:nvPr/>
        </p:nvPicPr>
        <p:blipFill>
          <a:blip r:embed="rId2"/>
          <a:srcRect l="5591" t="6242" r="879" b="11375"/>
          <a:stretch/>
        </p:blipFill>
        <p:spPr>
          <a:xfrm>
            <a:off x="68400" y="0"/>
            <a:ext cx="9033480" cy="497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PlaceHolder 1"/>
          <p:cNvSpPr>
            <a:spLocks noGrp="1"/>
          </p:cNvSpPr>
          <p:nvPr>
            <p:ph type="sldNum" idx="5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DE2C281-A686-463A-B1F2-87D19028CDB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2166;g130e7787a26_1_376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Google Shape;2167;g130e7787a26_1_3764" descr="Google Shape;577;p43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Google Shape;2168;g130e7787a26_1_376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 type="sldNum" idx="5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26B73D0-0EF7-49CB-8499-45448BB7F78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льзовательский макет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2171;g130e7787a26_1_376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Google Shape;2172;g130e7787a26_1_3769" descr="Google Shape;580;p4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Google Shape;2173;g130e7787a26_1_376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2174;g130e7787a26_1_3769"/>
          <p:cNvSpPr/>
          <p:nvPr/>
        </p:nvSpPr>
        <p:spPr>
          <a:xfrm>
            <a:off x="0" y="0"/>
            <a:ext cx="299952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1"/>
          <p:cNvSpPr>
            <a:spLocks noGrp="1"/>
          </p:cNvSpPr>
          <p:nvPr>
            <p:ph type="sldNum" idx="5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64DB666-8D7B-43D7-913B-76947A432AD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_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2177;g130e7787a26_1_377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2178;g130e7787a26_1_377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8" name="Google Shape;2179;g130e7787a26_1_377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2180;g130e7787a26_1_3775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sldNum" idx="5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48FECC4-9823-4DAE-9457-CB736B913B9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Рисунок с подписью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2183;g130e7787a26_1_378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6200" cy="304776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Google Shape;2187;g130e7787a26_1_3781" descr="Google Shape;592;p4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7"/>
          <p:cNvSpPr>
            <a:spLocks noGrp="1"/>
          </p:cNvSpPr>
          <p:nvPr>
            <p:ph type="sldNum" idx="5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ECB838F-C3F4-4290-9419-0EA81DF0D0C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2193;g130e7787a26_1_379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5" name="Google Shape;2194;g130e7787a26_1_3791"/>
          <p:cNvGrpSpPr/>
          <p:nvPr/>
        </p:nvGrpSpPr>
        <p:grpSpPr>
          <a:xfrm>
            <a:off x="6458040" y="0"/>
            <a:ext cx="2685600" cy="5143320"/>
            <a:chOff x="6458040" y="0"/>
            <a:chExt cx="2685600" cy="5143320"/>
          </a:xfrm>
        </p:grpSpPr>
        <p:sp>
          <p:nvSpPr>
            <p:cNvPr id="316" name="Google Shape;2195;g130e7787a26_1_3791"/>
            <p:cNvSpPr/>
            <p:nvPr/>
          </p:nvSpPr>
          <p:spPr>
            <a:xfrm>
              <a:off x="6458040" y="0"/>
              <a:ext cx="268560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17" name="Google Shape;2196;g130e7787a26_1_3791"/>
            <p:cNvSpPr/>
            <p:nvPr/>
          </p:nvSpPr>
          <p:spPr>
            <a:xfrm>
              <a:off x="6483600" y="2315880"/>
              <a:ext cx="2634120" cy="4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18" name="Google Shape;2197;g130e7787a26_1_3791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319" name="Google Shape;2198;g130e7787a26_1_3791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20" name="Google Shape;2199;g130e7787a26_1_3791"/>
            <p:cNvSpPr/>
            <p:nvPr/>
          </p:nvSpPr>
          <p:spPr>
            <a:xfrm>
              <a:off x="25560" y="2478600"/>
              <a:ext cx="6399720" cy="20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5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DE3D3C8-0FDF-4CD1-82D3-7001EBA75B7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2204;g130e7787a26_1_380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2205;g130e7787a26_1_380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8" name="Google Shape;2206;g130e7787a26_1_380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2209;g130e7787a26_1_380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2211;g130e7787a26_1_380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2212;g130e7787a26_1_3802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4"/>
          <p:cNvSpPr>
            <a:spLocks noGrp="1"/>
          </p:cNvSpPr>
          <p:nvPr>
            <p:ph type="sldNum" idx="57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9AB753D-6296-4287-92B9-179FAAAA76F4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2215;g130e7787a26_1_381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2216;g130e7787a26_1_3813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0" name="Google Shape;2217;g130e7787a26_1_3813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1" name="Google Shape;2218;g130e7787a26_1_3813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2" name="Google Shape;2219;g130e7787a26_1_3813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3" name="Google Shape;2220;g130e7787a26_1_3813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4" name="Google Shape;2221;g130e7787a26_1_3813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5" name="Google Shape;2222;g130e7787a26_1_3813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6" name="Google Shape;2223;g130e7787a26_1_3813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7" name="Google Shape;2224;g130e7787a26_1_3813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8" name="Google Shape;2225;g130e7787a26_1_381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9" name="Google Shape;2226;g130e7787a26_1_381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lnSpcReduction="9999"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2229;g130e7787a26_1_3813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2231;g130e7787a26_1_3813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2232;g130e7787a26_1_3813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 type="sldNum" idx="58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9AA0F3F-8579-4D15-B759-9CE865E68026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2235;g130e7787a26_1_383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2236;g130e7787a26_1_383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1" name="Google Shape;2237;g130e7787a26_1_383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2" name="Google Shape;2238;g130e7787a26_1_3833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Google Shape;2239;g130e7787a26_1_3833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Google Shape;2240;g130e7787a26_1_3833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5" name="Google Shape;2241;g130e7787a26_1_3833" descr="Google Shape;636;p50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sldNum" idx="59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6AF1B24-623D-42BD-921B-B5225B150BE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2244;g130e7787a26_1_384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2245;g130e7787a26_1_3842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71" name="Google Shape;2246;g130e7787a26_1_384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72" name="Google Shape;2247;g130e7787a26_1_384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2248;g130e7787a26_1_384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2249;g130e7787a26_1_384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1"/>
          <p:cNvSpPr>
            <a:spLocks noGrp="1"/>
          </p:cNvSpPr>
          <p:nvPr>
            <p:ph type="sldNum" idx="60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455F8A3-EA73-4413-86C0-3BB000A20E05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7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2520" y="170028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ctr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sldNum" idx="61"/>
          </p:nvPr>
        </p:nvSpPr>
        <p:spPr>
          <a:xfrm>
            <a:off x="4494960" y="491652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47E2422-241E-4B02-849C-C9925CD5FC1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2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8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2252;g130e7787a26_1_385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2253;g130e7787a26_1_3850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84" name="Google Shape;2254;g130e7787a26_1_385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6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319BB62-C8D8-4349-85F6-8346C244D43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8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2257;g130e7787a26_1_385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Google Shape;2258;g130e7787a26_1_385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90" name="Google Shape;2259;g130e7787a26_1_385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sldNum" idx="6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3AC1420-D11A-427F-BA91-1AB9E978551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9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Google Shape;2262;g130e7787a26_1_386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Google Shape;2263;g130e7787a26_1_3860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 type="sldNum" idx="6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BD89C40-1EC6-40E6-B6E5-B75BB699FEC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9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Google Shape;2266;g130e7787a26_1_386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00" name="Google Shape;2267;g130e7787a26_1_3864"/>
          <p:cNvGrpSpPr/>
          <p:nvPr/>
        </p:nvGrpSpPr>
        <p:grpSpPr>
          <a:xfrm>
            <a:off x="6458040" y="0"/>
            <a:ext cx="2685960" cy="5143320"/>
            <a:chOff x="6458040" y="0"/>
            <a:chExt cx="2685960" cy="5143320"/>
          </a:xfrm>
        </p:grpSpPr>
        <p:sp>
          <p:nvSpPr>
            <p:cNvPr id="401" name="Google Shape;2268;g130e7787a26_1_3864"/>
            <p:cNvSpPr/>
            <p:nvPr/>
          </p:nvSpPr>
          <p:spPr>
            <a:xfrm>
              <a:off x="6458040" y="0"/>
              <a:ext cx="268596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2" name="Google Shape;2269;g130e7787a26_1_3864"/>
            <p:cNvSpPr/>
            <p:nvPr/>
          </p:nvSpPr>
          <p:spPr>
            <a:xfrm>
              <a:off x="6483600" y="2315880"/>
              <a:ext cx="2634480" cy="4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03" name="Google Shape;2270;g130e7787a26_1_3864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404" name="Google Shape;2271;g130e7787a26_1_3864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5" name="Google Shape;2272;g130e7787a26_1_3864"/>
            <p:cNvSpPr/>
            <p:nvPr/>
          </p:nvSpPr>
          <p:spPr>
            <a:xfrm>
              <a:off x="25560" y="2478600"/>
              <a:ext cx="6399720" cy="20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6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3A84372-870A-4DA7-AF70-93EE158156F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2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1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Google Shape;2277;g130e7787a26_1_387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Google Shape;2278;g130e7787a26_1_387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13" name="Google Shape;2279;g130e7787a26_1_387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2280;g130e7787a26_1_3875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15" name="PlaceHolder 1"/>
          <p:cNvSpPr>
            <a:spLocks noGrp="1"/>
          </p:cNvSpPr>
          <p:nvPr>
            <p:ph type="sldNum" idx="6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D3E4D8F-D9E4-48F4-9AF4-BD948563AF5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1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Google Shape;2283;g130e7787a26_1_388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9" name="Google Shape;2284;g130e7787a26_1_3881" descr="Google Shape;669;g1172c77faa7_2_531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Google Shape;2285;g130e7787a26_1_388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1"/>
          <p:cNvSpPr>
            <a:spLocks noGrp="1"/>
          </p:cNvSpPr>
          <p:nvPr>
            <p:ph type="sldNum" idx="6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8030601-8EF5-4A4D-82FC-CCE9CE993FC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2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2288;g130e7787a26_1_388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5" name="Google Shape;2289;g130e7787a26_1_3886" descr="Google Shape;672;g1172c77faa7_2_53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Google Shape;2290;g130e7787a26_1_388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1"/>
          <p:cNvSpPr>
            <a:spLocks noGrp="1"/>
          </p:cNvSpPr>
          <p:nvPr>
            <p:ph type="sldNum" idx="6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67C3BBF-2820-4C5B-AEB6-CD269DB73D7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2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Google Shape;2293;g130e7787a26_1_389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1" name="Google Shape;2294;g130e7787a26_1_3891" descr="Google Shape;675;g1172c77faa7_2_53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Google Shape;2295;g130e7787a26_1_389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1"/>
          <p:cNvSpPr>
            <a:spLocks noGrp="1"/>
          </p:cNvSpPr>
          <p:nvPr>
            <p:ph type="sldNum" idx="6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EC80195-E7D1-46C2-AA19-3FC6A2004F9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3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2298;g130e7787a26_1_389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Google Shape;2299;g130e7787a26_1_3896" descr="Google Shape;678;g1172c77faa7_2_54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8" name="Google Shape;2300;g130e7787a26_1_389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sldNum" idx="7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CB0C745-EB52-4735-A897-2D8FA3D3742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4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Google Shape;2303;g130e7787a26_1_390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3" name="Google Shape;2304;g130e7787a26_1_3901" descr="Google Shape;681;g1172c77faa7_2_54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Google Shape;2305;g130e7787a26_1_390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1"/>
          <p:cNvSpPr>
            <a:spLocks noGrp="1"/>
          </p:cNvSpPr>
          <p:nvPr>
            <p:ph type="sldNum" idx="7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5D879B2-9FE3-4381-8730-4D60A2D1F06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4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72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6AA61E8-5272-4A8C-AF2A-2C5AADFA70E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5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2308;g130e7787a26_1_390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4" name="Google Shape;2309;g130e7787a26_1_3906" descr="Google Shape;684;g1172c77faa7_2_54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Google Shape;2310;g130e7787a26_1_390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1"/>
          <p:cNvSpPr>
            <a:spLocks noGrp="1"/>
          </p:cNvSpPr>
          <p:nvPr>
            <p:ph type="sldNum" idx="7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176FE97-4A3F-4163-8A9A-A6091400BB9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5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2313;g130e7787a26_1_391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0" name="Google Shape;2314;g130e7787a26_1_3911" descr="Google Shape;687;g1172c77faa7_2_54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Google Shape;2315;g130e7787a26_1_391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1"/>
          <p:cNvSpPr>
            <a:spLocks noGrp="1"/>
          </p:cNvSpPr>
          <p:nvPr>
            <p:ph type="sldNum" idx="7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16FA24E-3978-4FFF-A699-258B8789F85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6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Google Shape;2318;g130e7787a26_1_391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Google Shape;2319;g130e7787a26_1_3916" descr="Google Shape;690;g1172c77faa7_2_55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Google Shape;2320;g130e7787a26_1_391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1"/>
          <p:cNvSpPr>
            <a:spLocks noGrp="1"/>
          </p:cNvSpPr>
          <p:nvPr>
            <p:ph type="sldNum" idx="7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32704C7-83C0-400C-B267-45698E72104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7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Google Shape;2323;g130e7787a26_1_392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2" name="Google Shape;2324;g130e7787a26_1_3921" descr="Google Shape;693;g1172c77faa7_2_55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Google Shape;2325;g130e7787a26_1_392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1"/>
          <p:cNvSpPr>
            <a:spLocks noGrp="1"/>
          </p:cNvSpPr>
          <p:nvPr>
            <p:ph type="sldNum" idx="7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C2FEF83-9549-48F4-810B-7961EA59CBF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7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Google Shape;2328;g130e7787a26_1_392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8" name="Google Shape;2329;g130e7787a26_1_3926" descr="Google Shape;696;g1172c77faa7_2_55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Google Shape;2330;g130e7787a26_1_392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1"/>
          <p:cNvSpPr>
            <a:spLocks noGrp="1"/>
          </p:cNvSpPr>
          <p:nvPr>
            <p:ph type="sldNum" idx="7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49AE430-08FC-4D5D-A05E-494E854F502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8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Google Shape;2333;g130e7787a26_1_393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4" name="Google Shape;2334;g130e7787a26_1_3931" descr="Google Shape;699;g1172c77faa7_2_56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Google Shape;2335;g130e7787a26_1_393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1"/>
          <p:cNvSpPr>
            <a:spLocks noGrp="1"/>
          </p:cNvSpPr>
          <p:nvPr>
            <p:ph type="sldNum" idx="7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D37AACA-8C54-4AA6-9CFA-E33E36A2F9E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8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Google Shape;2338;g130e7787a26_1_393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0" name="Google Shape;2339;g130e7787a26_1_3936" descr="Google Shape;702;g1172c77faa7_2_56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Google Shape;2340;g130e7787a26_1_393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1"/>
          <p:cNvSpPr>
            <a:spLocks noGrp="1"/>
          </p:cNvSpPr>
          <p:nvPr>
            <p:ph type="sldNum" idx="7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43D6F84-2179-40AA-9E61-F2D0EEA9C2B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9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Google Shape;2343;g130e7787a26_1_394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6" name="Google Shape;2344;g130e7787a26_1_3941" descr="Google Shape;705;g1172c77faa7_2_56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Google Shape;2345;g130e7787a26_1_394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31207DB-DC8B-4059-8027-0FD6CA11DB1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0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2348;g130e7787a26_1_394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Google Shape;2349;g130e7787a26_1_3946" descr="Google Shape;708;g1172c77faa7_2_57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Google Shape;2350;g130e7787a26_1_394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1"/>
          <p:cNvSpPr>
            <a:spLocks noGrp="1"/>
          </p:cNvSpPr>
          <p:nvPr>
            <p:ph type="sldNum" idx="8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D682F4A-C5E3-4250-A6AB-8BDE99BEC45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0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Google Shape;2353;g130e7787a26_1_395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8" name="Google Shape;2354;g130e7787a26_1_3951" descr="Google Shape;711;g1172c77faa7_2_57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Google Shape;2355;g130e7787a26_1_395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1"/>
          <p:cNvSpPr>
            <a:spLocks noGrp="1"/>
          </p:cNvSpPr>
          <p:nvPr>
            <p:ph type="sldNum" idx="8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F516D97-1DB9-44EB-9FF7-BF9E3C32442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1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4"/>
          <p:cNvSpPr>
            <a:spLocks noGrp="1"/>
          </p:cNvSpPr>
          <p:nvPr>
            <p:ph type="sldNum" idx="83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3D0041B-52BD-4BCE-8FA5-2670599EBAF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1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Google Shape;2358;g130e7787a26_1_395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Google Shape;2359;g130e7787a26_1_3956" descr="Google Shape;714;g1172c77faa7_2_57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Google Shape;2360;g130e7787a26_1_395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1"/>
          <p:cNvSpPr>
            <a:spLocks noGrp="1"/>
          </p:cNvSpPr>
          <p:nvPr>
            <p:ph type="sldNum" idx="8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FFCF127-CEBA-48F8-9103-8602AB9A708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2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Google Shape;2363;g130e7787a26_1_396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6" name="Google Shape;2364;g130e7787a26_1_3961" descr="Google Shape;717;g1172c77faa7_2_57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Google Shape;2365;g130e7787a26_1_396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1"/>
          <p:cNvSpPr>
            <a:spLocks noGrp="1"/>
          </p:cNvSpPr>
          <p:nvPr>
            <p:ph type="sldNum" idx="8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B266904-5486-4CAF-A742-7FBA0C2C141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3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Google Shape;2368;g130e7787a26_1_396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2" name="Google Shape;2369;g130e7787a26_1_3966" descr="Google Shape;720;g1172c77faa7_2_58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Google Shape;2370;g130e7787a26_1_396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1"/>
          <p:cNvSpPr>
            <a:spLocks noGrp="1"/>
          </p:cNvSpPr>
          <p:nvPr>
            <p:ph type="sldNum" idx="8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0359E1F-A8CD-4E03-B2C6-D8911E0D98F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3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Google Shape;2373;g130e7787a26_1_397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8" name="Google Shape;2374;g130e7787a26_1_3971" descr="Google Shape;723;g1172c77faa7_2_58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Google Shape;2375;g130e7787a26_1_397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1"/>
          <p:cNvSpPr>
            <a:spLocks noGrp="1"/>
          </p:cNvSpPr>
          <p:nvPr>
            <p:ph type="sldNum" idx="8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1A4C487-AA2E-48F6-9535-B5657992DD8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4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Google Shape;2378;g130e7787a26_1_397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4" name="Google Shape;2379;g130e7787a26_1_3976" descr="Google Shape;726;g1172c77faa7_2_58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Google Shape;2380;g130e7787a26_1_397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1"/>
          <p:cNvSpPr>
            <a:spLocks noGrp="1"/>
          </p:cNvSpPr>
          <p:nvPr>
            <p:ph type="sldNum" idx="8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A066A8C-9833-42C2-AEE9-7AC9596998D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1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4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Google Shape;2383;g130e7787a26_1_398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Google Shape;2384;g130e7787a26_1_3981" descr="Google Shape;729;g1172c77faa7_2_59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Google Shape;2385;g130e7787a26_1_398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1"/>
          <p:cNvSpPr>
            <a:spLocks noGrp="1"/>
          </p:cNvSpPr>
          <p:nvPr>
            <p:ph type="sldNum" idx="8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3C258C4-03B9-4422-A6C3-924D036B48D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Ваш макет 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5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Google Shape;2388;g130e7787a26_1_398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6" name="Google Shape;2389;g130e7787a26_1_3986" descr="Google Shape;732;g1172c77faa7_2_59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sldNum" idx="9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524690E-A867-4D4D-B5E0-A17A96FED5C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5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Google Shape;2392;g130e7787a26_1_399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Google Shape;2393;g130e7787a26_1_3990" descr="Google Shape;734;g1172c77faa7_2_596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2" name="Google Shape;2394;g130e7787a26_1_399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1"/>
          <p:cNvSpPr>
            <a:spLocks noGrp="1"/>
          </p:cNvSpPr>
          <p:nvPr>
            <p:ph type="sldNum" idx="9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A6E0CAC-0304-4CFE-B128-F0D82144629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льзовательский макет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6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Google Shape;2397;g130e7787a26_1_399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Google Shape;2398;g130e7787a26_1_3995" descr="Google Shape;737;g1172c77faa7_2_59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Google Shape;2399;g130e7787a26_1_399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2400;g130e7787a26_1_3995"/>
          <p:cNvSpPr/>
          <p:nvPr/>
        </p:nvSpPr>
        <p:spPr>
          <a:xfrm>
            <a:off x="0" y="0"/>
            <a:ext cx="299952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1"/>
          <p:cNvSpPr>
            <a:spLocks noGrp="1"/>
          </p:cNvSpPr>
          <p:nvPr>
            <p:ph type="sldNum" idx="9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D466A8F-6FF5-4969-8E5D-19992146CC4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Рисунок с подписью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7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2403;g130e7787a26_1_400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b">
            <a:normAutofit fontScale="92500" lnSpcReduction="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5840" cy="30477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Google Shape;2407;g130e7787a26_1_4001" descr="Google Shape;745;g1172c77faa7_2_603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PlaceHolder 7"/>
          <p:cNvSpPr>
            <a:spLocks noGrp="1"/>
          </p:cNvSpPr>
          <p:nvPr>
            <p:ph type="sldNum" idx="9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4FB5203-DBA3-457E-8C83-C5EB809BBE1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8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PlaceHolder 1"/>
          <p:cNvSpPr>
            <a:spLocks noGrp="1"/>
          </p:cNvSpPr>
          <p:nvPr>
            <p:ph type="body"/>
          </p:nvPr>
        </p:nvSpPr>
        <p:spPr>
          <a:xfrm>
            <a:off x="452520" y="1845360"/>
            <a:ext cx="8238960" cy="14526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2"/>
          <p:cNvSpPr>
            <a:spLocks noGrp="1"/>
          </p:cNvSpPr>
          <p:nvPr>
            <p:ph type="sldNum" idx="94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8BDA04E-93E8-4787-94CD-855AE2A77E2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8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Google Shape;2413;g130e7787a26_1_401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Google Shape;2414;g130e7787a26_1_4011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90" name="Google Shape;2415;g130e7787a26_1_401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Google Shape;2418;g130e7787a26_1_4011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2420;g130e7787a26_1_4011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2421;g130e7787a26_1_4011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4"/>
          <p:cNvSpPr>
            <a:spLocks noGrp="1"/>
          </p:cNvSpPr>
          <p:nvPr>
            <p:ph type="sldNum" idx="95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2B59A92-DF50-46DB-9929-3F3E99C731F2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9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2424;g130e7787a26_1_402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Google Shape;2425;g130e7787a26_1_4022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2" name="Google Shape;2426;g130e7787a26_1_4022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3" name="Google Shape;2427;g130e7787a26_1_4022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4" name="Google Shape;2428;g130e7787a26_1_4022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5" name="Google Shape;2429;g130e7787a26_1_4022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6" name="Google Shape;2430;g130e7787a26_1_4022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7" name="Google Shape;2431;g130e7787a26_1_4022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8" name="Google Shape;2432;g130e7787a26_1_4022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09" name="Google Shape;2433;g130e7787a26_1_4022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0" name="Google Shape;2434;g130e7787a26_1_402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1" name="Google Shape;2435;g130e7787a26_1_402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Google Shape;2438;g130e7787a26_1_402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Google Shape;2440;g130e7787a26_1_402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Google Shape;2441;g130e7787a26_1_4022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PlaceHolder 4"/>
          <p:cNvSpPr>
            <a:spLocks noGrp="1"/>
          </p:cNvSpPr>
          <p:nvPr>
            <p:ph type="sldNum" idx="96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1B29533-3D25-4425-8A53-6DC330049A23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2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2444;g130e7787a26_1_404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Google Shape;2445;g130e7787a26_1_404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23" name="Google Shape;2446;g130e7787a26_1_404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24" name="Google Shape;2447;g130e7787a26_1_404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Google Shape;2448;g130e7787a26_1_404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Google Shape;2449;g130e7787a26_1_404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7" name="Google Shape;2450;g130e7787a26_1_4042" descr="Google Shape;784;g1172c77faa7_2_641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8" name="PlaceHolder 1"/>
          <p:cNvSpPr>
            <a:spLocks noGrp="1"/>
          </p:cNvSpPr>
          <p:nvPr>
            <p:ph type="sldNum" idx="97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9668E2A-649D-4B66-8135-CC711B48DB1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3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Google Shape;2453;g130e7787a26_1_405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Google Shape;2454;g130e7787a26_1_4051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33" name="Google Shape;2455;g130e7787a26_1_405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34" name="Google Shape;2456;g130e7787a26_1_4051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Google Shape;2457;g130e7787a26_1_4051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Google Shape;2458;g130e7787a26_1_4051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1"/>
          <p:cNvSpPr>
            <a:spLocks noGrp="1"/>
          </p:cNvSpPr>
          <p:nvPr>
            <p:ph type="sldNum" idx="98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1754F36-1A77-4CDC-BB19-267C34E107BC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инЦерт содержание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3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Google Shape;2461;g130e7787a26_1_405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1" name="Google Shape;2462;g130e7787a26_1_4059"/>
          <p:cNvCxnSpPr/>
          <p:nvPr/>
        </p:nvCxnSpPr>
        <p:spPr>
          <a:xfrm flipV="1">
            <a:off x="7164000" y="617760"/>
            <a:ext cx="1980000" cy="1008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642" name="Google Shape;2463;g130e7787a26_1_4059"/>
          <p:cNvSpPr/>
          <p:nvPr/>
        </p:nvSpPr>
        <p:spPr>
          <a:xfrm>
            <a:off x="8280000" y="123480"/>
            <a:ext cx="863640" cy="503640"/>
          </a:xfrm>
          <a:prstGeom prst="rect">
            <a:avLst/>
          </a:prstGeom>
          <a:solidFill>
            <a:srgbClr val="009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43" name="PlaceHolder 1"/>
          <p:cNvSpPr>
            <a:spLocks noGrp="1"/>
          </p:cNvSpPr>
          <p:nvPr>
            <p:ph type="sldNum" idx="99"/>
          </p:nvPr>
        </p:nvSpPr>
        <p:spPr>
          <a:xfrm>
            <a:off x="8617680" y="267480"/>
            <a:ext cx="224640" cy="2041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958B9D9-7A0D-4B1A-A23C-EF0B92EE537F}" type="slidenum">
              <a: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&lt;number&gt;</a:t>
            </a:fld>
            <a:endParaRPr b="0" lang="ru-RU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4" name="Google Shape;2465;g130e7787a26_1_4059" descr="Google Shape;797;g1172c77faa7_2_656"/>
          <p:cNvPicPr/>
          <p:nvPr/>
        </p:nvPicPr>
        <p:blipFill>
          <a:blip r:embed="rId2"/>
          <a:stretch/>
        </p:blipFill>
        <p:spPr>
          <a:xfrm>
            <a:off x="7164360" y="299520"/>
            <a:ext cx="1007640" cy="151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инЦерт титул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4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2467;g130e7787a26_1_406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1"/>
          <p:cNvSpPr>
            <a:spLocks noGrp="1"/>
          </p:cNvSpPr>
          <p:nvPr>
            <p:ph type="sldNum" idx="10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EF08BCE-91B7-479D-92FB-5A52ED6FAEE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5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Google Shape;2470;g130e7787a26_1_406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Google Shape;2471;g130e7787a26_1_4068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53" name="Google Shape;2472;g130e7787a26_1_4068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1"/>
          <p:cNvSpPr>
            <a:spLocks noGrp="1"/>
          </p:cNvSpPr>
          <p:nvPr>
            <p:ph type="sldNum" idx="10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52AEF7A-4AA6-439E-8688-1D99A19B005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5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Google Shape;2475;g130e7787a26_1_407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Google Shape;2476;g130e7787a26_1_4073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59" name="Google Shape;2477;g130e7787a26_1_4073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1"/>
          <p:cNvSpPr>
            <a:spLocks noGrp="1"/>
          </p:cNvSpPr>
          <p:nvPr>
            <p:ph type="sldNum" idx="10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CDC267F-1783-48D4-A387-5C6A5ACAF61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_1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6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Google Shape;2480;g130e7787a26_1_407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Google Shape;2481;g130e7787a26_1_4078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65" name="Google Shape;2482;g130e7787a26_1_4078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Google Shape;2483;g130e7787a26_1_4078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67" name="PlaceHolder 1"/>
          <p:cNvSpPr>
            <a:spLocks noGrp="1"/>
          </p:cNvSpPr>
          <p:nvPr>
            <p:ph type="sldNum" idx="10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389DE08-0B7D-47C7-ADD6-CF35BB1A554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6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Google Shape;2486;g130e7787a26_1_408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Google Shape;2487;g130e7787a26_1_4084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72" name="Google Shape;2488;g130e7787a26_1_408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3" name="Google Shape;2489;g130e7787a26_1_4084" descr="Google Shape;818;g11b39afd45e_0_180"/>
          <p:cNvPicPr/>
          <p:nvPr/>
        </p:nvPicPr>
        <p:blipFill>
          <a:blip r:embed="rId2"/>
          <a:srcRect l="5591" t="6242" r="879" b="11375"/>
          <a:stretch/>
        </p:blipFill>
        <p:spPr>
          <a:xfrm>
            <a:off x="68400" y="0"/>
            <a:ext cx="9033480" cy="497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4" name="PlaceHolder 1"/>
          <p:cNvSpPr>
            <a:spLocks noGrp="1"/>
          </p:cNvSpPr>
          <p:nvPr>
            <p:ph type="sldNum" idx="10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9104568-F8D5-4B70-AC0F-86C9CDDAC7C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7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1"/>
          <p:cNvSpPr>
            <a:spLocks noGrp="1"/>
          </p:cNvSpPr>
          <p:nvPr>
            <p:ph type="body"/>
          </p:nvPr>
        </p:nvSpPr>
        <p:spPr>
          <a:xfrm>
            <a:off x="452520" y="403560"/>
            <a:ext cx="8238960" cy="27151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452520" y="309816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105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D2C4A52-D051-4E28-B8CB-FD9CD950B6B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8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2492;g130e7787a26_1_409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3" name="Google Shape;2493;g130e7787a26_1_4090" descr="Google Shape;820;g11b39afd45e_0_18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4" name="Google Shape;2494;g130e7787a26_1_409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1"/>
          <p:cNvSpPr>
            <a:spLocks noGrp="1"/>
          </p:cNvSpPr>
          <p:nvPr>
            <p:ph type="sldNum" idx="10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25C3B05-28C3-4F71-A4E1-3F1F3A7ADD1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2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8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Google Shape;2497;g130e7787a26_1_409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9" name="Google Shape;2498;g130e7787a26_1_4095" descr="Google Shape;823;g11b39afd45e_0_18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Google Shape;2499;g130e7787a26_1_409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PlaceHolder 1"/>
          <p:cNvSpPr>
            <a:spLocks noGrp="1"/>
          </p:cNvSpPr>
          <p:nvPr>
            <p:ph type="sldNum" idx="10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E1529D0-A297-40A8-A40E-DF2857ECFBA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2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9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502;g130e7787a26_1_410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5" name="Google Shape;2503;g130e7787a26_1_4100" descr="Google Shape;826;g11b39afd45e_0_19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6" name="Google Shape;2504;g130e7787a26_1_410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PlaceHolder 1"/>
          <p:cNvSpPr>
            <a:spLocks noGrp="1"/>
          </p:cNvSpPr>
          <p:nvPr>
            <p:ph type="sldNum" idx="10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E0F21D9-E443-4D13-8185-A36E7E1BE7B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2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9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2507;g130e7787a26_1_410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1" name="Google Shape;2508;g130e7787a26_1_4105" descr="Google Shape;829;g11b39afd45e_0_19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2" name="Google Shape;2509;g130e7787a26_1_410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PlaceHolder 1"/>
          <p:cNvSpPr>
            <a:spLocks noGrp="1"/>
          </p:cNvSpPr>
          <p:nvPr>
            <p:ph type="sldNum" idx="10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3ACCF2D-3907-439C-A3E6-87FADC507F7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0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Google Shape;2512;g130e7787a26_1_411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7" name="Google Shape;2513;g130e7787a26_1_4110" descr="Google Shape;832;g11b39afd45e_0_19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Google Shape;2514;g130e7787a26_1_411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PlaceHolder 1"/>
          <p:cNvSpPr>
            <a:spLocks noGrp="1"/>
          </p:cNvSpPr>
          <p:nvPr>
            <p:ph type="sldNum" idx="11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7381426-1A28-47F7-9B5A-9E49EBA5891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1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Google Shape;2517;g130e7787a26_1_411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3" name="Google Shape;2518;g130e7787a26_1_4115" descr="Google Shape;835;g11b39afd45e_0_19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Google Shape;2519;g130e7787a26_1_411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PlaceHolder 1"/>
          <p:cNvSpPr>
            <a:spLocks noGrp="1"/>
          </p:cNvSpPr>
          <p:nvPr>
            <p:ph type="sldNum" idx="11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738B24B-B06E-45E3-9D62-A2DFA5FDA6B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1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Google Shape;2522;g130e7787a26_1_412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9" name="Google Shape;2523;g130e7787a26_1_4120" descr="Google Shape;838;g11b39afd45e_0_20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Google Shape;2524;g130e7787a26_1_412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PlaceHolder 1"/>
          <p:cNvSpPr>
            <a:spLocks noGrp="1"/>
          </p:cNvSpPr>
          <p:nvPr>
            <p:ph type="sldNum" idx="11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9974A77-F921-492B-A1AC-6588B4A0343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2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Google Shape;2527;g130e7787a26_1_412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Google Shape;2528;g130e7787a26_1_4125" descr="Google Shape;841;g11b39afd45e_0_20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Google Shape;2529;g130e7787a26_1_412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PlaceHolder 1"/>
          <p:cNvSpPr>
            <a:spLocks noGrp="1"/>
          </p:cNvSpPr>
          <p:nvPr>
            <p:ph type="sldNum" idx="11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91C5DF9-2352-4A25-B12B-20ADE120302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2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Google Shape;2532;g130e7787a26_1_413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1" name="Google Shape;2533;g130e7787a26_1_4130" descr="Google Shape;844;g11b39afd45e_0_20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2" name="Google Shape;2534;g130e7787a26_1_413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PlaceHolder 1"/>
          <p:cNvSpPr>
            <a:spLocks noGrp="1"/>
          </p:cNvSpPr>
          <p:nvPr>
            <p:ph type="sldNum" idx="11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7D2501F-0A7A-4A02-8AC9-1FC7027B460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3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Google Shape;2537;g130e7787a26_1_413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7" name="Google Shape;2538;g130e7787a26_1_4135" descr="Google Shape;847;g11b39afd45e_0_21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8" name="Google Shape;2539;g130e7787a26_1_413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PlaceHolder 1"/>
          <p:cNvSpPr>
            <a:spLocks noGrp="1"/>
          </p:cNvSpPr>
          <p:nvPr>
            <p:ph type="sldNum" idx="11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807BFC9-F521-4476-8F3F-4633F46C39C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4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PlaceHolder 1"/>
          <p:cNvSpPr>
            <a:spLocks noGrp="1"/>
          </p:cNvSpPr>
          <p:nvPr>
            <p:ph type="body"/>
          </p:nvPr>
        </p:nvSpPr>
        <p:spPr>
          <a:xfrm>
            <a:off x="911160" y="4003200"/>
            <a:ext cx="757476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57720" y="1852560"/>
            <a:ext cx="7828200" cy="14385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116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448257B-92B9-4E47-884B-7B9A68E1F06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4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Google Shape;2542;g130e7787a26_1_414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8" name="Google Shape;2543;g130e7787a26_1_4140" descr="Google Shape;850;g11b39afd45e_0_21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9" name="Google Shape;2544;g130e7787a26_1_414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1"/>
          <p:cNvSpPr>
            <a:spLocks noGrp="1"/>
          </p:cNvSpPr>
          <p:nvPr>
            <p:ph type="sldNum" idx="11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C10B6BC-AD54-47B7-A68C-361D9663A2C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5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Google Shape;2547;g130e7787a26_1_414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4" name="Google Shape;2548;g130e7787a26_1_4145" descr="Google Shape;853;g11b39afd45e_0_21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5" name="Google Shape;2549;g130e7787a26_1_414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1"/>
          <p:cNvSpPr>
            <a:spLocks noGrp="1"/>
          </p:cNvSpPr>
          <p:nvPr>
            <p:ph type="sldNum" idx="11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A3A6209-FED1-48F2-8EFC-1C79BF5561C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5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Google Shape;2552;g130e7787a26_1_415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0" name="Google Shape;2553;g130e7787a26_1_4150" descr="Google Shape;856;g11b39afd45e_0_22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1" name="Google Shape;2554;g130e7787a26_1_415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1"/>
          <p:cNvSpPr>
            <a:spLocks noGrp="1"/>
          </p:cNvSpPr>
          <p:nvPr>
            <p:ph type="sldNum" idx="11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59E3BC0-129D-4354-988A-D23D4FF930B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6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Google Shape;2557;g130e7787a26_1_415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6" name="Google Shape;2558;g130e7787a26_1_4155" descr="Google Shape;859;g11b39afd45e_0_22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7" name="Google Shape;2559;g130e7787a26_1_415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1"/>
          <p:cNvSpPr>
            <a:spLocks noGrp="1"/>
          </p:cNvSpPr>
          <p:nvPr>
            <p:ph type="sldNum" idx="12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489ECF8-62BE-4E5D-A963-E71EE699DA8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7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Google Shape;2562;g130e7787a26_1_416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Google Shape;2563;g130e7787a26_1_4160" descr="Google Shape;862;g11b39afd45e_0_22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3" name="Google Shape;2564;g130e7787a26_1_416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1"/>
          <p:cNvSpPr>
            <a:spLocks noGrp="1"/>
          </p:cNvSpPr>
          <p:nvPr>
            <p:ph type="sldNum" idx="12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8B6E2ED-9B17-4DD3-9888-77D5492D0B9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7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Google Shape;2567;g130e7787a26_1_416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8" name="Google Shape;2568;g130e7787a26_1_4165" descr="Google Shape;865;g11b39afd45e_0_22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9" name="Google Shape;2569;g130e7787a26_1_416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PlaceHolder 1"/>
          <p:cNvSpPr>
            <a:spLocks noGrp="1"/>
          </p:cNvSpPr>
          <p:nvPr>
            <p:ph type="sldNum" idx="12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6E47A92-5AB8-41F4-869E-0DB9D3A80BE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8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Google Shape;2572;g130e7787a26_1_417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4" name="Google Shape;2573;g130e7787a26_1_4170" descr="Google Shape;868;g11b39afd45e_0_23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5" name="Google Shape;2574;g130e7787a26_1_417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1"/>
          <p:cNvSpPr>
            <a:spLocks noGrp="1"/>
          </p:cNvSpPr>
          <p:nvPr>
            <p:ph type="sldNum" idx="12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0EDE64E-2A10-4F3B-B4FE-11CD26F400B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8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Google Shape;2577;g130e7787a26_1_417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0" name="Google Shape;2578;g130e7787a26_1_4175" descr="Google Shape;871;g11b39afd45e_0_23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1" name="Google Shape;2579;g130e7787a26_1_417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1"/>
          <p:cNvSpPr>
            <a:spLocks noGrp="1"/>
          </p:cNvSpPr>
          <p:nvPr>
            <p:ph type="sldNum" idx="12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87B3903-ED70-42C8-8FAC-7603D36BAA1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9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Google Shape;2582;g130e7787a26_1_418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6" name="Google Shape;2583;g130e7787a26_1_4180" descr="Google Shape;874;g11b39afd45e_0_23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7" name="Google Shape;2584;g130e7787a26_1_418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PlaceHolder 1"/>
          <p:cNvSpPr>
            <a:spLocks noGrp="1"/>
          </p:cNvSpPr>
          <p:nvPr>
            <p:ph type="sldNum" idx="12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045A3D4-30A6-45DE-9FC2-768D966ADF1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0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Google Shape;2587;g130e7787a26_1_418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2" name="Google Shape;2588;g130e7787a26_1_4185" descr="Google Shape;877;g11b39afd45e_0_24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Google Shape;2589;g130e7787a26_1_418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PlaceHolder 1"/>
          <p:cNvSpPr>
            <a:spLocks noGrp="1"/>
          </p:cNvSpPr>
          <p:nvPr>
            <p:ph type="sldNum" idx="12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748ADA8-B690-4E1C-83AF-C3364466308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0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PlaceHolder 1"/>
          <p:cNvSpPr>
            <a:spLocks noGrp="1"/>
          </p:cNvSpPr>
          <p:nvPr>
            <p:ph type="body"/>
          </p:nvPr>
        </p:nvSpPr>
        <p:spPr>
          <a:xfrm>
            <a:off x="5910120" y="380880"/>
            <a:ext cx="2789280" cy="22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5062680" y="1491840"/>
            <a:ext cx="3914280" cy="455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body"/>
          </p:nvPr>
        </p:nvSpPr>
        <p:spPr>
          <a:xfrm>
            <a:off x="-52560" y="185760"/>
            <a:ext cx="6229080" cy="467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PlaceHolder 4"/>
          <p:cNvSpPr>
            <a:spLocks noGrp="1"/>
          </p:cNvSpPr>
          <p:nvPr>
            <p:ph type="sldNum" idx="127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5C9E382-255E-4ADF-B153-0EA860DCF68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1_1_1_1_1_1_1_1_1_1_1_1_1_1_1_1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1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Google Shape;2592;g130e7787a26_1_419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4" name="Google Shape;2593;g130e7787a26_1_4190" descr="Google Shape;880;g11b39afd45e_0_24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5" name="Google Shape;2594;g130e7787a26_1_419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PlaceHolder 1"/>
          <p:cNvSpPr>
            <a:spLocks noGrp="1"/>
          </p:cNvSpPr>
          <p:nvPr>
            <p:ph type="sldNum" idx="12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6D98B85-9993-49E9-B057-EAFE0E737BB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1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Google Shape;2597;g130e7787a26_1_419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0" name="Google Shape;2598;g130e7787a26_1_4195" descr="Google Shape;883;g11b39afd45e_0_24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1" name="PlaceHolder 1"/>
          <p:cNvSpPr>
            <a:spLocks noGrp="1"/>
          </p:cNvSpPr>
          <p:nvPr>
            <p:ph type="sldNum" idx="12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1225696-E007-44A7-AE93-C459A04317E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2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Google Shape;2601;g130e7787a26_1_419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5" name="Google Shape;2602;g130e7787a26_1_4199" descr="Google Shape;885;g11b39afd45e_0_249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6" name="Google Shape;2603;g130e7787a26_1_419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1"/>
          <p:cNvSpPr>
            <a:spLocks noGrp="1"/>
          </p:cNvSpPr>
          <p:nvPr>
            <p:ph type="sldNum" idx="13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C665294-08D4-4CE2-BA5B-78D1C2A33E7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льзовательский макет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2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Google Shape;2606;g130e7787a26_1_420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1" name="Google Shape;2607;g130e7787a26_1_4204" descr="Google Shape;888;g11b39afd45e_0_25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Google Shape;2608;g130e7787a26_1_420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Google Shape;2609;g130e7787a26_1_4204"/>
          <p:cNvSpPr/>
          <p:nvPr/>
        </p:nvSpPr>
        <p:spPr>
          <a:xfrm>
            <a:off x="0" y="0"/>
            <a:ext cx="299952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PlaceHolder 1"/>
          <p:cNvSpPr>
            <a:spLocks noGrp="1"/>
          </p:cNvSpPr>
          <p:nvPr>
            <p:ph type="sldNum" idx="13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ADC8D6B-8750-4C3F-B99D-6649404A06C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Рисунок с подписью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3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Google Shape;2612;g130e7787a26_1_421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6200" cy="304776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1" name="Google Shape;2616;g130e7787a26_1_4210" descr="Google Shape;896;g11b39afd45e_0_25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2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PlaceHolder 7"/>
          <p:cNvSpPr>
            <a:spLocks noGrp="1"/>
          </p:cNvSpPr>
          <p:nvPr>
            <p:ph type="sldNum" idx="13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01AE14C-4E12-4F0B-A8EE-BD85975BB94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4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Google Shape;2622;g130e7787a26_1_422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9" name="Google Shape;2623;g130e7787a26_1_4220"/>
          <p:cNvGrpSpPr/>
          <p:nvPr/>
        </p:nvGrpSpPr>
        <p:grpSpPr>
          <a:xfrm>
            <a:off x="6458040" y="0"/>
            <a:ext cx="2685600" cy="5143320"/>
            <a:chOff x="6458040" y="0"/>
            <a:chExt cx="2685600" cy="5143320"/>
          </a:xfrm>
        </p:grpSpPr>
        <p:sp>
          <p:nvSpPr>
            <p:cNvPr id="850" name="Google Shape;2624;g130e7787a26_1_4220"/>
            <p:cNvSpPr/>
            <p:nvPr/>
          </p:nvSpPr>
          <p:spPr>
            <a:xfrm>
              <a:off x="6458040" y="0"/>
              <a:ext cx="268560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851" name="Google Shape;2625;g130e7787a26_1_4220"/>
            <p:cNvSpPr/>
            <p:nvPr/>
          </p:nvSpPr>
          <p:spPr>
            <a:xfrm>
              <a:off x="6483600" y="2315880"/>
              <a:ext cx="2634120" cy="4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52" name="Google Shape;2626;g130e7787a26_1_4220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853" name="Google Shape;2627;g130e7787a26_1_4220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854" name="Google Shape;2628;g130e7787a26_1_4220"/>
            <p:cNvSpPr/>
            <p:nvPr/>
          </p:nvSpPr>
          <p:spPr>
            <a:xfrm>
              <a:off x="25560" y="2478600"/>
              <a:ext cx="6399720" cy="20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5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13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04F38C4-B08D-443B-B191-43933ED5062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5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Google Shape;2633;g130e7787a26_1_423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Google Shape;2634;g130e7787a26_1_4231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62" name="Google Shape;2635;g130e7787a26_1_423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Google Shape;2638;g130e7787a26_1_4231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Google Shape;2640;g130e7787a26_1_4231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Google Shape;2641;g130e7787a26_1_4231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4"/>
          <p:cNvSpPr>
            <a:spLocks noGrp="1"/>
          </p:cNvSpPr>
          <p:nvPr>
            <p:ph type="sldNum" idx="134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B036776-FB71-4B67-8D1F-7D7B3C031E10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Google Shape;2644;g130e7787a26_1_424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Google Shape;2645;g130e7787a26_1_4242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4" name="Google Shape;2646;g130e7787a26_1_4242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5" name="Google Shape;2647;g130e7787a26_1_4242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6" name="Google Shape;2648;g130e7787a26_1_4242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7" name="Google Shape;2649;g130e7787a26_1_4242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8" name="Google Shape;2650;g130e7787a26_1_4242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79" name="Google Shape;2651;g130e7787a26_1_4242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80" name="Google Shape;2652;g130e7787a26_1_4242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81" name="Google Shape;2653;g130e7787a26_1_4242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82" name="Google Shape;2654;g130e7787a26_1_424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83" name="Google Shape;2655;g130e7787a26_1_424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lnSpcReduction="9999"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Google Shape;2658;g130e7787a26_1_424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Google Shape;2660;g130e7787a26_1_424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Google Shape;2661;g130e7787a26_1_4242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PlaceHolder 4"/>
          <p:cNvSpPr>
            <a:spLocks noGrp="1"/>
          </p:cNvSpPr>
          <p:nvPr>
            <p:ph type="sldNum" idx="135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4AEBA7A-6F60-43DC-A0AD-E2D93CFCDD35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9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Google Shape;2664;g130e7787a26_1_426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Google Shape;2665;g130e7787a26_1_426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95" name="Google Shape;2666;g130e7787a26_1_426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96" name="Google Shape;2667;g130e7787a26_1_426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Google Shape;2668;g130e7787a26_1_426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Google Shape;2669;g130e7787a26_1_426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9" name="Google Shape;2670;g130e7787a26_1_4262" descr="Google Shape;940;g11b39afd45e_0_299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0" name="PlaceHolder 1"/>
          <p:cNvSpPr>
            <a:spLocks noGrp="1"/>
          </p:cNvSpPr>
          <p:nvPr>
            <p:ph type="sldNum" idx="136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E95F969-1047-469C-8CD6-1D92127471E9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0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Google Shape;2673;g130e7787a26_1_427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Google Shape;2674;g130e7787a26_1_4271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05" name="Google Shape;2675;g130e7787a26_1_427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06" name="Google Shape;2676;g130e7787a26_1_4271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Google Shape;2677;g130e7787a26_1_4271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Google Shape;2678;g130e7787a26_1_4271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PlaceHolder 1"/>
          <p:cNvSpPr>
            <a:spLocks noGrp="1"/>
          </p:cNvSpPr>
          <p:nvPr>
            <p:ph type="sldNum" idx="137"/>
          </p:nvPr>
        </p:nvSpPr>
        <p:spPr>
          <a:xfrm>
            <a:off x="5463720" y="4819320"/>
            <a:ext cx="19404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9ED3FDE-D5E9-43EF-8B3E-B3113957D2EF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1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Google Shape;1496;g130e7787a26_1_3094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13" name="Google Shape;1497;g130e7787a26_1_309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PlaceHolder 1"/>
          <p:cNvSpPr>
            <a:spLocks noGrp="1"/>
          </p:cNvSpPr>
          <p:nvPr>
            <p:ph type="sldNum" idx="13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8160854-94FA-4E91-815F-FA8E970B1A1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1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PlaceHolder 1"/>
          <p:cNvSpPr>
            <a:spLocks noGrp="1"/>
          </p:cNvSpPr>
          <p:nvPr>
            <p:ph type="body"/>
          </p:nvPr>
        </p:nvSpPr>
        <p:spPr>
          <a:xfrm>
            <a:off x="-500040" y="-2071800"/>
            <a:ext cx="10143720" cy="811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PlaceHolder 2"/>
          <p:cNvSpPr>
            <a:spLocks noGrp="1"/>
          </p:cNvSpPr>
          <p:nvPr>
            <p:ph type="sldNum" idx="139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218B599-09EF-4AAD-8656-546AE1A6FD88}" type="slidenum">
              <a: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2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Google Shape;2681;g130e7787a26_1_427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Google Shape;2682;g130e7787a26_1_4279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25" name="Google Shape;2683;g130e7787a26_1_427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PlaceHolder 1"/>
          <p:cNvSpPr>
            <a:spLocks noGrp="1"/>
          </p:cNvSpPr>
          <p:nvPr>
            <p:ph type="sldNum" idx="14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3AF362B-7113-4EE5-88DE-CB2947C27D7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2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Google Shape;2686;g130e7787a26_1_428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Google Shape;2687;g130e7787a26_1_4284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31" name="PlaceHolder 1"/>
          <p:cNvSpPr>
            <a:spLocks noGrp="1"/>
          </p:cNvSpPr>
          <p:nvPr>
            <p:ph type="sldNum" idx="14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52ED11A-DE1C-4FD4-B185-0E397C05579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2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3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Google Shape;2690;g130e7787a26_1_428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Google Shape;2691;g130e7787a26_1_4288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36" name="Google Shape;2692;g130e7787a26_1_4288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PlaceHolder 1"/>
          <p:cNvSpPr>
            <a:spLocks noGrp="1"/>
          </p:cNvSpPr>
          <p:nvPr>
            <p:ph type="sldNum" idx="14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9537BAD-520E-4539-BC21-597286B0633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2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3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Google Shape;2695;g130e7787a26_1_429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Google Shape;2696;g130e7787a26_1_4293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42" name="Google Shape;2697;g130e7787a26_1_4293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Google Shape;2698;g130e7787a26_1_4293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44" name="PlaceHolder 1"/>
          <p:cNvSpPr>
            <a:spLocks noGrp="1"/>
          </p:cNvSpPr>
          <p:nvPr>
            <p:ph type="sldNum" idx="14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A9DC777-C67B-4171-9741-A342A2E8DD9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4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Google Shape;2701;g130e7787a26_1_429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8" name="Google Shape;2702;g130e7787a26_1_4299" descr="Google Shape;968;g11b39afd45e_0_82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9" name="Google Shape;2703;g130e7787a26_1_429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PlaceHolder 1"/>
          <p:cNvSpPr>
            <a:spLocks noGrp="1"/>
          </p:cNvSpPr>
          <p:nvPr>
            <p:ph type="sldNum" idx="14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EA3D1E7-E180-47AD-9A01-C0A15D42ED8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5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Google Shape;2706;g130e7787a26_1_430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4" name="Google Shape;2707;g130e7787a26_1_4304" descr="Google Shape;971;g11b39afd45e_0_82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Google Shape;2708;g130e7787a26_1_430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PlaceHolder 1"/>
          <p:cNvSpPr>
            <a:spLocks noGrp="1"/>
          </p:cNvSpPr>
          <p:nvPr>
            <p:ph type="sldNum" idx="14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35EA763-19A4-49B8-9A44-C93D1BB56F4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5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Google Shape;2711;g130e7787a26_1_430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0" name="Google Shape;2712;g130e7787a26_1_4309" descr="Google Shape;974;g11b39afd45e_0_83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1" name="Google Shape;2713;g130e7787a26_1_430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PlaceHolder 1"/>
          <p:cNvSpPr>
            <a:spLocks noGrp="1"/>
          </p:cNvSpPr>
          <p:nvPr>
            <p:ph type="sldNum" idx="14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FED0863-4F1D-4CB3-9F3A-900C5CAB9F8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6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Google Shape;2716;g130e7787a26_1_431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6" name="Google Shape;2717;g130e7787a26_1_4314" descr="Google Shape;977;g11b39afd45e_0_83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7" name="Google Shape;2718;g130e7787a26_1_431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PlaceHolder 1"/>
          <p:cNvSpPr>
            <a:spLocks noGrp="1"/>
          </p:cNvSpPr>
          <p:nvPr>
            <p:ph type="sldNum" idx="14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560ADB4-5A31-46DD-A6DF-5FC4CB3616C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7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Google Shape;2721;g130e7787a26_1_431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2" name="Google Shape;2722;g130e7787a26_1_4319" descr="Google Shape;980;g11b39afd45e_0_83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3" name="Google Shape;2723;g130e7787a26_1_431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PlaceHolder 1"/>
          <p:cNvSpPr>
            <a:spLocks noGrp="1"/>
          </p:cNvSpPr>
          <p:nvPr>
            <p:ph type="sldNum" idx="14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539CA39-1980-49DD-A438-DB358725DC2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7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Google Shape;2726;g130e7787a26_1_432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8" name="Google Shape;2727;g130e7787a26_1_4324" descr="Google Shape;983;g11b39afd45e_0_83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9" name="Google Shape;2728;g130e7787a26_1_432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PlaceHolder 1"/>
          <p:cNvSpPr>
            <a:spLocks noGrp="1"/>
          </p:cNvSpPr>
          <p:nvPr>
            <p:ph type="sldNum" idx="14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CFC8B89-87A6-49A6-9D91-FFC3C12EB05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8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Google Shape;1572;g130e7787a26_1_3170"/>
          <p:cNvSpPr/>
          <p:nvPr/>
        </p:nvSpPr>
        <p:spPr>
          <a:xfrm>
            <a:off x="8256960" y="4690080"/>
            <a:ext cx="254520" cy="254520"/>
          </a:xfrm>
          <a:prstGeom prst="ellipse">
            <a:avLst/>
          </a:prstGeom>
          <a:solidFill>
            <a:srgbClr val="00af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984" name="Google Shape;1573;g130e7787a26_1_3170"/>
          <p:cNvCxnSpPr/>
          <p:nvPr/>
        </p:nvCxnSpPr>
        <p:spPr>
          <a:xfrm flipH="1">
            <a:off x="1464480" y="4818600"/>
            <a:ext cx="6652440" cy="360"/>
          </a:xfrm>
          <a:prstGeom prst="straightConnector1">
            <a:avLst/>
          </a:prstGeom>
          <a:ln w="19050">
            <a:solidFill>
              <a:srgbClr val="00afd2"/>
            </a:solidFill>
            <a:miter/>
          </a:ln>
        </p:spPr>
      </p:cxnSp>
      <p:sp>
        <p:nvSpPr>
          <p:cNvPr id="985" name="Google Shape;1574;g130e7787a26_1_3170"/>
          <p:cNvSpPr/>
          <p:nvPr/>
        </p:nvSpPr>
        <p:spPr>
          <a:xfrm>
            <a:off x="630000" y="4737960"/>
            <a:ext cx="8892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00afd2"/>
                </a:solidFill>
                <a:effectLst/>
                <a:uFillTx/>
                <a:latin typeface="Helvetica Neue"/>
                <a:ea typeface="Helvetica Neue"/>
              </a:rPr>
              <a:t>Business </a:t>
            </a:r>
            <a:r>
              <a:rPr b="0" lang="ru" sz="800" strike="noStrike" u="none">
                <a:solidFill>
                  <a:srgbClr val="050a19"/>
                </a:solidFill>
                <a:effectLst/>
                <a:uFillTx/>
                <a:latin typeface="Helvetica Neue"/>
                <a:ea typeface="Helvetica Neue"/>
              </a:rPr>
              <a:t>Plan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PlaceHolder 1"/>
          <p:cNvSpPr>
            <a:spLocks noGrp="1"/>
          </p:cNvSpPr>
          <p:nvPr>
            <p:ph type="body"/>
          </p:nvPr>
        </p:nvSpPr>
        <p:spPr>
          <a:xfrm>
            <a:off x="628560" y="685080"/>
            <a:ext cx="7886520" cy="18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PlaceHolder 2"/>
          <p:cNvSpPr>
            <a:spLocks noGrp="1"/>
          </p:cNvSpPr>
          <p:nvPr>
            <p:ph type="title"/>
          </p:nvPr>
        </p:nvSpPr>
        <p:spPr>
          <a:xfrm>
            <a:off x="625680" y="187920"/>
            <a:ext cx="7891920" cy="5252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PlaceHolder 3"/>
          <p:cNvSpPr>
            <a:spLocks noGrp="1"/>
          </p:cNvSpPr>
          <p:nvPr>
            <p:ph type="sldNum" idx="150"/>
          </p:nvPr>
        </p:nvSpPr>
        <p:spPr>
          <a:xfrm>
            <a:off x="8302320" y="4721040"/>
            <a:ext cx="163440" cy="1602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EB9F018-0178-462E-9A10-E1AB18B74166}" type="slidenum">
              <a: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9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Google Shape;2731;g130e7787a26_1_432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2" name="Google Shape;2732;g130e7787a26_1_4329" descr="Google Shape;986;g11b39afd45e_0_84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3" name="Google Shape;2733;g130e7787a26_1_432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PlaceHolder 1"/>
          <p:cNvSpPr>
            <a:spLocks noGrp="1"/>
          </p:cNvSpPr>
          <p:nvPr>
            <p:ph type="sldNum" idx="15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71DAA4F-BBB6-48DE-8062-94A23EB070F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99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Google Shape;2736;g130e7787a26_1_433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8" name="Google Shape;2737;g130e7787a26_1_4334" descr="Google Shape;989;g11b39afd45e_0_84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9" name="Google Shape;2738;g130e7787a26_1_433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PlaceHolder 1"/>
          <p:cNvSpPr>
            <a:spLocks noGrp="1"/>
          </p:cNvSpPr>
          <p:nvPr>
            <p:ph type="sldNum" idx="15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26CCD45-4643-41EB-9B25-C5C58D492E6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0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Google Shape;2741;g130e7787a26_1_433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4" name="Google Shape;2742;g130e7787a26_1_4339" descr="Google Shape;992;g11b39afd45e_0_84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5" name="Google Shape;2743;g130e7787a26_1_433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PlaceHolder 1"/>
          <p:cNvSpPr>
            <a:spLocks noGrp="1"/>
          </p:cNvSpPr>
          <p:nvPr>
            <p:ph type="sldNum" idx="15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DCBDC2F-7C00-469A-B74F-E73177C0A1F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0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Google Shape;2746;g130e7787a26_1_434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0" name="Google Shape;2747;g130e7787a26_1_4344" descr="Google Shape;995;g11b39afd45e_0_85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1" name="Google Shape;2748;g130e7787a26_1_434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PlaceHolder 1"/>
          <p:cNvSpPr>
            <a:spLocks noGrp="1"/>
          </p:cNvSpPr>
          <p:nvPr>
            <p:ph type="sldNum" idx="15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43A1957-5E67-4061-8BD1-3E8E4AB38FB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1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Google Shape;2751;g130e7787a26_1_434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6" name="Google Shape;2752;g130e7787a26_1_4349" descr="Google Shape;998;g11b39afd45e_0_85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7" name="Google Shape;2753;g130e7787a26_1_434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PlaceHolder 1"/>
          <p:cNvSpPr>
            <a:spLocks noGrp="1"/>
          </p:cNvSpPr>
          <p:nvPr>
            <p:ph type="sldNum" idx="15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E50CAB8-4C77-4CBF-9477-60B9724BE5A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2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Google Shape;2756;g130e7787a26_1_435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2" name="Google Shape;2757;g130e7787a26_1_4354" descr="Google Shape;1001;g11b39afd45e_0_85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3" name="Google Shape;2758;g130e7787a26_1_435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PlaceHolder 1"/>
          <p:cNvSpPr>
            <a:spLocks noGrp="1"/>
          </p:cNvSpPr>
          <p:nvPr>
            <p:ph type="sldNum" idx="15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E0BFFC8-37C2-485F-B8B7-D05424DE1FB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2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Google Shape;2761;g130e7787a26_1_435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8" name="Google Shape;2762;g130e7787a26_1_4359" descr="Google Shape;1004;g11b39afd45e_0_86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9" name="Google Shape;2763;g130e7787a26_1_435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PlaceHolder 1"/>
          <p:cNvSpPr>
            <a:spLocks noGrp="1"/>
          </p:cNvSpPr>
          <p:nvPr>
            <p:ph type="sldNum" idx="15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EB9EA9A-0154-45FE-9F53-D9665067586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3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Google Shape;2766;g130e7787a26_1_436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4" name="Google Shape;2767;g130e7787a26_1_4364" descr="Google Shape;1007;g11b39afd45e_0_86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Google Shape;2768;g130e7787a26_1_436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PlaceHolder 1"/>
          <p:cNvSpPr>
            <a:spLocks noGrp="1"/>
          </p:cNvSpPr>
          <p:nvPr>
            <p:ph type="sldNum" idx="15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77F2185-BC56-4E21-ABA3-2A2BB6B572C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3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Google Shape;2771;g130e7787a26_1_436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0" name="Google Shape;2772;g130e7787a26_1_4369" descr="Google Shape;1010;g11b39afd45e_0_86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1" name="Google Shape;2773;g130e7787a26_1_436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PlaceHolder 1"/>
          <p:cNvSpPr>
            <a:spLocks noGrp="1"/>
          </p:cNvSpPr>
          <p:nvPr>
            <p:ph type="sldNum" idx="15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BD4B908-0169-48CD-93E7-CC3F4085D34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4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Google Shape;2776;g130e7787a26_1_437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6" name="Google Shape;2777;g130e7787a26_1_4374" descr="Google Shape;1013;g11b39afd45e_0_86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7" name="Google Shape;2778;g130e7787a26_1_437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PlaceHolder 1"/>
          <p:cNvSpPr>
            <a:spLocks noGrp="1"/>
          </p:cNvSpPr>
          <p:nvPr>
            <p:ph type="sldNum" idx="16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7B7C4C9-547D-4707-AE99-0CFBFA04573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5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PlaceHolder 1"/>
          <p:cNvSpPr>
            <a:spLocks noGrp="1"/>
          </p:cNvSpPr>
          <p:nvPr>
            <p:ph type="body"/>
          </p:nvPr>
        </p:nvSpPr>
        <p:spPr>
          <a:xfrm>
            <a:off x="757080" y="784080"/>
            <a:ext cx="77576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PlaceHolder 2"/>
          <p:cNvSpPr>
            <a:spLocks noGrp="1"/>
          </p:cNvSpPr>
          <p:nvPr>
            <p:ph type="title"/>
          </p:nvPr>
        </p:nvSpPr>
        <p:spPr>
          <a:xfrm>
            <a:off x="757080" y="271440"/>
            <a:ext cx="77576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3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3" name="Google Shape;1581;g130e7787a26_1_3177"/>
          <p:cNvCxnSpPr/>
          <p:nvPr/>
        </p:nvCxnSpPr>
        <p:spPr>
          <a:xfrm>
            <a:off x="645840" y="342720"/>
            <a:ext cx="360" cy="60768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cxnSp>
        <p:nvCxnSpPr>
          <p:cNvPr id="1054" name="Google Shape;1582;g130e7787a26_1_3177"/>
          <p:cNvCxnSpPr/>
          <p:nvPr/>
        </p:nvCxnSpPr>
        <p:spPr>
          <a:xfrm>
            <a:off x="8497800" y="4800240"/>
            <a:ext cx="360" cy="14976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sp>
        <p:nvSpPr>
          <p:cNvPr id="1055" name="PlaceHolder 3"/>
          <p:cNvSpPr>
            <a:spLocks noGrp="1"/>
          </p:cNvSpPr>
          <p:nvPr>
            <p:ph type="sldNum" idx="161"/>
          </p:nvPr>
        </p:nvSpPr>
        <p:spPr>
          <a:xfrm>
            <a:off x="8281800" y="4795920"/>
            <a:ext cx="139320" cy="13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C0C19B-A67C-46DF-8DFE-420750715ACD}" type="slidenum">
              <a: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5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Google Shape;2781;g130e7787a26_1_437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9" name="Google Shape;2782;g130e7787a26_1_4379" descr="Google Shape;1016;g11b39afd45e_0_87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0" name="Google Shape;2783;g130e7787a26_1_437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PlaceHolder 1"/>
          <p:cNvSpPr>
            <a:spLocks noGrp="1"/>
          </p:cNvSpPr>
          <p:nvPr>
            <p:ph type="sldNum" idx="16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C169E19-1576-4EE9-9F7D-1EA6B58E450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6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Google Shape;2786;g130e7787a26_1_438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5" name="Google Shape;2787;g130e7787a26_1_4384" descr="Google Shape;1019;g11b39afd45e_0_87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6" name="Google Shape;2788;g130e7787a26_1_438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PlaceHolder 1"/>
          <p:cNvSpPr>
            <a:spLocks noGrp="1"/>
          </p:cNvSpPr>
          <p:nvPr>
            <p:ph type="sldNum" idx="16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1077DB1-23FA-4B26-821D-877566AB489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6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Google Shape;2791;g130e7787a26_1_438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1" name="Google Shape;2792;g130e7787a26_1_4389" descr="Google Shape;1022;g11b39afd45e_0_87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2" name="Google Shape;2793;g130e7787a26_1_438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PlaceHolder 1"/>
          <p:cNvSpPr>
            <a:spLocks noGrp="1"/>
          </p:cNvSpPr>
          <p:nvPr>
            <p:ph type="sldNum" idx="16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F0E34A1-BF3F-4C0B-AF31-9C620323A2D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7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Google Shape;2796;g130e7787a26_1_439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7" name="Google Shape;2797;g130e7787a26_1_4394" descr="Google Shape;1025;g11b39afd45e_0_88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8" name="Google Shape;2798;g130e7787a26_1_439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PlaceHolder 1"/>
          <p:cNvSpPr>
            <a:spLocks noGrp="1"/>
          </p:cNvSpPr>
          <p:nvPr>
            <p:ph type="sldNum" idx="16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426AA05-1AF1-460E-A68B-66C9158A5D3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1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8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Google Shape;2801;g130e7787a26_1_439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3" name="Google Shape;2802;g130e7787a26_1_4399" descr="Google Shape;1028;g11b39afd45e_0_88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4" name="Google Shape;2803;g130e7787a26_1_439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PlaceHolder 1"/>
          <p:cNvSpPr>
            <a:spLocks noGrp="1"/>
          </p:cNvSpPr>
          <p:nvPr>
            <p:ph type="sldNum" idx="16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DC3ABEF-A5D5-448C-A553-A70CE1A634F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Ваш макет 1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8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Google Shape;2806;g130e7787a26_1_440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9" name="Google Shape;2807;g130e7787a26_1_4404" descr="Google Shape;1031;g11b39afd45e_0_88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0" name="PlaceHolder 1"/>
          <p:cNvSpPr>
            <a:spLocks noGrp="1"/>
          </p:cNvSpPr>
          <p:nvPr>
            <p:ph type="sldNum" idx="16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BCBB513-D1DF-4E39-8400-EBAA25F352A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9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Google Shape;2810;g130e7787a26_1_440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4" name="Google Shape;2811;g130e7787a26_1_4408" descr="Google Shape;1033;g11b39afd45e_0_889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5" name="Google Shape;2812;g130e7787a26_1_4408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PlaceHolder 1"/>
          <p:cNvSpPr>
            <a:spLocks noGrp="1"/>
          </p:cNvSpPr>
          <p:nvPr>
            <p:ph type="sldNum" idx="16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7E4E2B7-DCAE-4396-95BF-9D1E5A62A3F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льзовательский макет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9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Google Shape;2815;g130e7787a26_1_441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0" name="Google Shape;2816;g130e7787a26_1_4413" descr="Google Shape;1036;g11b39afd45e_0_89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1" name="Google Shape;2817;g130e7787a26_1_4413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Google Shape;2818;g130e7787a26_1_4413"/>
          <p:cNvSpPr/>
          <p:nvPr/>
        </p:nvSpPr>
        <p:spPr>
          <a:xfrm>
            <a:off x="0" y="0"/>
            <a:ext cx="299952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PlaceHolder 1"/>
          <p:cNvSpPr>
            <a:spLocks noGrp="1"/>
          </p:cNvSpPr>
          <p:nvPr>
            <p:ph type="sldNum" idx="16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17D1FA4-00F1-46E3-A96E-A43DFB32517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Рисунок с подписью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0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Google Shape;2821;g130e7787a26_1_441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7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b">
            <a:normAutofit fontScale="92500" lnSpcReduction="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5840" cy="30477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0" name="Google Shape;2825;g130e7787a26_1_4419" descr="Google Shape;1044;g11b39afd45e_0_89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1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PlaceHolder 7"/>
          <p:cNvSpPr>
            <a:spLocks noGrp="1"/>
          </p:cNvSpPr>
          <p:nvPr>
            <p:ph type="sldNum" idx="17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2EFC7F1-BCBC-4DD5-AA88-4329F8F876C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1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Google Shape;2831;g130e7787a26_1_442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18" name="Google Shape;2832;g130e7787a26_1_4429"/>
          <p:cNvGrpSpPr/>
          <p:nvPr/>
        </p:nvGrpSpPr>
        <p:grpSpPr>
          <a:xfrm>
            <a:off x="6458040" y="0"/>
            <a:ext cx="2685960" cy="5143320"/>
            <a:chOff x="6458040" y="0"/>
            <a:chExt cx="2685960" cy="5143320"/>
          </a:xfrm>
        </p:grpSpPr>
        <p:sp>
          <p:nvSpPr>
            <p:cNvPr id="1119" name="Google Shape;2833;g130e7787a26_1_4429"/>
            <p:cNvSpPr/>
            <p:nvPr/>
          </p:nvSpPr>
          <p:spPr>
            <a:xfrm>
              <a:off x="6458040" y="0"/>
              <a:ext cx="268596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20" name="Google Shape;2834;g130e7787a26_1_4429"/>
            <p:cNvSpPr/>
            <p:nvPr/>
          </p:nvSpPr>
          <p:spPr>
            <a:xfrm>
              <a:off x="6483600" y="2315880"/>
              <a:ext cx="2634480" cy="4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21" name="Google Shape;2835;g130e7787a26_1_4429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1122" name="Google Shape;2836;g130e7787a26_1_4429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23" name="Google Shape;2837;g130e7787a26_1_4429"/>
            <p:cNvSpPr/>
            <p:nvPr/>
          </p:nvSpPr>
          <p:spPr>
            <a:xfrm>
              <a:off x="25560" y="2478600"/>
              <a:ext cx="6399720" cy="20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4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7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D40D3DD-9F66-451F-9308-309CBBF478C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2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9" name="Google Shape;1585;g130e7787a26_1_3183"/>
          <p:cNvGrpSpPr/>
          <p:nvPr/>
        </p:nvGrpSpPr>
        <p:grpSpPr>
          <a:xfrm>
            <a:off x="413640" y="4518000"/>
            <a:ext cx="1565280" cy="318240"/>
            <a:chOff x="413640" y="4518000"/>
            <a:chExt cx="1565280" cy="318240"/>
          </a:xfrm>
        </p:grpSpPr>
        <p:sp>
          <p:nvSpPr>
            <p:cNvPr id="1130" name="Google Shape;1586;g130e7787a26_1_3183"/>
            <p:cNvSpPr/>
            <p:nvPr/>
          </p:nvSpPr>
          <p:spPr>
            <a:xfrm>
              <a:off x="413640" y="4518000"/>
              <a:ext cx="156528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df797d"/>
                  </a:solidFill>
                  <a:effectLst/>
                  <a:uFillTx/>
                  <a:latin typeface="Open Sans SemiBold"/>
                  <a:ea typeface="Open Sans SemiBold"/>
                </a:rPr>
                <a:t>Business Plan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1" name="Google Shape;1587;g130e7787a26_1_3183"/>
            <p:cNvSpPr/>
            <p:nvPr/>
          </p:nvSpPr>
          <p:spPr>
            <a:xfrm>
              <a:off x="413640" y="4708800"/>
              <a:ext cx="1079280" cy="12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rIns="17280" tIns="17280" bIns="1728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32" name="PlaceHolder 1"/>
          <p:cNvSpPr>
            <a:spLocks noGrp="1"/>
          </p:cNvSpPr>
          <p:nvPr>
            <p:ph type="sldNum" idx="172"/>
          </p:nvPr>
        </p:nvSpPr>
        <p:spPr>
          <a:xfrm>
            <a:off x="8622360" y="4686480"/>
            <a:ext cx="153720" cy="2116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just">
              <a:lnSpc>
                <a:spcPct val="15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just">
              <a:lnSpc>
                <a:spcPct val="150000"/>
              </a:lnSpc>
              <a:buNone/>
              <a:tabLst>
                <a:tab algn="l" pos="0"/>
              </a:tabLst>
            </a:pPr>
            <a:fld id="{463A6595-268F-497F-8A3A-F0ED19F4CFD7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3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Google Shape;2842;g130e7787a26_1_444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Google Shape;2843;g130e7787a26_1_4440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37" name="Google Shape;2844;g130e7787a26_1_4440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38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9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Google Shape;2847;g130e7787a26_1_4440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2" name="Google Shape;2849;g130e7787a26_1_4440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Google Shape;2850;g130e7787a26_1_4440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PlaceHolder 4"/>
          <p:cNvSpPr>
            <a:spLocks noGrp="1"/>
          </p:cNvSpPr>
          <p:nvPr>
            <p:ph type="sldNum" idx="173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0F287DC-B818-4CB6-A321-B5C955ADC093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4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Google Shape;2853;g130e7787a26_1_445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8" name="Google Shape;2854;g130e7787a26_1_4451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49" name="Google Shape;2855;g130e7787a26_1_4451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0" name="Google Shape;2856;g130e7787a26_1_4451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1" name="Google Shape;2857;g130e7787a26_1_4451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2" name="Google Shape;2858;g130e7787a26_1_4451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3" name="Google Shape;2859;g130e7787a26_1_4451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4" name="Google Shape;2860;g130e7787a26_1_4451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5" name="Google Shape;2861;g130e7787a26_1_4451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6" name="Google Shape;2862;g130e7787a26_1_4451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7" name="Google Shape;2863;g130e7787a26_1_445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8" name="Google Shape;2864;g130e7787a26_1_4451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5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Google Shape;2867;g130e7787a26_1_4451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3" name="Google Shape;2869;g130e7787a26_1_4451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Google Shape;2870;g130e7787a26_1_4451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PlaceHolder 4"/>
          <p:cNvSpPr>
            <a:spLocks noGrp="1"/>
          </p:cNvSpPr>
          <p:nvPr>
            <p:ph type="sldNum" idx="174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A0E1229-4827-4994-998A-1D0C766D9493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6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Google Shape;2873;g130e7787a26_1_447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Google Shape;2874;g130e7787a26_1_4471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70" name="Google Shape;2875;g130e7787a26_1_447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71" name="Google Shape;2876;g130e7787a26_1_4471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2" name="Google Shape;2877;g130e7787a26_1_4471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Google Shape;2878;g130e7787a26_1_4471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4" name="Google Shape;2879;g130e7787a26_1_4471" descr="Google Shape;1088;g11b39afd45e_0_939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5" name="PlaceHolder 1"/>
          <p:cNvSpPr>
            <a:spLocks noGrp="1"/>
          </p:cNvSpPr>
          <p:nvPr>
            <p:ph type="sldNum" idx="175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627FF1D-513A-45D1-8217-CC3AF9900EE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7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Google Shape;2882;g130e7787a26_1_448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Google Shape;2883;g130e7787a26_1_4480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80" name="Google Shape;2884;g130e7787a26_1_4480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81" name="Google Shape;2885;g130e7787a26_1_4480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Google Shape;2886;g130e7787a26_1_4480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Google Shape;2887;g130e7787a26_1_4480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PlaceHolder 1"/>
          <p:cNvSpPr>
            <a:spLocks noGrp="1"/>
          </p:cNvSpPr>
          <p:nvPr>
            <p:ph type="sldNum" idx="176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ECED089-94BB-4361-A083-4008E911D1B3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инЦерт содержание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8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Google Shape;2890;g130e7787a26_1_448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8" name="Google Shape;2891;g130e7787a26_1_4488"/>
          <p:cNvCxnSpPr/>
          <p:nvPr/>
        </p:nvCxnSpPr>
        <p:spPr>
          <a:xfrm flipV="1">
            <a:off x="7164000" y="617760"/>
            <a:ext cx="1980000" cy="1008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1189" name="Google Shape;2892;g130e7787a26_1_4488"/>
          <p:cNvSpPr/>
          <p:nvPr/>
        </p:nvSpPr>
        <p:spPr>
          <a:xfrm>
            <a:off x="8280000" y="123480"/>
            <a:ext cx="863640" cy="503640"/>
          </a:xfrm>
          <a:prstGeom prst="rect">
            <a:avLst/>
          </a:prstGeom>
          <a:solidFill>
            <a:srgbClr val="009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90" name="PlaceHolder 1"/>
          <p:cNvSpPr>
            <a:spLocks noGrp="1"/>
          </p:cNvSpPr>
          <p:nvPr>
            <p:ph type="sldNum" idx="177"/>
          </p:nvPr>
        </p:nvSpPr>
        <p:spPr>
          <a:xfrm>
            <a:off x="8617680" y="267480"/>
            <a:ext cx="224640" cy="2041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4314247-7A90-4FBA-BF92-92FD79A3D901}" type="slidenum">
              <a: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&lt;number&gt;</a:t>
            </a:fld>
            <a:endParaRPr b="0" lang="ru-RU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1" name="Google Shape;2894;g130e7787a26_1_4488" descr="Google Shape;1101;g11b39afd45e_0_954"/>
          <p:cNvPicPr/>
          <p:nvPr/>
        </p:nvPicPr>
        <p:blipFill>
          <a:blip r:embed="rId2"/>
          <a:stretch/>
        </p:blipFill>
        <p:spPr>
          <a:xfrm>
            <a:off x="7164360" y="299520"/>
            <a:ext cx="1007640" cy="151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инЦерт титул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9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4" name="Google Shape;2896;g130e7787a26_1_449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PlaceHolder 1"/>
          <p:cNvSpPr>
            <a:spLocks noGrp="1"/>
          </p:cNvSpPr>
          <p:nvPr>
            <p:ph type="sldNum" idx="17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7FB17D1-2BF9-4F89-8819-24970040807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9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98" name="Google Shape;1590;g130e7787a26_1_3188"/>
          <p:cNvGrpSpPr/>
          <p:nvPr/>
        </p:nvGrpSpPr>
        <p:grpSpPr>
          <a:xfrm>
            <a:off x="502920" y="4627080"/>
            <a:ext cx="974880" cy="174600"/>
            <a:chOff x="502920" y="4627080"/>
            <a:chExt cx="974880" cy="174600"/>
          </a:xfrm>
        </p:grpSpPr>
        <p:sp>
          <p:nvSpPr>
            <p:cNvPr id="1199" name="Google Shape;1591;g130e7787a26_1_3188"/>
            <p:cNvSpPr/>
            <p:nvPr/>
          </p:nvSpPr>
          <p:spPr>
            <a:xfrm>
              <a:off x="1293120" y="4653000"/>
              <a:ext cx="184680" cy="148320"/>
            </a:xfrm>
            <a:custGeom>
              <a:avLst/>
              <a:gdLst>
                <a:gd name="textAreaLeft" fmla="*/ 0 w 184680"/>
                <a:gd name="textAreaRight" fmla="*/ 185040 w 184680"/>
                <a:gd name="textAreaTop" fmla="*/ 0 h 148320"/>
                <a:gd name="textAreaBottom" fmla="*/ 148680 h 148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21600" y="2606"/>
                  </a:moveTo>
                  <a:cubicBezTo>
                    <a:pt x="20757" y="3127"/>
                    <a:pt x="19913" y="3648"/>
                    <a:pt x="19117" y="3648"/>
                  </a:cubicBezTo>
                  <a:cubicBezTo>
                    <a:pt x="19913" y="3127"/>
                    <a:pt x="20757" y="2085"/>
                    <a:pt x="20757" y="579"/>
                  </a:cubicBezTo>
                  <a:cubicBezTo>
                    <a:pt x="19913" y="1100"/>
                    <a:pt x="19117" y="1564"/>
                    <a:pt x="18226" y="2085"/>
                  </a:cubicBezTo>
                  <a:cubicBezTo>
                    <a:pt x="17430" y="1100"/>
                    <a:pt x="16165" y="0"/>
                    <a:pt x="14947" y="0"/>
                  </a:cubicBezTo>
                  <a:cubicBezTo>
                    <a:pt x="12416" y="0"/>
                    <a:pt x="10355" y="2606"/>
                    <a:pt x="10355" y="5675"/>
                  </a:cubicBezTo>
                  <a:cubicBezTo>
                    <a:pt x="10355" y="6196"/>
                    <a:pt x="10355" y="6717"/>
                    <a:pt x="10777" y="6717"/>
                  </a:cubicBezTo>
                  <a:cubicBezTo>
                    <a:pt x="7075" y="6717"/>
                    <a:pt x="3702" y="4691"/>
                    <a:pt x="1640" y="1100"/>
                  </a:cubicBezTo>
                  <a:cubicBezTo>
                    <a:pt x="1218" y="2085"/>
                    <a:pt x="797" y="3127"/>
                    <a:pt x="797" y="4169"/>
                  </a:cubicBezTo>
                  <a:cubicBezTo>
                    <a:pt x="797" y="5675"/>
                    <a:pt x="1640" y="7760"/>
                    <a:pt x="2858" y="8744"/>
                  </a:cubicBezTo>
                  <a:cubicBezTo>
                    <a:pt x="2062" y="8281"/>
                    <a:pt x="1640" y="8281"/>
                    <a:pt x="797" y="7760"/>
                  </a:cubicBezTo>
                  <a:cubicBezTo>
                    <a:pt x="797" y="10308"/>
                    <a:pt x="2483" y="12856"/>
                    <a:pt x="4592" y="13377"/>
                  </a:cubicBezTo>
                  <a:cubicBezTo>
                    <a:pt x="4170" y="13377"/>
                    <a:pt x="3702" y="13377"/>
                    <a:pt x="3280" y="13377"/>
                  </a:cubicBezTo>
                  <a:cubicBezTo>
                    <a:pt x="2858" y="13377"/>
                    <a:pt x="2858" y="13377"/>
                    <a:pt x="2483" y="13377"/>
                  </a:cubicBezTo>
                  <a:cubicBezTo>
                    <a:pt x="2858" y="15404"/>
                    <a:pt x="4592" y="17025"/>
                    <a:pt x="6653" y="17025"/>
                  </a:cubicBezTo>
                  <a:cubicBezTo>
                    <a:pt x="4967" y="18473"/>
                    <a:pt x="3280" y="19573"/>
                    <a:pt x="1218" y="19573"/>
                  </a:cubicBezTo>
                  <a:cubicBezTo>
                    <a:pt x="797" y="19573"/>
                    <a:pt x="375" y="19573"/>
                    <a:pt x="0" y="19573"/>
                  </a:cubicBezTo>
                  <a:cubicBezTo>
                    <a:pt x="2062" y="21079"/>
                    <a:pt x="4170" y="21600"/>
                    <a:pt x="6653" y="21600"/>
                  </a:cubicBezTo>
                  <a:cubicBezTo>
                    <a:pt x="14947" y="21600"/>
                    <a:pt x="19117" y="13377"/>
                    <a:pt x="19117" y="6196"/>
                  </a:cubicBezTo>
                  <a:lnTo>
                    <a:pt x="19117" y="5675"/>
                  </a:lnTo>
                  <a:cubicBezTo>
                    <a:pt x="20335" y="4691"/>
                    <a:pt x="20757" y="4169"/>
                    <a:pt x="21600" y="2606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200" name="Google Shape;1592;g130e7787a26_1_3188"/>
            <p:cNvSpPr/>
            <p:nvPr/>
          </p:nvSpPr>
          <p:spPr>
            <a:xfrm>
              <a:off x="897840" y="4627080"/>
              <a:ext cx="170640" cy="17424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7534" y="10601"/>
                  </a:moveTo>
                  <a:cubicBezTo>
                    <a:pt x="17534" y="14135"/>
                    <a:pt x="14434" y="17220"/>
                    <a:pt x="10825" y="17220"/>
                  </a:cubicBezTo>
                  <a:cubicBezTo>
                    <a:pt x="7217" y="17220"/>
                    <a:pt x="4015" y="14135"/>
                    <a:pt x="4015" y="10601"/>
                  </a:cubicBezTo>
                  <a:cubicBezTo>
                    <a:pt x="4015" y="10103"/>
                    <a:pt x="4472" y="10103"/>
                    <a:pt x="4472" y="9705"/>
                  </a:cubicBezTo>
                  <a:cubicBezTo>
                    <a:pt x="0" y="9705"/>
                    <a:pt x="0" y="9705"/>
                    <a:pt x="0" y="9705"/>
                  </a:cubicBezTo>
                  <a:cubicBezTo>
                    <a:pt x="0" y="18066"/>
                    <a:pt x="0" y="18066"/>
                    <a:pt x="0" y="18066"/>
                  </a:cubicBezTo>
                  <a:cubicBezTo>
                    <a:pt x="0" y="19858"/>
                    <a:pt x="1321" y="21600"/>
                    <a:pt x="3151" y="21600"/>
                  </a:cubicBezTo>
                  <a:cubicBezTo>
                    <a:pt x="18449" y="21600"/>
                    <a:pt x="18449" y="21600"/>
                    <a:pt x="18449" y="21600"/>
                  </a:cubicBezTo>
                  <a:cubicBezTo>
                    <a:pt x="20228" y="21600"/>
                    <a:pt x="21600" y="19858"/>
                    <a:pt x="21600" y="18066"/>
                  </a:cubicBezTo>
                  <a:cubicBezTo>
                    <a:pt x="21600" y="9705"/>
                    <a:pt x="21600" y="9705"/>
                    <a:pt x="21600" y="9705"/>
                  </a:cubicBezTo>
                  <a:cubicBezTo>
                    <a:pt x="17128" y="9705"/>
                    <a:pt x="17128" y="9705"/>
                    <a:pt x="17128" y="9705"/>
                  </a:cubicBezTo>
                  <a:cubicBezTo>
                    <a:pt x="17128" y="10103"/>
                    <a:pt x="17534" y="10103"/>
                    <a:pt x="17534" y="10601"/>
                  </a:cubicBezTo>
                  <a:close/>
                  <a:moveTo>
                    <a:pt x="18449" y="0"/>
                  </a:moveTo>
                  <a:cubicBezTo>
                    <a:pt x="3151" y="0"/>
                    <a:pt x="3151" y="0"/>
                    <a:pt x="3151" y="0"/>
                  </a:cubicBezTo>
                  <a:cubicBezTo>
                    <a:pt x="1321" y="0"/>
                    <a:pt x="0" y="1792"/>
                    <a:pt x="0" y="3534"/>
                  </a:cubicBezTo>
                  <a:cubicBezTo>
                    <a:pt x="0" y="7067"/>
                    <a:pt x="0" y="7067"/>
                    <a:pt x="0" y="7067"/>
                  </a:cubicBezTo>
                  <a:cubicBezTo>
                    <a:pt x="5387" y="7067"/>
                    <a:pt x="5387" y="7067"/>
                    <a:pt x="5387" y="7067"/>
                  </a:cubicBezTo>
                  <a:cubicBezTo>
                    <a:pt x="6709" y="5276"/>
                    <a:pt x="8538" y="4429"/>
                    <a:pt x="10825" y="4429"/>
                  </a:cubicBezTo>
                  <a:cubicBezTo>
                    <a:pt x="13062" y="4429"/>
                    <a:pt x="14840" y="5276"/>
                    <a:pt x="16213" y="7067"/>
                  </a:cubicBezTo>
                  <a:cubicBezTo>
                    <a:pt x="21600" y="7067"/>
                    <a:pt x="21600" y="7067"/>
                    <a:pt x="21600" y="7067"/>
                  </a:cubicBezTo>
                  <a:cubicBezTo>
                    <a:pt x="21600" y="3534"/>
                    <a:pt x="21600" y="3534"/>
                    <a:pt x="21600" y="3534"/>
                  </a:cubicBezTo>
                  <a:cubicBezTo>
                    <a:pt x="21600" y="1792"/>
                    <a:pt x="20228" y="0"/>
                    <a:pt x="18449" y="0"/>
                  </a:cubicBezTo>
                  <a:close/>
                  <a:moveTo>
                    <a:pt x="19821" y="4429"/>
                  </a:moveTo>
                  <a:cubicBezTo>
                    <a:pt x="19821" y="4429"/>
                    <a:pt x="19821" y="4828"/>
                    <a:pt x="19364" y="4828"/>
                  </a:cubicBezTo>
                  <a:cubicBezTo>
                    <a:pt x="17534" y="4828"/>
                    <a:pt x="17534" y="4828"/>
                    <a:pt x="17534" y="4828"/>
                  </a:cubicBezTo>
                  <a:cubicBezTo>
                    <a:pt x="17128" y="4828"/>
                    <a:pt x="16670" y="4429"/>
                    <a:pt x="16670" y="4429"/>
                  </a:cubicBezTo>
                  <a:cubicBezTo>
                    <a:pt x="16670" y="2638"/>
                    <a:pt x="16670" y="2638"/>
                    <a:pt x="16670" y="2638"/>
                  </a:cubicBezTo>
                  <a:cubicBezTo>
                    <a:pt x="16670" y="2190"/>
                    <a:pt x="17128" y="1792"/>
                    <a:pt x="17534" y="1792"/>
                  </a:cubicBezTo>
                  <a:cubicBezTo>
                    <a:pt x="19364" y="1792"/>
                    <a:pt x="19364" y="1792"/>
                    <a:pt x="19364" y="1792"/>
                  </a:cubicBezTo>
                  <a:cubicBezTo>
                    <a:pt x="19821" y="1792"/>
                    <a:pt x="19821" y="2190"/>
                    <a:pt x="19821" y="2638"/>
                  </a:cubicBezTo>
                  <a:lnTo>
                    <a:pt x="19821" y="4429"/>
                  </a:lnTo>
                  <a:close/>
                  <a:moveTo>
                    <a:pt x="14840" y="10601"/>
                  </a:moveTo>
                  <a:cubicBezTo>
                    <a:pt x="14840" y="8361"/>
                    <a:pt x="13062" y="6619"/>
                    <a:pt x="10825" y="6619"/>
                  </a:cubicBezTo>
                  <a:cubicBezTo>
                    <a:pt x="8538" y="6619"/>
                    <a:pt x="6709" y="8361"/>
                    <a:pt x="6709" y="10601"/>
                  </a:cubicBezTo>
                  <a:cubicBezTo>
                    <a:pt x="6709" y="12791"/>
                    <a:pt x="8538" y="14582"/>
                    <a:pt x="10825" y="14582"/>
                  </a:cubicBezTo>
                  <a:cubicBezTo>
                    <a:pt x="13062" y="14582"/>
                    <a:pt x="14840" y="12791"/>
                    <a:pt x="14840" y="10601"/>
                  </a:cubicBezTo>
                  <a:close/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201" name="Google Shape;1593;g130e7787a26_1_3188"/>
            <p:cNvSpPr/>
            <p:nvPr/>
          </p:nvSpPr>
          <p:spPr>
            <a:xfrm>
              <a:off x="502920" y="4629960"/>
              <a:ext cx="170640" cy="17172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1720"/>
                <a:gd name="textAreaBottom" fmla="*/ 172080 h 1717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8906" y="0"/>
                  </a:moveTo>
                  <a:cubicBezTo>
                    <a:pt x="2694" y="0"/>
                    <a:pt x="2694" y="0"/>
                    <a:pt x="2694" y="0"/>
                  </a:cubicBezTo>
                  <a:cubicBezTo>
                    <a:pt x="1372" y="0"/>
                    <a:pt x="0" y="1369"/>
                    <a:pt x="0" y="2687"/>
                  </a:cubicBezTo>
                  <a:cubicBezTo>
                    <a:pt x="0" y="18862"/>
                    <a:pt x="0" y="18862"/>
                    <a:pt x="0" y="18862"/>
                  </a:cubicBezTo>
                  <a:cubicBezTo>
                    <a:pt x="0" y="20231"/>
                    <a:pt x="1372" y="21600"/>
                    <a:pt x="2694" y="21600"/>
                  </a:cubicBezTo>
                  <a:cubicBezTo>
                    <a:pt x="10825" y="21600"/>
                    <a:pt x="10825" y="21600"/>
                    <a:pt x="10825" y="21600"/>
                  </a:cubicBezTo>
                  <a:cubicBezTo>
                    <a:pt x="10825" y="13893"/>
                    <a:pt x="10825" y="13893"/>
                    <a:pt x="10825" y="13893"/>
                  </a:cubicBezTo>
                  <a:cubicBezTo>
                    <a:pt x="8132" y="13893"/>
                    <a:pt x="8132" y="13893"/>
                    <a:pt x="8132" y="13893"/>
                  </a:cubicBezTo>
                  <a:cubicBezTo>
                    <a:pt x="8132" y="10344"/>
                    <a:pt x="8132" y="10344"/>
                    <a:pt x="8132" y="10344"/>
                  </a:cubicBezTo>
                  <a:cubicBezTo>
                    <a:pt x="10825" y="10344"/>
                    <a:pt x="10825" y="10344"/>
                    <a:pt x="10825" y="10344"/>
                  </a:cubicBezTo>
                  <a:cubicBezTo>
                    <a:pt x="10825" y="8518"/>
                    <a:pt x="10825" y="8518"/>
                    <a:pt x="10825" y="8518"/>
                  </a:cubicBezTo>
                  <a:cubicBezTo>
                    <a:pt x="10825" y="6287"/>
                    <a:pt x="13062" y="4056"/>
                    <a:pt x="15298" y="4056"/>
                  </a:cubicBezTo>
                  <a:cubicBezTo>
                    <a:pt x="17585" y="4056"/>
                    <a:pt x="17585" y="4056"/>
                    <a:pt x="17585" y="4056"/>
                  </a:cubicBezTo>
                  <a:cubicBezTo>
                    <a:pt x="17585" y="8113"/>
                    <a:pt x="17585" y="8113"/>
                    <a:pt x="17585" y="8113"/>
                  </a:cubicBezTo>
                  <a:cubicBezTo>
                    <a:pt x="15755" y="8113"/>
                    <a:pt x="15755" y="8113"/>
                    <a:pt x="15755" y="8113"/>
                  </a:cubicBezTo>
                  <a:cubicBezTo>
                    <a:pt x="14840" y="8113"/>
                    <a:pt x="14840" y="8113"/>
                    <a:pt x="14840" y="8518"/>
                  </a:cubicBezTo>
                  <a:cubicBezTo>
                    <a:pt x="14840" y="10344"/>
                    <a:pt x="14840" y="10344"/>
                    <a:pt x="14840" y="10344"/>
                  </a:cubicBezTo>
                  <a:cubicBezTo>
                    <a:pt x="17585" y="10344"/>
                    <a:pt x="17585" y="10344"/>
                    <a:pt x="17585" y="10344"/>
                  </a:cubicBezTo>
                  <a:cubicBezTo>
                    <a:pt x="17585" y="13893"/>
                    <a:pt x="17585" y="13893"/>
                    <a:pt x="17585" y="13893"/>
                  </a:cubicBezTo>
                  <a:cubicBezTo>
                    <a:pt x="14840" y="13893"/>
                    <a:pt x="14840" y="13893"/>
                    <a:pt x="14840" y="13893"/>
                  </a:cubicBezTo>
                  <a:cubicBezTo>
                    <a:pt x="14840" y="21600"/>
                    <a:pt x="14840" y="21600"/>
                    <a:pt x="14840" y="21600"/>
                  </a:cubicBezTo>
                  <a:cubicBezTo>
                    <a:pt x="18906" y="21600"/>
                    <a:pt x="18906" y="21600"/>
                    <a:pt x="18906" y="21600"/>
                  </a:cubicBezTo>
                  <a:cubicBezTo>
                    <a:pt x="20279" y="21600"/>
                    <a:pt x="21600" y="20231"/>
                    <a:pt x="21600" y="18862"/>
                  </a:cubicBezTo>
                  <a:cubicBezTo>
                    <a:pt x="21600" y="2687"/>
                    <a:pt x="21600" y="2687"/>
                    <a:pt x="21600" y="2687"/>
                  </a:cubicBezTo>
                  <a:cubicBezTo>
                    <a:pt x="21600" y="1369"/>
                    <a:pt x="20279" y="0"/>
                    <a:pt x="18906" y="0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202" name="Google Shape;1594;g130e7787a26_1_3188"/>
          <p:cNvSpPr/>
          <p:nvPr/>
        </p:nvSpPr>
        <p:spPr>
          <a:xfrm flipH="1" rot="16200000">
            <a:off x="8142840" y="3843720"/>
            <a:ext cx="234720" cy="1767600"/>
          </a:xfrm>
          <a:custGeom>
            <a:avLst/>
            <a:gdLst>
              <a:gd name="textAreaLeft" fmla="*/ 360 w 234720"/>
              <a:gd name="textAreaRight" fmla="*/ 235440 w 234720"/>
              <a:gd name="textAreaTop" fmla="*/ 0 h 1767600"/>
              <a:gd name="textAreaBottom" fmla="*/ 1767960 h 17676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0800" y="0"/>
                </a:moveTo>
                <a:cubicBezTo>
                  <a:pt x="16765" y="0"/>
                  <a:pt x="21600" y="643"/>
                  <a:pt x="21600" y="1435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1435"/>
                </a:lnTo>
                <a:cubicBezTo>
                  <a:pt x="0" y="643"/>
                  <a:pt x="4835" y="0"/>
                  <a:pt x="10800" y="0"/>
                </a:cubicBez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03" name="Google Shape;1595;g130e7787a26_1_3188"/>
          <p:cNvSpPr/>
          <p:nvPr/>
        </p:nvSpPr>
        <p:spPr>
          <a:xfrm>
            <a:off x="7527240" y="4633920"/>
            <a:ext cx="15404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www.website.com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PlaceHolder 1"/>
          <p:cNvSpPr>
            <a:spLocks noGrp="1"/>
          </p:cNvSpPr>
          <p:nvPr>
            <p:ph type="sldNum" idx="179"/>
          </p:nvPr>
        </p:nvSpPr>
        <p:spPr>
          <a:xfrm>
            <a:off x="7956360" y="-91440"/>
            <a:ext cx="1013400" cy="10746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E2975E-F96F-42A8-A761-B3DB7185D38B}" type="slidenum">
              <a: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6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0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PlaceHolder 1"/>
          <p:cNvSpPr>
            <a:spLocks noGrp="1"/>
          </p:cNvSpPr>
          <p:nvPr>
            <p:ph type="body"/>
          </p:nvPr>
        </p:nvSpPr>
        <p:spPr>
          <a:xfrm>
            <a:off x="44064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PlaceHolder 2"/>
          <p:cNvSpPr>
            <a:spLocks noGrp="1"/>
          </p:cNvSpPr>
          <p:nvPr>
            <p:ph type="body"/>
          </p:nvPr>
        </p:nvSpPr>
        <p:spPr>
          <a:xfrm>
            <a:off x="16545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PlaceHolder 3"/>
          <p:cNvSpPr>
            <a:spLocks noGrp="1"/>
          </p:cNvSpPr>
          <p:nvPr>
            <p:ph type="body"/>
          </p:nvPr>
        </p:nvSpPr>
        <p:spPr>
          <a:xfrm>
            <a:off x="28681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PlaceHolder 4"/>
          <p:cNvSpPr>
            <a:spLocks noGrp="1"/>
          </p:cNvSpPr>
          <p:nvPr>
            <p:ph type="body"/>
          </p:nvPr>
        </p:nvSpPr>
        <p:spPr>
          <a:xfrm>
            <a:off x="408168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PlaceHolder 5"/>
          <p:cNvSpPr>
            <a:spLocks noGrp="1"/>
          </p:cNvSpPr>
          <p:nvPr>
            <p:ph type="body"/>
          </p:nvPr>
        </p:nvSpPr>
        <p:spPr>
          <a:xfrm>
            <a:off x="529560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PlaceHolder 6"/>
          <p:cNvSpPr>
            <a:spLocks noGrp="1"/>
          </p:cNvSpPr>
          <p:nvPr>
            <p:ph type="body"/>
          </p:nvPr>
        </p:nvSpPr>
        <p:spPr>
          <a:xfrm>
            <a:off x="65091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PlaceHolder 7"/>
          <p:cNvSpPr>
            <a:spLocks noGrp="1"/>
          </p:cNvSpPr>
          <p:nvPr>
            <p:ph type="body"/>
          </p:nvPr>
        </p:nvSpPr>
        <p:spPr>
          <a:xfrm>
            <a:off x="77227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PlaceHolder 8"/>
          <p:cNvSpPr>
            <a:spLocks noGrp="1"/>
          </p:cNvSpPr>
          <p:nvPr>
            <p:ph type="body"/>
          </p:nvPr>
        </p:nvSpPr>
        <p:spPr>
          <a:xfrm>
            <a:off x="44064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5" name="PlaceHolder 9"/>
          <p:cNvSpPr>
            <a:spLocks noGrp="1"/>
          </p:cNvSpPr>
          <p:nvPr>
            <p:ph type="body"/>
          </p:nvPr>
        </p:nvSpPr>
        <p:spPr>
          <a:xfrm>
            <a:off x="16545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PlaceHolder 10"/>
          <p:cNvSpPr>
            <a:spLocks noGrp="1"/>
          </p:cNvSpPr>
          <p:nvPr>
            <p:ph type="body"/>
          </p:nvPr>
        </p:nvSpPr>
        <p:spPr>
          <a:xfrm>
            <a:off x="28681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PlaceHolder 11"/>
          <p:cNvSpPr>
            <a:spLocks noGrp="1"/>
          </p:cNvSpPr>
          <p:nvPr>
            <p:ph type="body"/>
          </p:nvPr>
        </p:nvSpPr>
        <p:spPr>
          <a:xfrm>
            <a:off x="408168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PlaceHolder 12"/>
          <p:cNvSpPr>
            <a:spLocks noGrp="1"/>
          </p:cNvSpPr>
          <p:nvPr>
            <p:ph type="body"/>
          </p:nvPr>
        </p:nvSpPr>
        <p:spPr>
          <a:xfrm>
            <a:off x="529560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PlaceHolder 13"/>
          <p:cNvSpPr>
            <a:spLocks noGrp="1"/>
          </p:cNvSpPr>
          <p:nvPr>
            <p:ph type="body"/>
          </p:nvPr>
        </p:nvSpPr>
        <p:spPr>
          <a:xfrm>
            <a:off x="65091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PlaceHolder 14"/>
          <p:cNvSpPr>
            <a:spLocks noGrp="1"/>
          </p:cNvSpPr>
          <p:nvPr>
            <p:ph type="body"/>
          </p:nvPr>
        </p:nvSpPr>
        <p:spPr>
          <a:xfrm>
            <a:off x="77227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1" name="PlaceHolder 15"/>
          <p:cNvSpPr>
            <a:spLocks noGrp="1"/>
          </p:cNvSpPr>
          <p:nvPr>
            <p:ph type="body"/>
          </p:nvPr>
        </p:nvSpPr>
        <p:spPr>
          <a:xfrm>
            <a:off x="44064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PlaceHolder 16"/>
          <p:cNvSpPr>
            <a:spLocks noGrp="1"/>
          </p:cNvSpPr>
          <p:nvPr>
            <p:ph type="body"/>
          </p:nvPr>
        </p:nvSpPr>
        <p:spPr>
          <a:xfrm>
            <a:off x="16545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3" name="PlaceHolder 17"/>
          <p:cNvSpPr>
            <a:spLocks noGrp="1"/>
          </p:cNvSpPr>
          <p:nvPr>
            <p:ph type="body"/>
          </p:nvPr>
        </p:nvSpPr>
        <p:spPr>
          <a:xfrm>
            <a:off x="28681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4" name="PlaceHolder 18"/>
          <p:cNvSpPr>
            <a:spLocks noGrp="1"/>
          </p:cNvSpPr>
          <p:nvPr>
            <p:ph type="body"/>
          </p:nvPr>
        </p:nvSpPr>
        <p:spPr>
          <a:xfrm>
            <a:off x="408168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PlaceHolder 19"/>
          <p:cNvSpPr>
            <a:spLocks noGrp="1"/>
          </p:cNvSpPr>
          <p:nvPr>
            <p:ph type="body"/>
          </p:nvPr>
        </p:nvSpPr>
        <p:spPr>
          <a:xfrm>
            <a:off x="529560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PlaceHolder 20"/>
          <p:cNvSpPr>
            <a:spLocks noGrp="1"/>
          </p:cNvSpPr>
          <p:nvPr>
            <p:ph type="body"/>
          </p:nvPr>
        </p:nvSpPr>
        <p:spPr>
          <a:xfrm>
            <a:off x="65091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PlaceHolder 21"/>
          <p:cNvSpPr>
            <a:spLocks noGrp="1"/>
          </p:cNvSpPr>
          <p:nvPr>
            <p:ph type="body"/>
          </p:nvPr>
        </p:nvSpPr>
        <p:spPr>
          <a:xfrm>
            <a:off x="77227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8" name="PlaceHolder 22"/>
          <p:cNvSpPr>
            <a:spLocks noGrp="1"/>
          </p:cNvSpPr>
          <p:nvPr>
            <p:ph type="sldNum" idx="180"/>
          </p:nvPr>
        </p:nvSpPr>
        <p:spPr>
          <a:xfrm>
            <a:off x="4480560" y="4905360"/>
            <a:ext cx="177480" cy="1760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569A327-693C-4CBD-9AA6-184FE2BC49C7}" type="slidenum">
              <a: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3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Google Shape;1621;g130e7787a26_1_3219"/>
          <p:cNvSpPr/>
          <p:nvPr/>
        </p:nvSpPr>
        <p:spPr>
          <a:xfrm rot="3493800">
            <a:off x="-469080" y="-1000440"/>
            <a:ext cx="1885680" cy="2469600"/>
          </a:xfrm>
          <a:prstGeom prst="roundRect">
            <a:avLst>
              <a:gd name="adj" fmla="val 3557"/>
            </a:avLst>
          </a:prstGeom>
          <a:solidFill>
            <a:srgbClr val="9fb4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32" name="PlaceHolder 1"/>
          <p:cNvSpPr>
            <a:spLocks noGrp="1"/>
          </p:cNvSpPr>
          <p:nvPr>
            <p:ph type="body"/>
          </p:nvPr>
        </p:nvSpPr>
        <p:spPr>
          <a:xfrm>
            <a:off x="-1029240" y="-1136880"/>
            <a:ext cx="3005280" cy="274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3" name="Google Shape;1623;g130e7787a26_1_3219"/>
          <p:cNvSpPr/>
          <p:nvPr/>
        </p:nvSpPr>
        <p:spPr>
          <a:xfrm>
            <a:off x="2390040" y="232920"/>
            <a:ext cx="936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THEME. </a:t>
            </a:r>
            <a:r>
              <a:rPr b="0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multipurpose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Google Shape;1624;g130e7787a26_1_3219"/>
          <p:cNvSpPr/>
          <p:nvPr/>
        </p:nvSpPr>
        <p:spPr>
          <a:xfrm>
            <a:off x="2197800" y="254880"/>
            <a:ext cx="93600" cy="73440"/>
          </a:xfrm>
          <a:custGeom>
            <a:avLst/>
            <a:gdLst>
              <a:gd name="textAreaLeft" fmla="*/ 0 w 93600"/>
              <a:gd name="textAreaRight" fmla="*/ 93960 w 93600"/>
              <a:gd name="textAreaTop" fmla="*/ 0 h 73440"/>
              <a:gd name="textAreaBottom" fmla="*/ 73800 h 734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5465" y="974"/>
                </a:moveTo>
                <a:cubicBezTo>
                  <a:pt x="15465" y="3086"/>
                  <a:pt x="15465" y="3086"/>
                  <a:pt x="15465" y="3086"/>
                </a:cubicBezTo>
                <a:cubicBezTo>
                  <a:pt x="15465" y="3248"/>
                  <a:pt x="15337" y="3573"/>
                  <a:pt x="15209" y="3735"/>
                </a:cubicBezTo>
                <a:cubicBezTo>
                  <a:pt x="15082" y="3898"/>
                  <a:pt x="14826" y="4060"/>
                  <a:pt x="14698" y="4060"/>
                </a:cubicBezTo>
                <a:cubicBezTo>
                  <a:pt x="767" y="4060"/>
                  <a:pt x="767" y="4060"/>
                  <a:pt x="767" y="4060"/>
                </a:cubicBezTo>
                <a:cubicBezTo>
                  <a:pt x="511" y="4060"/>
                  <a:pt x="383" y="3898"/>
                  <a:pt x="128" y="3735"/>
                </a:cubicBezTo>
                <a:cubicBezTo>
                  <a:pt x="0" y="3573"/>
                  <a:pt x="0" y="3248"/>
                  <a:pt x="0" y="3086"/>
                </a:cubicBezTo>
                <a:cubicBezTo>
                  <a:pt x="0" y="974"/>
                  <a:pt x="0" y="974"/>
                  <a:pt x="0" y="974"/>
                </a:cubicBezTo>
                <a:cubicBezTo>
                  <a:pt x="0" y="812"/>
                  <a:pt x="0" y="487"/>
                  <a:pt x="128" y="325"/>
                </a:cubicBezTo>
                <a:cubicBezTo>
                  <a:pt x="383" y="162"/>
                  <a:pt x="511" y="0"/>
                  <a:pt x="767" y="0"/>
                </a:cubicBezTo>
                <a:cubicBezTo>
                  <a:pt x="14698" y="0"/>
                  <a:pt x="14698" y="0"/>
                  <a:pt x="14698" y="0"/>
                </a:cubicBezTo>
                <a:cubicBezTo>
                  <a:pt x="14826" y="0"/>
                  <a:pt x="15082" y="162"/>
                  <a:pt x="15209" y="325"/>
                </a:cubicBezTo>
                <a:cubicBezTo>
                  <a:pt x="15337" y="487"/>
                  <a:pt x="15465" y="812"/>
                  <a:pt x="15465" y="974"/>
                </a:cubicBezTo>
                <a:close/>
                <a:moveTo>
                  <a:pt x="20066" y="6983"/>
                </a:moveTo>
                <a:cubicBezTo>
                  <a:pt x="20066" y="8932"/>
                  <a:pt x="20066" y="8932"/>
                  <a:pt x="20066" y="8932"/>
                </a:cubicBezTo>
                <a:cubicBezTo>
                  <a:pt x="20066" y="9095"/>
                  <a:pt x="19938" y="9420"/>
                  <a:pt x="19811" y="9582"/>
                </a:cubicBezTo>
                <a:cubicBezTo>
                  <a:pt x="19683" y="9744"/>
                  <a:pt x="19555" y="9907"/>
                  <a:pt x="19299" y="9907"/>
                </a:cubicBezTo>
                <a:cubicBezTo>
                  <a:pt x="767" y="9907"/>
                  <a:pt x="767" y="9907"/>
                  <a:pt x="767" y="9907"/>
                </a:cubicBezTo>
                <a:cubicBezTo>
                  <a:pt x="511" y="9907"/>
                  <a:pt x="383" y="9744"/>
                  <a:pt x="128" y="9582"/>
                </a:cubicBezTo>
                <a:cubicBezTo>
                  <a:pt x="0" y="9420"/>
                  <a:pt x="0" y="9095"/>
                  <a:pt x="0" y="8932"/>
                </a:cubicBezTo>
                <a:cubicBezTo>
                  <a:pt x="0" y="6983"/>
                  <a:pt x="0" y="6983"/>
                  <a:pt x="0" y="6983"/>
                </a:cubicBezTo>
                <a:cubicBezTo>
                  <a:pt x="0" y="6659"/>
                  <a:pt x="0" y="6496"/>
                  <a:pt x="128" y="6171"/>
                </a:cubicBezTo>
                <a:cubicBezTo>
                  <a:pt x="383" y="6009"/>
                  <a:pt x="511" y="6009"/>
                  <a:pt x="767" y="6009"/>
                </a:cubicBezTo>
                <a:cubicBezTo>
                  <a:pt x="19299" y="6009"/>
                  <a:pt x="19299" y="6009"/>
                  <a:pt x="19299" y="6009"/>
                </a:cubicBezTo>
                <a:cubicBezTo>
                  <a:pt x="19555" y="6009"/>
                  <a:pt x="19683" y="6009"/>
                  <a:pt x="19811" y="6171"/>
                </a:cubicBezTo>
                <a:cubicBezTo>
                  <a:pt x="19938" y="6496"/>
                  <a:pt x="20066" y="6659"/>
                  <a:pt x="20066" y="6983"/>
                </a:cubicBezTo>
                <a:close/>
                <a:moveTo>
                  <a:pt x="16999" y="12830"/>
                </a:moveTo>
                <a:cubicBezTo>
                  <a:pt x="16999" y="14779"/>
                  <a:pt x="16999" y="14779"/>
                  <a:pt x="16999" y="14779"/>
                </a:cubicBezTo>
                <a:cubicBezTo>
                  <a:pt x="16999" y="15104"/>
                  <a:pt x="16871" y="15266"/>
                  <a:pt x="16743" y="15429"/>
                </a:cubicBezTo>
                <a:cubicBezTo>
                  <a:pt x="16615" y="15753"/>
                  <a:pt x="16360" y="15753"/>
                  <a:pt x="16232" y="15753"/>
                </a:cubicBezTo>
                <a:cubicBezTo>
                  <a:pt x="767" y="15753"/>
                  <a:pt x="767" y="15753"/>
                  <a:pt x="767" y="15753"/>
                </a:cubicBezTo>
                <a:cubicBezTo>
                  <a:pt x="511" y="15753"/>
                  <a:pt x="383" y="15753"/>
                  <a:pt x="128" y="15429"/>
                </a:cubicBezTo>
                <a:cubicBezTo>
                  <a:pt x="0" y="15266"/>
                  <a:pt x="0" y="15104"/>
                  <a:pt x="0" y="14779"/>
                </a:cubicBezTo>
                <a:cubicBezTo>
                  <a:pt x="0" y="12830"/>
                  <a:pt x="0" y="12830"/>
                  <a:pt x="0" y="12830"/>
                </a:cubicBezTo>
                <a:cubicBezTo>
                  <a:pt x="0" y="12505"/>
                  <a:pt x="0" y="12343"/>
                  <a:pt x="128" y="12180"/>
                </a:cubicBezTo>
                <a:cubicBezTo>
                  <a:pt x="383" y="12018"/>
                  <a:pt x="511" y="11856"/>
                  <a:pt x="767" y="11856"/>
                </a:cubicBezTo>
                <a:cubicBezTo>
                  <a:pt x="16232" y="11856"/>
                  <a:pt x="16232" y="11856"/>
                  <a:pt x="16232" y="11856"/>
                </a:cubicBezTo>
                <a:cubicBezTo>
                  <a:pt x="16360" y="11856"/>
                  <a:pt x="16615" y="12018"/>
                  <a:pt x="16743" y="12180"/>
                </a:cubicBezTo>
                <a:cubicBezTo>
                  <a:pt x="16871" y="12343"/>
                  <a:pt x="16999" y="12505"/>
                  <a:pt x="16999" y="12830"/>
                </a:cubicBezTo>
                <a:close/>
                <a:moveTo>
                  <a:pt x="21600" y="18677"/>
                </a:moveTo>
                <a:cubicBezTo>
                  <a:pt x="21600" y="20626"/>
                  <a:pt x="21600" y="20626"/>
                  <a:pt x="21600" y="20626"/>
                </a:cubicBezTo>
                <a:cubicBezTo>
                  <a:pt x="21600" y="20950"/>
                  <a:pt x="21472" y="21113"/>
                  <a:pt x="21344" y="21438"/>
                </a:cubicBezTo>
                <a:cubicBezTo>
                  <a:pt x="21217" y="21600"/>
                  <a:pt x="21089" y="21600"/>
                  <a:pt x="20833" y="21600"/>
                </a:cubicBezTo>
                <a:cubicBezTo>
                  <a:pt x="767" y="21600"/>
                  <a:pt x="767" y="21600"/>
                  <a:pt x="767" y="21600"/>
                </a:cubicBezTo>
                <a:cubicBezTo>
                  <a:pt x="511" y="21600"/>
                  <a:pt x="383" y="21600"/>
                  <a:pt x="128" y="21438"/>
                </a:cubicBezTo>
                <a:cubicBezTo>
                  <a:pt x="0" y="21113"/>
                  <a:pt x="0" y="20950"/>
                  <a:pt x="0" y="20626"/>
                </a:cubicBezTo>
                <a:cubicBezTo>
                  <a:pt x="0" y="18677"/>
                  <a:pt x="0" y="18677"/>
                  <a:pt x="0" y="18677"/>
                </a:cubicBezTo>
                <a:cubicBezTo>
                  <a:pt x="0" y="18514"/>
                  <a:pt x="0" y="18189"/>
                  <a:pt x="128" y="18027"/>
                </a:cubicBezTo>
                <a:cubicBezTo>
                  <a:pt x="383" y="17865"/>
                  <a:pt x="511" y="17702"/>
                  <a:pt x="767" y="17702"/>
                </a:cubicBezTo>
                <a:cubicBezTo>
                  <a:pt x="20833" y="17702"/>
                  <a:pt x="20833" y="17702"/>
                  <a:pt x="20833" y="17702"/>
                </a:cubicBezTo>
                <a:cubicBezTo>
                  <a:pt x="21089" y="17702"/>
                  <a:pt x="21217" y="17865"/>
                  <a:pt x="21344" y="18027"/>
                </a:cubicBezTo>
                <a:cubicBezTo>
                  <a:pt x="21472" y="18189"/>
                  <a:pt x="21600" y="18514"/>
                  <a:pt x="21600" y="18677"/>
                </a:cubicBezTo>
                <a:close/>
              </a:path>
            </a:pathLst>
          </a:custGeom>
          <a:solidFill>
            <a:srgbClr val="5358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1235" name="Google Shape;1625;g130e7787a26_1_3219"/>
          <p:cNvCxnSpPr/>
          <p:nvPr/>
        </p:nvCxnSpPr>
        <p:spPr>
          <a:xfrm flipV="1">
            <a:off x="7539840" y="243000"/>
            <a:ext cx="360" cy="90720"/>
          </a:xfrm>
          <a:prstGeom prst="straightConnector1">
            <a:avLst/>
          </a:prstGeom>
          <a:ln w="12700">
            <a:solidFill>
              <a:srgbClr val="a6aaa9"/>
            </a:solidFill>
            <a:miter/>
          </a:ln>
        </p:spPr>
      </p:cxnSp>
      <p:sp>
        <p:nvSpPr>
          <p:cNvPr id="1236" name="Google Shape;1626;g130e7787a26_1_3219"/>
          <p:cNvSpPr/>
          <p:nvPr/>
        </p:nvSpPr>
        <p:spPr>
          <a:xfrm>
            <a:off x="7616520" y="225720"/>
            <a:ext cx="1118520" cy="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Creative &amp; Professional Projects.</a:t>
            </a:r>
            <a:endParaRPr b="0" lang="ru-RU" sz="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PlaceHolder 2"/>
          <p:cNvSpPr>
            <a:spLocks noGrp="1"/>
          </p:cNvSpPr>
          <p:nvPr>
            <p:ph type="sldNum" idx="181"/>
          </p:nvPr>
        </p:nvSpPr>
        <p:spPr>
          <a:xfrm>
            <a:off x="7385760" y="243000"/>
            <a:ext cx="12672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BD900AB-661C-46DB-935E-2C978A04DA86}" type="slidenum"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3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Google Shape;1629;g130e7787a26_1_3227"/>
          <p:cNvSpPr/>
          <p:nvPr/>
        </p:nvSpPr>
        <p:spPr>
          <a:xfrm>
            <a:off x="834048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41" name="Google Shape;1630;g130e7787a26_1_3227"/>
          <p:cNvSpPr/>
          <p:nvPr/>
        </p:nvSpPr>
        <p:spPr>
          <a:xfrm>
            <a:off x="882612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421d5a"/>
          </a:solidFill>
          <a:ln w="0">
            <a:noFill/>
          </a:ln>
          <a:effectLst>
            <a:outerShdw blurRad="127080" dir="2388334" dist="5061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42" name="Google Shape;1631;g130e7787a26_1_3227"/>
          <p:cNvSpPr/>
          <p:nvPr/>
        </p:nvSpPr>
        <p:spPr>
          <a:xfrm>
            <a:off x="8899920" y="4913640"/>
            <a:ext cx="43560" cy="67680"/>
          </a:xfrm>
          <a:custGeom>
            <a:avLst/>
            <a:gdLst>
              <a:gd name="textAreaLeft" fmla="*/ 0 w 43560"/>
              <a:gd name="textAreaRight" fmla="*/ 4392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43" name="Google Shape;1632;g130e7787a26_1_3227"/>
          <p:cNvSpPr/>
          <p:nvPr/>
        </p:nvSpPr>
        <p:spPr>
          <a:xfrm flipH="1">
            <a:off x="8413200" y="4913640"/>
            <a:ext cx="43560" cy="67680"/>
          </a:xfrm>
          <a:custGeom>
            <a:avLst/>
            <a:gdLst>
              <a:gd name="textAreaLeft" fmla="*/ -360 w 43560"/>
              <a:gd name="textAreaRight" fmla="*/ 4356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44" name="Google Shape;1633;g130e7787a26_1_3227"/>
          <p:cNvSpPr/>
          <p:nvPr/>
        </p:nvSpPr>
        <p:spPr>
          <a:xfrm>
            <a:off x="387360" y="265320"/>
            <a:ext cx="49291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2100" strike="noStrike" u="none">
                <a:solidFill>
                  <a:srgbClr val="494949"/>
                </a:solidFill>
                <a:effectLst/>
                <a:uFillTx/>
                <a:latin typeface="Helvetica Neue"/>
                <a:ea typeface="Helvetica Neue"/>
              </a:rPr>
              <a:t>Infographic Collection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45" name="Google Shape;1634;g130e7787a26_1_3227"/>
          <p:cNvCxnSpPr/>
          <p:nvPr/>
        </p:nvCxnSpPr>
        <p:spPr>
          <a:xfrm>
            <a:off x="4228920" y="485640"/>
            <a:ext cx="4415040" cy="360"/>
          </a:xfrm>
          <a:prstGeom prst="straightConnector1">
            <a:avLst/>
          </a:prstGeom>
          <a:ln w="12700">
            <a:solidFill>
              <a:srgbClr val="c2c2c2"/>
            </a:solidFill>
            <a:miter/>
          </a:ln>
        </p:spPr>
      </p:cxnSp>
      <p:sp>
        <p:nvSpPr>
          <p:cNvPr id="1246" name="PlaceHolder 1"/>
          <p:cNvSpPr>
            <a:spLocks noGrp="1"/>
          </p:cNvSpPr>
          <p:nvPr>
            <p:ph type="sldNum" idx="182"/>
          </p:nvPr>
        </p:nvSpPr>
        <p:spPr>
          <a:xfrm>
            <a:off x="8581680" y="4856400"/>
            <a:ext cx="19368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07BFC07-052E-4C89-80C1-E6D3C2325A53}" type="slidenum">
              <a: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4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49" name="Google Shape;1637;g130e7787a26_1_3235"/>
          <p:cNvCxnSpPr/>
          <p:nvPr/>
        </p:nvCxnSpPr>
        <p:spPr>
          <a:xfrm>
            <a:off x="473040" y="4964400"/>
            <a:ext cx="8271360" cy="6840"/>
          </a:xfrm>
          <a:prstGeom prst="straightConnector1">
            <a:avLst/>
          </a:prstGeom>
          <a:ln w="12700">
            <a:solidFill>
              <a:srgbClr val="d9d9d9"/>
            </a:solidFill>
            <a:miter/>
          </a:ln>
        </p:spPr>
      </p:cxnSp>
      <p:sp>
        <p:nvSpPr>
          <p:cNvPr id="1250" name="PlaceHolder 1"/>
          <p:cNvSpPr>
            <a:spLocks noGrp="1"/>
          </p:cNvSpPr>
          <p:nvPr>
            <p:ph type="body"/>
          </p:nvPr>
        </p:nvSpPr>
        <p:spPr>
          <a:xfrm>
            <a:off x="876240" y="270720"/>
            <a:ext cx="7391160" cy="416520"/>
          </a:xfrm>
          <a:prstGeom prst="rect">
            <a:avLst/>
          </a:prstGeom>
          <a:noFill/>
          <a:ln w="0">
            <a:noFill/>
          </a:ln>
          <a:effectLst>
            <a:outerShdw dist="0" dir="0" blurRad="127080" rotWithShape="0">
              <a:srgbClr val="000000">
                <a:alpha val="40000"/>
              </a:srgbClr>
            </a:outerShdw>
          </a:effectLst>
        </p:spPr>
        <p:txBody>
          <a:bodyPr lIns="34200" rIns="34200" tIns="34200" bIns="342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PlaceHolder 2"/>
          <p:cNvSpPr>
            <a:spLocks noGrp="1"/>
          </p:cNvSpPr>
          <p:nvPr>
            <p:ph type="body"/>
          </p:nvPr>
        </p:nvSpPr>
        <p:spPr>
          <a:xfrm>
            <a:off x="876240" y="659520"/>
            <a:ext cx="7391160" cy="236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PlaceHolder 3"/>
          <p:cNvSpPr>
            <a:spLocks noGrp="1"/>
          </p:cNvSpPr>
          <p:nvPr>
            <p:ph type="sldNum" idx="183"/>
          </p:nvPr>
        </p:nvSpPr>
        <p:spPr>
          <a:xfrm>
            <a:off x="117360" y="4860720"/>
            <a:ext cx="200520" cy="206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14F06C7-D120-40B2-A3F7-682D66FA15C9}" type="slidenum">
              <a: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5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Google Shape;1642;g130e7787a26_1_3240"/>
          <p:cNvSpPr/>
          <p:nvPr/>
        </p:nvSpPr>
        <p:spPr>
          <a:xfrm>
            <a:off x="198360" y="187920"/>
            <a:ext cx="391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startup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6" name="Google Shape;1643;g130e7787a26_1_3240"/>
          <p:cNvCxnSpPr/>
          <p:nvPr/>
        </p:nvCxnSpPr>
        <p:spPr>
          <a:xfrm>
            <a:off x="8783640" y="459360"/>
            <a:ext cx="360" cy="298440"/>
          </a:xfrm>
          <a:prstGeom prst="straightConnector1">
            <a:avLst/>
          </a:prstGeom>
          <a:ln w="38100">
            <a:solidFill>
              <a:srgbClr val="344046"/>
            </a:solidFill>
            <a:miter/>
          </a:ln>
        </p:spPr>
      </p:cxnSp>
      <p:sp>
        <p:nvSpPr>
          <p:cNvPr id="1257" name="Google Shape;1644;g130e7787a26_1_3240"/>
          <p:cNvSpPr/>
          <p:nvPr/>
        </p:nvSpPr>
        <p:spPr>
          <a:xfrm flipH="1" rot="2700000">
            <a:off x="8732520" y="4778640"/>
            <a:ext cx="99360" cy="99360"/>
          </a:xfrm>
          <a:custGeom>
            <a:avLst/>
            <a:gdLst>
              <a:gd name="textAreaLeft" fmla="*/ 360 w 99360"/>
              <a:gd name="textAreaRight" fmla="*/ 100080 w 99360"/>
              <a:gd name="textAreaTop" fmla="*/ 0 h 99360"/>
              <a:gd name="textAreaBottom" fmla="*/ 99720 h 993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35"/>
                </a:moveTo>
                <a:lnTo>
                  <a:pt x="21565" y="35"/>
                </a:lnTo>
                <a:lnTo>
                  <a:pt x="21565" y="0"/>
                </a:lnTo>
                <a:lnTo>
                  <a:pt x="0" y="0"/>
                </a:lnTo>
                <a:lnTo>
                  <a:pt x="0" y="2875"/>
                </a:lnTo>
                <a:lnTo>
                  <a:pt x="18725" y="2875"/>
                </a:lnTo>
                <a:lnTo>
                  <a:pt x="18725" y="2160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34404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58" name="PlaceHolder 1"/>
          <p:cNvSpPr>
            <a:spLocks noGrp="1"/>
          </p:cNvSpPr>
          <p:nvPr>
            <p:ph type="title"/>
          </p:nvPr>
        </p:nvSpPr>
        <p:spPr>
          <a:xfrm>
            <a:off x="1293480" y="95040"/>
            <a:ext cx="4281840" cy="176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PlaceHolder 2"/>
          <p:cNvSpPr>
            <a:spLocks noGrp="1"/>
          </p:cNvSpPr>
          <p:nvPr>
            <p:ph type="sldNum" idx="184"/>
          </p:nvPr>
        </p:nvSpPr>
        <p:spPr>
          <a:xfrm>
            <a:off x="8667000" y="187200"/>
            <a:ext cx="231120" cy="2293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8CE1864-3DA8-4929-9875-EAEFA4B8448D}" type="slidenum"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6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Google Shape;1500;g130e7787a26_1_3098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3" name="Google Shape;1501;g130e7787a26_1_3098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64" name="Google Shape;1502;g130e7787a26_1_3098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PlaceHolder 1"/>
          <p:cNvSpPr>
            <a:spLocks noGrp="1"/>
          </p:cNvSpPr>
          <p:nvPr>
            <p:ph type="sldNum" idx="18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D89D4D7-26B8-4E74-BFFA-BD4EDEE4BCA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6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Google Shape;1648;g130e7787a26_1_3246"/>
          <p:cNvSpPr/>
          <p:nvPr/>
        </p:nvSpPr>
        <p:spPr>
          <a:xfrm>
            <a:off x="663120" y="14652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2"/>
          <p:cNvSpPr>
            <a:spLocks noGrp="1"/>
          </p:cNvSpPr>
          <p:nvPr>
            <p:ph type="body"/>
          </p:nvPr>
        </p:nvSpPr>
        <p:spPr>
          <a:xfrm>
            <a:off x="5610600" y="1436760"/>
            <a:ext cx="2475360" cy="243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body"/>
          </p:nvPr>
        </p:nvSpPr>
        <p:spPr>
          <a:xfrm>
            <a:off x="642960" y="1436760"/>
            <a:ext cx="2949120" cy="28584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2" name="Google Shape;1652;g130e7787a26_1_3246" descr="Google Shape;158;p7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3" name="PlaceHolder 4"/>
          <p:cNvSpPr>
            <a:spLocks noGrp="1"/>
          </p:cNvSpPr>
          <p:nvPr>
            <p:ph type="sldNum" idx="186"/>
          </p:nvPr>
        </p:nvSpPr>
        <p:spPr>
          <a:xfrm>
            <a:off x="6553080" y="4518720"/>
            <a:ext cx="561240" cy="5868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5EB54AE-2330-4FD9-A3B8-910994876F92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7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76" name="Google Shape;1655;g130e7787a26_1_3253"/>
          <p:cNvGrpSpPr/>
          <p:nvPr/>
        </p:nvGrpSpPr>
        <p:grpSpPr>
          <a:xfrm>
            <a:off x="444960" y="407520"/>
            <a:ext cx="1466640" cy="222120"/>
            <a:chOff x="444960" y="407520"/>
            <a:chExt cx="1466640" cy="222120"/>
          </a:xfrm>
        </p:grpSpPr>
        <p:sp>
          <p:nvSpPr>
            <p:cNvPr id="1277" name="Google Shape;1656;g130e7787a26_1_3253"/>
            <p:cNvSpPr/>
            <p:nvPr/>
          </p:nvSpPr>
          <p:spPr>
            <a:xfrm>
              <a:off x="727200" y="423360"/>
              <a:ext cx="1184400" cy="13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000001"/>
                  </a:solidFill>
                  <a:effectLst/>
                  <a:uFillTx/>
                  <a:latin typeface="Open Sans SemiBold"/>
                  <a:ea typeface="Open Sans SemiBold"/>
                </a:rPr>
                <a:t>BUSINESS TOOLS </a:t>
              </a:r>
              <a:r>
                <a:rPr b="1" lang="ru" sz="600" strike="noStrike" u="none">
                  <a:solidFill>
                    <a:srgbClr val="000001"/>
                  </a:solidFill>
                  <a:effectLst/>
                  <a:uFillTx/>
                  <a:latin typeface="Open Sans"/>
                  <a:ea typeface="Open Sans"/>
                </a:rPr>
                <a:t>PRO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8" name="Google Shape;1657;g130e7787a26_1_3253"/>
            <p:cNvSpPr/>
            <p:nvPr/>
          </p:nvSpPr>
          <p:spPr>
            <a:xfrm>
              <a:off x="444960" y="407520"/>
              <a:ext cx="199800" cy="22212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222120"/>
                <a:gd name="textAreaBottom" fmla="*/ 222480 h 222120"/>
              </a:gdLst>
              <a:ahLst/>
              <a:cxnLst/>
              <a:rect l="textAreaLeft" t="textAreaTop" r="textAreaRight" b="textAreaBottom"/>
              <a:pathLst>
                <a:path w="21575" h="21600">
                  <a:moveTo>
                    <a:pt x="5602" y="0"/>
                  </a:moveTo>
                  <a:cubicBezTo>
                    <a:pt x="5252" y="29"/>
                    <a:pt x="4921" y="153"/>
                    <a:pt x="4651" y="356"/>
                  </a:cubicBezTo>
                  <a:cubicBezTo>
                    <a:pt x="4352" y="581"/>
                    <a:pt x="4145" y="891"/>
                    <a:pt x="4064" y="1234"/>
                  </a:cubicBezTo>
                  <a:lnTo>
                    <a:pt x="0" y="21600"/>
                  </a:lnTo>
                  <a:lnTo>
                    <a:pt x="20473" y="15097"/>
                  </a:lnTo>
                  <a:cubicBezTo>
                    <a:pt x="20837" y="14990"/>
                    <a:pt x="21145" y="14768"/>
                    <a:pt x="21343" y="14473"/>
                  </a:cubicBezTo>
                  <a:cubicBezTo>
                    <a:pt x="21502" y="14236"/>
                    <a:pt x="21581" y="13962"/>
                    <a:pt x="21570" y="13685"/>
                  </a:cubicBezTo>
                  <a:lnTo>
                    <a:pt x="21570" y="1341"/>
                  </a:lnTo>
                  <a:cubicBezTo>
                    <a:pt x="21600" y="1015"/>
                    <a:pt x="21487" y="692"/>
                    <a:pt x="21255" y="441"/>
                  </a:cubicBezTo>
                  <a:cubicBezTo>
                    <a:pt x="21028" y="195"/>
                    <a:pt x="20705" y="37"/>
                    <a:pt x="20352" y="0"/>
                  </a:cubicBezTo>
                  <a:lnTo>
                    <a:pt x="5602" y="0"/>
                  </a:lnTo>
                  <a:close/>
                  <a:moveTo>
                    <a:pt x="9446" y="2655"/>
                  </a:moveTo>
                  <a:cubicBezTo>
                    <a:pt x="9939" y="2660"/>
                    <a:pt x="10346" y="3005"/>
                    <a:pt x="10380" y="3449"/>
                  </a:cubicBezTo>
                  <a:lnTo>
                    <a:pt x="10380" y="6492"/>
                  </a:lnTo>
                  <a:cubicBezTo>
                    <a:pt x="13122" y="4877"/>
                    <a:pt x="16786" y="6465"/>
                    <a:pt x="17101" y="9404"/>
                  </a:cubicBezTo>
                  <a:cubicBezTo>
                    <a:pt x="17343" y="11666"/>
                    <a:pt x="15308" y="13594"/>
                    <a:pt x="12765" y="13570"/>
                  </a:cubicBezTo>
                  <a:cubicBezTo>
                    <a:pt x="10462" y="13548"/>
                    <a:pt x="8580" y="11907"/>
                    <a:pt x="8478" y="9832"/>
                  </a:cubicBezTo>
                  <a:lnTo>
                    <a:pt x="8478" y="3496"/>
                  </a:lnTo>
                  <a:cubicBezTo>
                    <a:pt x="8491" y="3024"/>
                    <a:pt x="8922" y="2650"/>
                    <a:pt x="9446" y="2655"/>
                  </a:cubicBezTo>
                  <a:close/>
                  <a:moveTo>
                    <a:pt x="12799" y="7557"/>
                  </a:moveTo>
                  <a:cubicBezTo>
                    <a:pt x="12185" y="7557"/>
                    <a:pt x="11571" y="7768"/>
                    <a:pt x="11102" y="8191"/>
                  </a:cubicBezTo>
                  <a:cubicBezTo>
                    <a:pt x="10165" y="9035"/>
                    <a:pt x="10165" y="10405"/>
                    <a:pt x="11102" y="11250"/>
                  </a:cubicBezTo>
                  <a:cubicBezTo>
                    <a:pt x="12039" y="12095"/>
                    <a:pt x="13558" y="12095"/>
                    <a:pt x="14495" y="11250"/>
                  </a:cubicBezTo>
                  <a:cubicBezTo>
                    <a:pt x="15432" y="10405"/>
                    <a:pt x="15432" y="9035"/>
                    <a:pt x="14495" y="8191"/>
                  </a:cubicBezTo>
                  <a:cubicBezTo>
                    <a:pt x="14027" y="7768"/>
                    <a:pt x="13413" y="7557"/>
                    <a:pt x="12799" y="7557"/>
                  </a:cubicBezTo>
                  <a:close/>
                </a:path>
              </a:pathLst>
            </a:custGeom>
            <a:solidFill>
              <a:srgbClr val="326ec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279" name="PlaceHolder 1"/>
          <p:cNvSpPr>
            <a:spLocks noGrp="1"/>
          </p:cNvSpPr>
          <p:nvPr>
            <p:ph type="sldNum" idx="187"/>
          </p:nvPr>
        </p:nvSpPr>
        <p:spPr>
          <a:xfrm>
            <a:off x="8536320" y="425520"/>
            <a:ext cx="135360" cy="1299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9054B29-016E-4908-A4DF-5DDD0A7B7BE2}" type="slidenum">
              <a: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8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82" name="Google Shape;1660;g130e7787a26_1_3258"/>
          <p:cNvGrpSpPr/>
          <p:nvPr/>
        </p:nvGrpSpPr>
        <p:grpSpPr>
          <a:xfrm>
            <a:off x="423360" y="4540320"/>
            <a:ext cx="1568160" cy="329400"/>
            <a:chOff x="423360" y="4540320"/>
            <a:chExt cx="1568160" cy="329400"/>
          </a:xfrm>
        </p:grpSpPr>
        <p:sp>
          <p:nvSpPr>
            <p:cNvPr id="1283" name="Google Shape;1661;g130e7787a26_1_3258"/>
            <p:cNvSpPr/>
            <p:nvPr/>
          </p:nvSpPr>
          <p:spPr>
            <a:xfrm>
              <a:off x="426240" y="4540320"/>
              <a:ext cx="156528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0077bf"/>
                  </a:solidFill>
                  <a:effectLst/>
                  <a:uFillTx/>
                  <a:latin typeface="Open Sans SemiBold"/>
                  <a:ea typeface="Open Sans SemiBold"/>
                </a:rPr>
                <a:t>Funnel Pack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4" name="Google Shape;1662;g130e7787a26_1_3258"/>
            <p:cNvSpPr/>
            <p:nvPr/>
          </p:nvSpPr>
          <p:spPr>
            <a:xfrm>
              <a:off x="423360" y="4742280"/>
              <a:ext cx="1079280" cy="12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rIns="17280" tIns="17280" bIns="1728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85" name="PlaceHolder 1"/>
          <p:cNvSpPr>
            <a:spLocks noGrp="1"/>
          </p:cNvSpPr>
          <p:nvPr>
            <p:ph type="title"/>
          </p:nvPr>
        </p:nvSpPr>
        <p:spPr>
          <a:xfrm>
            <a:off x="795240" y="854280"/>
            <a:ext cx="7313760" cy="8164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851760" y="1751400"/>
            <a:ext cx="7678440" cy="26323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PlaceHolder 3"/>
          <p:cNvSpPr>
            <a:spLocks noGrp="1"/>
          </p:cNvSpPr>
          <p:nvPr>
            <p:ph type="sldNum" idx="188"/>
          </p:nvPr>
        </p:nvSpPr>
        <p:spPr>
          <a:xfrm>
            <a:off x="8545320" y="4686480"/>
            <a:ext cx="153720" cy="150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039A6E5-43CB-4EF3-B1B9-7414F3572518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8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PlaceHolder 1"/>
          <p:cNvSpPr>
            <a:spLocks noGrp="1"/>
          </p:cNvSpPr>
          <p:nvPr>
            <p:ph type="sldNum" idx="189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3E4E2FD-6E8C-43C1-985E-9260A7612AC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9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3" name="Google Shape;1669;g130e7787a26_1_3267"/>
          <p:cNvSpPr/>
          <p:nvPr/>
        </p:nvSpPr>
        <p:spPr>
          <a:xfrm>
            <a:off x="663120" y="14652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4" name="PlaceHolder 1"/>
          <p:cNvSpPr>
            <a:spLocks noGrp="1"/>
          </p:cNvSpPr>
          <p:nvPr>
            <p:ph type="sldNum" idx="190"/>
          </p:nvPr>
        </p:nvSpPr>
        <p:spPr>
          <a:xfrm>
            <a:off x="5463720" y="4790160"/>
            <a:ext cx="561240" cy="5868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7E2BE1F-E06E-4EBB-9B7F-272B11B2BE30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9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PlaceHolder 1"/>
          <p:cNvSpPr>
            <a:spLocks noGrp="1"/>
          </p:cNvSpPr>
          <p:nvPr>
            <p:ph type="body"/>
          </p:nvPr>
        </p:nvSpPr>
        <p:spPr>
          <a:xfrm>
            <a:off x="450360" y="4447440"/>
            <a:ext cx="823896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8" name="PlaceHolder 2"/>
          <p:cNvSpPr>
            <a:spLocks noGrp="1"/>
          </p:cNvSpPr>
          <p:nvPr>
            <p:ph type="title"/>
          </p:nvPr>
        </p:nvSpPr>
        <p:spPr>
          <a:xfrm>
            <a:off x="452520" y="9655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9" name="PlaceHolder 3"/>
          <p:cNvSpPr>
            <a:spLocks noGrp="1"/>
          </p:cNvSpPr>
          <p:nvPr>
            <p:ph type="body"/>
          </p:nvPr>
        </p:nvSpPr>
        <p:spPr>
          <a:xfrm>
            <a:off x="450360" y="2708640"/>
            <a:ext cx="8238960" cy="7138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0" name="PlaceHolder 4"/>
          <p:cNvSpPr>
            <a:spLocks noGrp="1"/>
          </p:cNvSpPr>
          <p:nvPr>
            <p:ph type="sldNum" idx="191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303F3B6-9E5C-4FF4-9907-75D9532806D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пункты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0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1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4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5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6" name="PlaceHolder 4"/>
          <p:cNvSpPr>
            <a:spLocks noGrp="1"/>
          </p:cNvSpPr>
          <p:nvPr>
            <p:ph type="sldNum" idx="192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087B9C5-A4C7-4741-8E69-8C41F00A5BF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0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1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0" name="PlaceHolder 2"/>
          <p:cNvSpPr>
            <a:spLocks noGrp="1"/>
          </p:cNvSpPr>
          <p:nvPr>
            <p:ph type="sldNum" idx="193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1904474-BF70-44A2-A58E-8510C55704B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, пункты и фото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1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1"/>
          <p:cNvSpPr>
            <a:spLocks noGrp="1"/>
          </p:cNvSpPr>
          <p:nvPr>
            <p:ph type="body"/>
          </p:nvPr>
        </p:nvSpPr>
        <p:spPr>
          <a:xfrm>
            <a:off x="452520" y="889920"/>
            <a:ext cx="3666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4" name="PlaceHolder 2"/>
          <p:cNvSpPr>
            <a:spLocks noGrp="1"/>
          </p:cNvSpPr>
          <p:nvPr>
            <p:ph type="body"/>
          </p:nvPr>
        </p:nvSpPr>
        <p:spPr>
          <a:xfrm>
            <a:off x="452520" y="1593360"/>
            <a:ext cx="3666960" cy="30960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3"/>
          <p:cNvSpPr>
            <a:spLocks noGrp="1"/>
          </p:cNvSpPr>
          <p:nvPr>
            <p:ph type="body"/>
          </p:nvPr>
        </p:nvSpPr>
        <p:spPr>
          <a:xfrm>
            <a:off x="4572000" y="-152640"/>
            <a:ext cx="4093560" cy="545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4"/>
          <p:cNvSpPr>
            <a:spLocks noGrp="1"/>
          </p:cNvSpPr>
          <p:nvPr>
            <p:ph type="title"/>
          </p:nvPr>
        </p:nvSpPr>
        <p:spPr>
          <a:xfrm>
            <a:off x="452520" y="404640"/>
            <a:ext cx="3666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7" name="PlaceHolder 5"/>
          <p:cNvSpPr>
            <a:spLocks noGrp="1"/>
          </p:cNvSpPr>
          <p:nvPr>
            <p:ph type="sldNum" idx="194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DC7B222-82A0-47C6-8B35-9D9EB38A5F0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1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0" name="PlaceHolder 1"/>
          <p:cNvSpPr>
            <a:spLocks noGrp="1"/>
          </p:cNvSpPr>
          <p:nvPr>
            <p:ph type="title"/>
          </p:nvPr>
        </p:nvSpPr>
        <p:spPr>
          <a:xfrm>
            <a:off x="452520" y="170028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ctr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2"/>
          <p:cNvSpPr>
            <a:spLocks noGrp="1"/>
          </p:cNvSpPr>
          <p:nvPr>
            <p:ph type="sldNum" idx="195"/>
          </p:nvPr>
        </p:nvSpPr>
        <p:spPr>
          <a:xfrm>
            <a:off x="4494960" y="491652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958075A-D831-49F3-B311-9671EEFB3CF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2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Google Shape;1505;g130e7787a26_1_3103"/>
          <p:cNvSpPr/>
          <p:nvPr/>
        </p:nvSpPr>
        <p:spPr>
          <a:xfrm>
            <a:off x="663120" y="14652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5" name="PlaceHolder 1"/>
          <p:cNvSpPr>
            <a:spLocks noGrp="1"/>
          </p:cNvSpPr>
          <p:nvPr>
            <p:ph type="sldNum" idx="196"/>
          </p:nvPr>
        </p:nvSpPr>
        <p:spPr>
          <a:xfrm>
            <a:off x="5463720" y="4790160"/>
            <a:ext cx="561240" cy="5868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7C938A5-A5D3-40D7-A719-44B13EF00ABE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олько заголовок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2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8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3"/>
          <p:cNvSpPr>
            <a:spLocks noGrp="1"/>
          </p:cNvSpPr>
          <p:nvPr>
            <p:ph type="sldNum" idx="197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65855B8-AB44-4943-8398-61E430EE5B4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вестка дня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3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4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5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6" name="PlaceHolder 4"/>
          <p:cNvSpPr>
            <a:spLocks noGrp="1"/>
          </p:cNvSpPr>
          <p:nvPr>
            <p:ph type="sldNum" idx="198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E8A7034-2093-484C-BD1A-EB6815AD0D8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рмационное сообщение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3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1"/>
          <p:cNvSpPr>
            <a:spLocks noGrp="1"/>
          </p:cNvSpPr>
          <p:nvPr>
            <p:ph type="body"/>
          </p:nvPr>
        </p:nvSpPr>
        <p:spPr>
          <a:xfrm>
            <a:off x="452520" y="1845360"/>
            <a:ext cx="8238960" cy="14526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0" name="PlaceHolder 2"/>
          <p:cNvSpPr>
            <a:spLocks noGrp="1"/>
          </p:cNvSpPr>
          <p:nvPr>
            <p:ph type="sldNum" idx="199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6F061B1-F358-41A4-8714-1E83283AB7D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Важный факт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4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3" name="PlaceHolder 1"/>
          <p:cNvSpPr>
            <a:spLocks noGrp="1"/>
          </p:cNvSpPr>
          <p:nvPr>
            <p:ph type="body"/>
          </p:nvPr>
        </p:nvSpPr>
        <p:spPr>
          <a:xfrm>
            <a:off x="452520" y="403560"/>
            <a:ext cx="8238960" cy="27151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4" name="PlaceHolder 2"/>
          <p:cNvSpPr>
            <a:spLocks noGrp="1"/>
          </p:cNvSpPr>
          <p:nvPr>
            <p:ph type="body"/>
          </p:nvPr>
        </p:nvSpPr>
        <p:spPr>
          <a:xfrm>
            <a:off x="452520" y="309816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3"/>
          <p:cNvSpPr>
            <a:spLocks noGrp="1"/>
          </p:cNvSpPr>
          <p:nvPr>
            <p:ph type="sldNum" idx="200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40A9EC4-F5E6-4A18-9C01-CB15348DD0B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Цитата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4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1"/>
          <p:cNvSpPr>
            <a:spLocks noGrp="1"/>
          </p:cNvSpPr>
          <p:nvPr>
            <p:ph type="body"/>
          </p:nvPr>
        </p:nvSpPr>
        <p:spPr>
          <a:xfrm>
            <a:off x="911160" y="4003200"/>
            <a:ext cx="757476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9" name="PlaceHolder 2"/>
          <p:cNvSpPr>
            <a:spLocks noGrp="1"/>
          </p:cNvSpPr>
          <p:nvPr>
            <p:ph type="body"/>
          </p:nvPr>
        </p:nvSpPr>
        <p:spPr>
          <a:xfrm>
            <a:off x="657720" y="1852560"/>
            <a:ext cx="7828200" cy="14385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PlaceHolder 3"/>
          <p:cNvSpPr>
            <a:spLocks noGrp="1"/>
          </p:cNvSpPr>
          <p:nvPr>
            <p:ph type="sldNum" idx="201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10E328D-5E44-46B4-8958-CF908AA4DA6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 (3 шт.)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5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3" name="PlaceHolder 1"/>
          <p:cNvSpPr>
            <a:spLocks noGrp="1"/>
          </p:cNvSpPr>
          <p:nvPr>
            <p:ph type="body"/>
          </p:nvPr>
        </p:nvSpPr>
        <p:spPr>
          <a:xfrm>
            <a:off x="5910120" y="380880"/>
            <a:ext cx="2789280" cy="22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PlaceHolder 2"/>
          <p:cNvSpPr>
            <a:spLocks noGrp="1"/>
          </p:cNvSpPr>
          <p:nvPr>
            <p:ph type="body"/>
          </p:nvPr>
        </p:nvSpPr>
        <p:spPr>
          <a:xfrm>
            <a:off x="5062680" y="1491840"/>
            <a:ext cx="3914280" cy="455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5" name="PlaceHolder 3"/>
          <p:cNvSpPr>
            <a:spLocks noGrp="1"/>
          </p:cNvSpPr>
          <p:nvPr>
            <p:ph type="body"/>
          </p:nvPr>
        </p:nvSpPr>
        <p:spPr>
          <a:xfrm>
            <a:off x="-52560" y="185760"/>
            <a:ext cx="6229080" cy="467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PlaceHolder 4"/>
          <p:cNvSpPr>
            <a:spLocks noGrp="1"/>
          </p:cNvSpPr>
          <p:nvPr>
            <p:ph type="sldNum" idx="202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56222A3-ACBC-4EFE-B175-0CCE38D7E14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5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PlaceHolder 1"/>
          <p:cNvSpPr>
            <a:spLocks noGrp="1"/>
          </p:cNvSpPr>
          <p:nvPr>
            <p:ph type="body"/>
          </p:nvPr>
        </p:nvSpPr>
        <p:spPr>
          <a:xfrm>
            <a:off x="-500040" y="-2071800"/>
            <a:ext cx="10143720" cy="811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2"/>
          <p:cNvSpPr>
            <a:spLocks noGrp="1"/>
          </p:cNvSpPr>
          <p:nvPr>
            <p:ph type="sldNum" idx="203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D127BF5-D281-4DC2-AE5B-A6C92AA094EC}" type="slidenum">
              <a: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6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Google Shape;1722;g130e7787a26_1_3320"/>
          <p:cNvSpPr/>
          <p:nvPr/>
        </p:nvSpPr>
        <p:spPr>
          <a:xfrm>
            <a:off x="8256960" y="4690080"/>
            <a:ext cx="254520" cy="254520"/>
          </a:xfrm>
          <a:prstGeom prst="ellipse">
            <a:avLst/>
          </a:prstGeom>
          <a:solidFill>
            <a:srgbClr val="00af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1364" name="Google Shape;1723;g130e7787a26_1_3320"/>
          <p:cNvCxnSpPr/>
          <p:nvPr/>
        </p:nvCxnSpPr>
        <p:spPr>
          <a:xfrm flipH="1">
            <a:off x="1464480" y="4818600"/>
            <a:ext cx="6652440" cy="360"/>
          </a:xfrm>
          <a:prstGeom prst="straightConnector1">
            <a:avLst/>
          </a:prstGeom>
          <a:ln w="19050">
            <a:solidFill>
              <a:srgbClr val="00afd2"/>
            </a:solidFill>
            <a:miter/>
          </a:ln>
        </p:spPr>
      </p:cxnSp>
      <p:sp>
        <p:nvSpPr>
          <p:cNvPr id="1365" name="Google Shape;1724;g130e7787a26_1_3320"/>
          <p:cNvSpPr/>
          <p:nvPr/>
        </p:nvSpPr>
        <p:spPr>
          <a:xfrm>
            <a:off x="630000" y="4737960"/>
            <a:ext cx="8892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00afd2"/>
                </a:solidFill>
                <a:effectLst/>
                <a:uFillTx/>
                <a:latin typeface="Helvetica Neue"/>
                <a:ea typeface="Helvetica Neue"/>
              </a:rPr>
              <a:t>Business </a:t>
            </a:r>
            <a:r>
              <a:rPr b="0" lang="ru" sz="800" strike="noStrike" u="none">
                <a:solidFill>
                  <a:srgbClr val="050a19"/>
                </a:solidFill>
                <a:effectLst/>
                <a:uFillTx/>
                <a:latin typeface="Helvetica Neue"/>
                <a:ea typeface="Helvetica Neue"/>
              </a:rPr>
              <a:t>Plan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1"/>
          <p:cNvSpPr>
            <a:spLocks noGrp="1"/>
          </p:cNvSpPr>
          <p:nvPr>
            <p:ph type="body"/>
          </p:nvPr>
        </p:nvSpPr>
        <p:spPr>
          <a:xfrm>
            <a:off x="628560" y="685080"/>
            <a:ext cx="7886520" cy="18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7" name="PlaceHolder 2"/>
          <p:cNvSpPr>
            <a:spLocks noGrp="1"/>
          </p:cNvSpPr>
          <p:nvPr>
            <p:ph type="title"/>
          </p:nvPr>
        </p:nvSpPr>
        <p:spPr>
          <a:xfrm>
            <a:off x="625680" y="187920"/>
            <a:ext cx="7891920" cy="5252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8" name="PlaceHolder 3"/>
          <p:cNvSpPr>
            <a:spLocks noGrp="1"/>
          </p:cNvSpPr>
          <p:nvPr>
            <p:ph type="sldNum" idx="204"/>
          </p:nvPr>
        </p:nvSpPr>
        <p:spPr>
          <a:xfrm>
            <a:off x="8302320" y="4721040"/>
            <a:ext cx="163440" cy="16020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DA9AF02-F429-45A1-A4B4-A31F6DF5FA45}" type="slidenum">
              <a: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Slide 2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7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1" name="PlaceHolder 1"/>
          <p:cNvSpPr>
            <a:spLocks noGrp="1"/>
          </p:cNvSpPr>
          <p:nvPr>
            <p:ph type="body"/>
          </p:nvPr>
        </p:nvSpPr>
        <p:spPr>
          <a:xfrm>
            <a:off x="757080" y="784080"/>
            <a:ext cx="77576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2"/>
          <p:cNvSpPr>
            <a:spLocks noGrp="1"/>
          </p:cNvSpPr>
          <p:nvPr>
            <p:ph type="title"/>
          </p:nvPr>
        </p:nvSpPr>
        <p:spPr>
          <a:xfrm>
            <a:off x="757080" y="271440"/>
            <a:ext cx="77576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3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73" name="Google Shape;1731;g130e7787a26_1_3327"/>
          <p:cNvCxnSpPr/>
          <p:nvPr/>
        </p:nvCxnSpPr>
        <p:spPr>
          <a:xfrm>
            <a:off x="645840" y="342720"/>
            <a:ext cx="360" cy="60768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cxnSp>
        <p:nvCxnSpPr>
          <p:cNvPr id="1374" name="Google Shape;1732;g130e7787a26_1_3327"/>
          <p:cNvCxnSpPr/>
          <p:nvPr/>
        </p:nvCxnSpPr>
        <p:spPr>
          <a:xfrm>
            <a:off x="8497800" y="4800240"/>
            <a:ext cx="360" cy="14976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sp>
        <p:nvSpPr>
          <p:cNvPr id="1375" name="PlaceHolder 3"/>
          <p:cNvSpPr>
            <a:spLocks noGrp="1"/>
          </p:cNvSpPr>
          <p:nvPr>
            <p:ph type="sldNum" idx="205"/>
          </p:nvPr>
        </p:nvSpPr>
        <p:spPr>
          <a:xfrm>
            <a:off x="8281800" y="4795920"/>
            <a:ext cx="139320" cy="13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77FC42-A0CA-4570-8D2C-4F96DDCB0475}" type="slidenum">
              <a: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7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78" name="Google Shape;1735;g130e7787a26_1_3333"/>
          <p:cNvGrpSpPr/>
          <p:nvPr/>
        </p:nvGrpSpPr>
        <p:grpSpPr>
          <a:xfrm>
            <a:off x="413640" y="4518000"/>
            <a:ext cx="1565280" cy="318240"/>
            <a:chOff x="413640" y="4518000"/>
            <a:chExt cx="1565280" cy="318240"/>
          </a:xfrm>
        </p:grpSpPr>
        <p:sp>
          <p:nvSpPr>
            <p:cNvPr id="1379" name="Google Shape;1736;g130e7787a26_1_3333"/>
            <p:cNvSpPr/>
            <p:nvPr/>
          </p:nvSpPr>
          <p:spPr>
            <a:xfrm>
              <a:off x="413640" y="4518000"/>
              <a:ext cx="156528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df797d"/>
                  </a:solidFill>
                  <a:effectLst/>
                  <a:uFillTx/>
                  <a:latin typeface="Open Sans SemiBold"/>
                  <a:ea typeface="Open Sans SemiBold"/>
                </a:rPr>
                <a:t>Business Plan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0" name="Google Shape;1737;g130e7787a26_1_3333"/>
            <p:cNvSpPr/>
            <p:nvPr/>
          </p:nvSpPr>
          <p:spPr>
            <a:xfrm>
              <a:off x="413640" y="4708800"/>
              <a:ext cx="1079280" cy="12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rIns="17280" tIns="17280" bIns="1728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81" name="PlaceHolder 1"/>
          <p:cNvSpPr>
            <a:spLocks noGrp="1"/>
          </p:cNvSpPr>
          <p:nvPr>
            <p:ph type="sldNum" idx="206"/>
          </p:nvPr>
        </p:nvSpPr>
        <p:spPr>
          <a:xfrm>
            <a:off x="8622360" y="4686480"/>
            <a:ext cx="153720" cy="2116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just">
              <a:lnSpc>
                <a:spcPct val="15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just">
              <a:lnSpc>
                <a:spcPct val="150000"/>
              </a:lnSpc>
              <a:buNone/>
              <a:tabLst>
                <a:tab algn="l" pos="0"/>
              </a:tabLst>
            </a:pPr>
            <a:fld id="{C322507B-28C2-4A28-A48D-7FF9CCA5B21D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8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Google Shape;1508;g130e7787a26_1_310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85" name="Google Shape;1509;g130e7787a26_1_310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6" name="Google Shape;1510;g130e7787a26_1_3106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87" name="PlaceHolder 1"/>
          <p:cNvSpPr>
            <a:spLocks noGrp="1"/>
          </p:cNvSpPr>
          <p:nvPr>
            <p:ph type="sldNum" idx="20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E7CB196-C356-4940-9C8A-5DE6792DC50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1_Custom Layou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8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90" name="Google Shape;1740;g130e7787a26_1_3338"/>
          <p:cNvGrpSpPr/>
          <p:nvPr/>
        </p:nvGrpSpPr>
        <p:grpSpPr>
          <a:xfrm>
            <a:off x="502920" y="4627080"/>
            <a:ext cx="974880" cy="174600"/>
            <a:chOff x="502920" y="4627080"/>
            <a:chExt cx="974880" cy="174600"/>
          </a:xfrm>
        </p:grpSpPr>
        <p:sp>
          <p:nvSpPr>
            <p:cNvPr id="1391" name="Google Shape;1741;g130e7787a26_1_3338"/>
            <p:cNvSpPr/>
            <p:nvPr/>
          </p:nvSpPr>
          <p:spPr>
            <a:xfrm>
              <a:off x="1293120" y="4653000"/>
              <a:ext cx="184680" cy="148320"/>
            </a:xfrm>
            <a:custGeom>
              <a:avLst/>
              <a:gdLst>
                <a:gd name="textAreaLeft" fmla="*/ 0 w 184680"/>
                <a:gd name="textAreaRight" fmla="*/ 185040 w 184680"/>
                <a:gd name="textAreaTop" fmla="*/ 0 h 148320"/>
                <a:gd name="textAreaBottom" fmla="*/ 148680 h 148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21600" y="2606"/>
                  </a:moveTo>
                  <a:cubicBezTo>
                    <a:pt x="20757" y="3127"/>
                    <a:pt x="19913" y="3648"/>
                    <a:pt x="19117" y="3648"/>
                  </a:cubicBezTo>
                  <a:cubicBezTo>
                    <a:pt x="19913" y="3127"/>
                    <a:pt x="20757" y="2085"/>
                    <a:pt x="20757" y="579"/>
                  </a:cubicBezTo>
                  <a:cubicBezTo>
                    <a:pt x="19913" y="1100"/>
                    <a:pt x="19117" y="1564"/>
                    <a:pt x="18226" y="2085"/>
                  </a:cubicBezTo>
                  <a:cubicBezTo>
                    <a:pt x="17430" y="1100"/>
                    <a:pt x="16165" y="0"/>
                    <a:pt x="14947" y="0"/>
                  </a:cubicBezTo>
                  <a:cubicBezTo>
                    <a:pt x="12416" y="0"/>
                    <a:pt x="10355" y="2606"/>
                    <a:pt x="10355" y="5675"/>
                  </a:cubicBezTo>
                  <a:cubicBezTo>
                    <a:pt x="10355" y="6196"/>
                    <a:pt x="10355" y="6717"/>
                    <a:pt x="10777" y="6717"/>
                  </a:cubicBezTo>
                  <a:cubicBezTo>
                    <a:pt x="7075" y="6717"/>
                    <a:pt x="3702" y="4691"/>
                    <a:pt x="1640" y="1100"/>
                  </a:cubicBezTo>
                  <a:cubicBezTo>
                    <a:pt x="1218" y="2085"/>
                    <a:pt x="797" y="3127"/>
                    <a:pt x="797" y="4169"/>
                  </a:cubicBezTo>
                  <a:cubicBezTo>
                    <a:pt x="797" y="5675"/>
                    <a:pt x="1640" y="7760"/>
                    <a:pt x="2858" y="8744"/>
                  </a:cubicBezTo>
                  <a:cubicBezTo>
                    <a:pt x="2062" y="8281"/>
                    <a:pt x="1640" y="8281"/>
                    <a:pt x="797" y="7760"/>
                  </a:cubicBezTo>
                  <a:cubicBezTo>
                    <a:pt x="797" y="10308"/>
                    <a:pt x="2483" y="12856"/>
                    <a:pt x="4592" y="13377"/>
                  </a:cubicBezTo>
                  <a:cubicBezTo>
                    <a:pt x="4170" y="13377"/>
                    <a:pt x="3702" y="13377"/>
                    <a:pt x="3280" y="13377"/>
                  </a:cubicBezTo>
                  <a:cubicBezTo>
                    <a:pt x="2858" y="13377"/>
                    <a:pt x="2858" y="13377"/>
                    <a:pt x="2483" y="13377"/>
                  </a:cubicBezTo>
                  <a:cubicBezTo>
                    <a:pt x="2858" y="15404"/>
                    <a:pt x="4592" y="17025"/>
                    <a:pt x="6653" y="17025"/>
                  </a:cubicBezTo>
                  <a:cubicBezTo>
                    <a:pt x="4967" y="18473"/>
                    <a:pt x="3280" y="19573"/>
                    <a:pt x="1218" y="19573"/>
                  </a:cubicBezTo>
                  <a:cubicBezTo>
                    <a:pt x="797" y="19573"/>
                    <a:pt x="375" y="19573"/>
                    <a:pt x="0" y="19573"/>
                  </a:cubicBezTo>
                  <a:cubicBezTo>
                    <a:pt x="2062" y="21079"/>
                    <a:pt x="4170" y="21600"/>
                    <a:pt x="6653" y="21600"/>
                  </a:cubicBezTo>
                  <a:cubicBezTo>
                    <a:pt x="14947" y="21600"/>
                    <a:pt x="19117" y="13377"/>
                    <a:pt x="19117" y="6196"/>
                  </a:cubicBezTo>
                  <a:lnTo>
                    <a:pt x="19117" y="5675"/>
                  </a:lnTo>
                  <a:cubicBezTo>
                    <a:pt x="20335" y="4691"/>
                    <a:pt x="20757" y="4169"/>
                    <a:pt x="21600" y="2606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392" name="Google Shape;1742;g130e7787a26_1_3338"/>
            <p:cNvSpPr/>
            <p:nvPr/>
          </p:nvSpPr>
          <p:spPr>
            <a:xfrm>
              <a:off x="897840" y="4627080"/>
              <a:ext cx="170640" cy="17424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7534" y="10601"/>
                  </a:moveTo>
                  <a:cubicBezTo>
                    <a:pt x="17534" y="14135"/>
                    <a:pt x="14434" y="17220"/>
                    <a:pt x="10825" y="17220"/>
                  </a:cubicBezTo>
                  <a:cubicBezTo>
                    <a:pt x="7217" y="17220"/>
                    <a:pt x="4015" y="14135"/>
                    <a:pt x="4015" y="10601"/>
                  </a:cubicBezTo>
                  <a:cubicBezTo>
                    <a:pt x="4015" y="10103"/>
                    <a:pt x="4472" y="10103"/>
                    <a:pt x="4472" y="9705"/>
                  </a:cubicBezTo>
                  <a:cubicBezTo>
                    <a:pt x="0" y="9705"/>
                    <a:pt x="0" y="9705"/>
                    <a:pt x="0" y="9705"/>
                  </a:cubicBezTo>
                  <a:cubicBezTo>
                    <a:pt x="0" y="18066"/>
                    <a:pt x="0" y="18066"/>
                    <a:pt x="0" y="18066"/>
                  </a:cubicBezTo>
                  <a:cubicBezTo>
                    <a:pt x="0" y="19858"/>
                    <a:pt x="1321" y="21600"/>
                    <a:pt x="3151" y="21600"/>
                  </a:cubicBezTo>
                  <a:cubicBezTo>
                    <a:pt x="18449" y="21600"/>
                    <a:pt x="18449" y="21600"/>
                    <a:pt x="18449" y="21600"/>
                  </a:cubicBezTo>
                  <a:cubicBezTo>
                    <a:pt x="20228" y="21600"/>
                    <a:pt x="21600" y="19858"/>
                    <a:pt x="21600" y="18066"/>
                  </a:cubicBezTo>
                  <a:cubicBezTo>
                    <a:pt x="21600" y="9705"/>
                    <a:pt x="21600" y="9705"/>
                    <a:pt x="21600" y="9705"/>
                  </a:cubicBezTo>
                  <a:cubicBezTo>
                    <a:pt x="17128" y="9705"/>
                    <a:pt x="17128" y="9705"/>
                    <a:pt x="17128" y="9705"/>
                  </a:cubicBezTo>
                  <a:cubicBezTo>
                    <a:pt x="17128" y="10103"/>
                    <a:pt x="17534" y="10103"/>
                    <a:pt x="17534" y="10601"/>
                  </a:cubicBezTo>
                  <a:close/>
                  <a:moveTo>
                    <a:pt x="18449" y="0"/>
                  </a:moveTo>
                  <a:cubicBezTo>
                    <a:pt x="3151" y="0"/>
                    <a:pt x="3151" y="0"/>
                    <a:pt x="3151" y="0"/>
                  </a:cubicBezTo>
                  <a:cubicBezTo>
                    <a:pt x="1321" y="0"/>
                    <a:pt x="0" y="1792"/>
                    <a:pt x="0" y="3534"/>
                  </a:cubicBezTo>
                  <a:cubicBezTo>
                    <a:pt x="0" y="7067"/>
                    <a:pt x="0" y="7067"/>
                    <a:pt x="0" y="7067"/>
                  </a:cubicBezTo>
                  <a:cubicBezTo>
                    <a:pt x="5387" y="7067"/>
                    <a:pt x="5387" y="7067"/>
                    <a:pt x="5387" y="7067"/>
                  </a:cubicBezTo>
                  <a:cubicBezTo>
                    <a:pt x="6709" y="5276"/>
                    <a:pt x="8538" y="4429"/>
                    <a:pt x="10825" y="4429"/>
                  </a:cubicBezTo>
                  <a:cubicBezTo>
                    <a:pt x="13062" y="4429"/>
                    <a:pt x="14840" y="5276"/>
                    <a:pt x="16213" y="7067"/>
                  </a:cubicBezTo>
                  <a:cubicBezTo>
                    <a:pt x="21600" y="7067"/>
                    <a:pt x="21600" y="7067"/>
                    <a:pt x="21600" y="7067"/>
                  </a:cubicBezTo>
                  <a:cubicBezTo>
                    <a:pt x="21600" y="3534"/>
                    <a:pt x="21600" y="3534"/>
                    <a:pt x="21600" y="3534"/>
                  </a:cubicBezTo>
                  <a:cubicBezTo>
                    <a:pt x="21600" y="1792"/>
                    <a:pt x="20228" y="0"/>
                    <a:pt x="18449" y="0"/>
                  </a:cubicBezTo>
                  <a:close/>
                  <a:moveTo>
                    <a:pt x="19821" y="4429"/>
                  </a:moveTo>
                  <a:cubicBezTo>
                    <a:pt x="19821" y="4429"/>
                    <a:pt x="19821" y="4828"/>
                    <a:pt x="19364" y="4828"/>
                  </a:cubicBezTo>
                  <a:cubicBezTo>
                    <a:pt x="17534" y="4828"/>
                    <a:pt x="17534" y="4828"/>
                    <a:pt x="17534" y="4828"/>
                  </a:cubicBezTo>
                  <a:cubicBezTo>
                    <a:pt x="17128" y="4828"/>
                    <a:pt x="16670" y="4429"/>
                    <a:pt x="16670" y="4429"/>
                  </a:cubicBezTo>
                  <a:cubicBezTo>
                    <a:pt x="16670" y="2638"/>
                    <a:pt x="16670" y="2638"/>
                    <a:pt x="16670" y="2638"/>
                  </a:cubicBezTo>
                  <a:cubicBezTo>
                    <a:pt x="16670" y="2190"/>
                    <a:pt x="17128" y="1792"/>
                    <a:pt x="17534" y="1792"/>
                  </a:cubicBezTo>
                  <a:cubicBezTo>
                    <a:pt x="19364" y="1792"/>
                    <a:pt x="19364" y="1792"/>
                    <a:pt x="19364" y="1792"/>
                  </a:cubicBezTo>
                  <a:cubicBezTo>
                    <a:pt x="19821" y="1792"/>
                    <a:pt x="19821" y="2190"/>
                    <a:pt x="19821" y="2638"/>
                  </a:cubicBezTo>
                  <a:lnTo>
                    <a:pt x="19821" y="4429"/>
                  </a:lnTo>
                  <a:close/>
                  <a:moveTo>
                    <a:pt x="14840" y="10601"/>
                  </a:moveTo>
                  <a:cubicBezTo>
                    <a:pt x="14840" y="8361"/>
                    <a:pt x="13062" y="6619"/>
                    <a:pt x="10825" y="6619"/>
                  </a:cubicBezTo>
                  <a:cubicBezTo>
                    <a:pt x="8538" y="6619"/>
                    <a:pt x="6709" y="8361"/>
                    <a:pt x="6709" y="10601"/>
                  </a:cubicBezTo>
                  <a:cubicBezTo>
                    <a:pt x="6709" y="12791"/>
                    <a:pt x="8538" y="14582"/>
                    <a:pt x="10825" y="14582"/>
                  </a:cubicBezTo>
                  <a:cubicBezTo>
                    <a:pt x="13062" y="14582"/>
                    <a:pt x="14840" y="12791"/>
                    <a:pt x="14840" y="10601"/>
                  </a:cubicBezTo>
                  <a:close/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393" name="Google Shape;1743;g130e7787a26_1_3338"/>
            <p:cNvSpPr/>
            <p:nvPr/>
          </p:nvSpPr>
          <p:spPr>
            <a:xfrm>
              <a:off x="502920" y="4629960"/>
              <a:ext cx="170640" cy="17172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1720"/>
                <a:gd name="textAreaBottom" fmla="*/ 172080 h 1717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8906" y="0"/>
                  </a:moveTo>
                  <a:cubicBezTo>
                    <a:pt x="2694" y="0"/>
                    <a:pt x="2694" y="0"/>
                    <a:pt x="2694" y="0"/>
                  </a:cubicBezTo>
                  <a:cubicBezTo>
                    <a:pt x="1372" y="0"/>
                    <a:pt x="0" y="1369"/>
                    <a:pt x="0" y="2687"/>
                  </a:cubicBezTo>
                  <a:cubicBezTo>
                    <a:pt x="0" y="18862"/>
                    <a:pt x="0" y="18862"/>
                    <a:pt x="0" y="18862"/>
                  </a:cubicBezTo>
                  <a:cubicBezTo>
                    <a:pt x="0" y="20231"/>
                    <a:pt x="1372" y="21600"/>
                    <a:pt x="2694" y="21600"/>
                  </a:cubicBezTo>
                  <a:cubicBezTo>
                    <a:pt x="10825" y="21600"/>
                    <a:pt x="10825" y="21600"/>
                    <a:pt x="10825" y="21600"/>
                  </a:cubicBezTo>
                  <a:cubicBezTo>
                    <a:pt x="10825" y="13893"/>
                    <a:pt x="10825" y="13893"/>
                    <a:pt x="10825" y="13893"/>
                  </a:cubicBezTo>
                  <a:cubicBezTo>
                    <a:pt x="8132" y="13893"/>
                    <a:pt x="8132" y="13893"/>
                    <a:pt x="8132" y="13893"/>
                  </a:cubicBezTo>
                  <a:cubicBezTo>
                    <a:pt x="8132" y="10344"/>
                    <a:pt x="8132" y="10344"/>
                    <a:pt x="8132" y="10344"/>
                  </a:cubicBezTo>
                  <a:cubicBezTo>
                    <a:pt x="10825" y="10344"/>
                    <a:pt x="10825" y="10344"/>
                    <a:pt x="10825" y="10344"/>
                  </a:cubicBezTo>
                  <a:cubicBezTo>
                    <a:pt x="10825" y="8518"/>
                    <a:pt x="10825" y="8518"/>
                    <a:pt x="10825" y="8518"/>
                  </a:cubicBezTo>
                  <a:cubicBezTo>
                    <a:pt x="10825" y="6287"/>
                    <a:pt x="13062" y="4056"/>
                    <a:pt x="15298" y="4056"/>
                  </a:cubicBezTo>
                  <a:cubicBezTo>
                    <a:pt x="17585" y="4056"/>
                    <a:pt x="17585" y="4056"/>
                    <a:pt x="17585" y="4056"/>
                  </a:cubicBezTo>
                  <a:cubicBezTo>
                    <a:pt x="17585" y="8113"/>
                    <a:pt x="17585" y="8113"/>
                    <a:pt x="17585" y="8113"/>
                  </a:cubicBezTo>
                  <a:cubicBezTo>
                    <a:pt x="15755" y="8113"/>
                    <a:pt x="15755" y="8113"/>
                    <a:pt x="15755" y="8113"/>
                  </a:cubicBezTo>
                  <a:cubicBezTo>
                    <a:pt x="14840" y="8113"/>
                    <a:pt x="14840" y="8113"/>
                    <a:pt x="14840" y="8518"/>
                  </a:cubicBezTo>
                  <a:cubicBezTo>
                    <a:pt x="14840" y="10344"/>
                    <a:pt x="14840" y="10344"/>
                    <a:pt x="14840" y="10344"/>
                  </a:cubicBezTo>
                  <a:cubicBezTo>
                    <a:pt x="17585" y="10344"/>
                    <a:pt x="17585" y="10344"/>
                    <a:pt x="17585" y="10344"/>
                  </a:cubicBezTo>
                  <a:cubicBezTo>
                    <a:pt x="17585" y="13893"/>
                    <a:pt x="17585" y="13893"/>
                    <a:pt x="17585" y="13893"/>
                  </a:cubicBezTo>
                  <a:cubicBezTo>
                    <a:pt x="14840" y="13893"/>
                    <a:pt x="14840" y="13893"/>
                    <a:pt x="14840" y="13893"/>
                  </a:cubicBezTo>
                  <a:cubicBezTo>
                    <a:pt x="14840" y="21600"/>
                    <a:pt x="14840" y="21600"/>
                    <a:pt x="14840" y="21600"/>
                  </a:cubicBezTo>
                  <a:cubicBezTo>
                    <a:pt x="18906" y="21600"/>
                    <a:pt x="18906" y="21600"/>
                    <a:pt x="18906" y="21600"/>
                  </a:cubicBezTo>
                  <a:cubicBezTo>
                    <a:pt x="20279" y="21600"/>
                    <a:pt x="21600" y="20231"/>
                    <a:pt x="21600" y="18862"/>
                  </a:cubicBezTo>
                  <a:cubicBezTo>
                    <a:pt x="21600" y="2687"/>
                    <a:pt x="21600" y="2687"/>
                    <a:pt x="21600" y="2687"/>
                  </a:cubicBezTo>
                  <a:cubicBezTo>
                    <a:pt x="21600" y="1369"/>
                    <a:pt x="20279" y="0"/>
                    <a:pt x="18906" y="0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394" name="Google Shape;1744;g130e7787a26_1_3338"/>
          <p:cNvSpPr/>
          <p:nvPr/>
        </p:nvSpPr>
        <p:spPr>
          <a:xfrm flipH="1" rot="16200000">
            <a:off x="8142840" y="3843720"/>
            <a:ext cx="234720" cy="1767600"/>
          </a:xfrm>
          <a:custGeom>
            <a:avLst/>
            <a:gdLst>
              <a:gd name="textAreaLeft" fmla="*/ 360 w 234720"/>
              <a:gd name="textAreaRight" fmla="*/ 235440 w 234720"/>
              <a:gd name="textAreaTop" fmla="*/ 0 h 1767600"/>
              <a:gd name="textAreaBottom" fmla="*/ 1767960 h 17676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0800" y="0"/>
                </a:moveTo>
                <a:cubicBezTo>
                  <a:pt x="16765" y="0"/>
                  <a:pt x="21600" y="643"/>
                  <a:pt x="21600" y="1435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1435"/>
                </a:lnTo>
                <a:cubicBezTo>
                  <a:pt x="0" y="643"/>
                  <a:pt x="4835" y="0"/>
                  <a:pt x="10800" y="0"/>
                </a:cubicBez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95" name="Google Shape;1745;g130e7787a26_1_3338"/>
          <p:cNvSpPr/>
          <p:nvPr/>
        </p:nvSpPr>
        <p:spPr>
          <a:xfrm>
            <a:off x="7527240" y="4633920"/>
            <a:ext cx="15404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www.website.com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1"/>
          <p:cNvSpPr>
            <a:spLocks noGrp="1"/>
          </p:cNvSpPr>
          <p:nvPr>
            <p:ph type="sldNum" idx="208"/>
          </p:nvPr>
        </p:nvSpPr>
        <p:spPr>
          <a:xfrm>
            <a:off x="7956360" y="-91440"/>
            <a:ext cx="1013400" cy="10746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A99333-7CF2-4EFC-B303-4B2D9CA3D9DB}" type="slidenum">
              <a: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6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with phot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9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1"/>
          <p:cNvSpPr>
            <a:spLocks noGrp="1"/>
          </p:cNvSpPr>
          <p:nvPr>
            <p:ph type="body"/>
          </p:nvPr>
        </p:nvSpPr>
        <p:spPr>
          <a:xfrm>
            <a:off x="44064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2"/>
          <p:cNvSpPr>
            <a:spLocks noGrp="1"/>
          </p:cNvSpPr>
          <p:nvPr>
            <p:ph type="body"/>
          </p:nvPr>
        </p:nvSpPr>
        <p:spPr>
          <a:xfrm>
            <a:off x="16545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1" name="PlaceHolder 3"/>
          <p:cNvSpPr>
            <a:spLocks noGrp="1"/>
          </p:cNvSpPr>
          <p:nvPr>
            <p:ph type="body"/>
          </p:nvPr>
        </p:nvSpPr>
        <p:spPr>
          <a:xfrm>
            <a:off x="28681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4"/>
          <p:cNvSpPr>
            <a:spLocks noGrp="1"/>
          </p:cNvSpPr>
          <p:nvPr>
            <p:ph type="body"/>
          </p:nvPr>
        </p:nvSpPr>
        <p:spPr>
          <a:xfrm>
            <a:off x="408168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PlaceHolder 5"/>
          <p:cNvSpPr>
            <a:spLocks noGrp="1"/>
          </p:cNvSpPr>
          <p:nvPr>
            <p:ph type="body"/>
          </p:nvPr>
        </p:nvSpPr>
        <p:spPr>
          <a:xfrm>
            <a:off x="529560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4" name="PlaceHolder 6"/>
          <p:cNvSpPr>
            <a:spLocks noGrp="1"/>
          </p:cNvSpPr>
          <p:nvPr>
            <p:ph type="body"/>
          </p:nvPr>
        </p:nvSpPr>
        <p:spPr>
          <a:xfrm>
            <a:off x="65091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7"/>
          <p:cNvSpPr>
            <a:spLocks noGrp="1"/>
          </p:cNvSpPr>
          <p:nvPr>
            <p:ph type="body"/>
          </p:nvPr>
        </p:nvSpPr>
        <p:spPr>
          <a:xfrm>
            <a:off x="77227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PlaceHolder 8"/>
          <p:cNvSpPr>
            <a:spLocks noGrp="1"/>
          </p:cNvSpPr>
          <p:nvPr>
            <p:ph type="body"/>
          </p:nvPr>
        </p:nvSpPr>
        <p:spPr>
          <a:xfrm>
            <a:off x="44064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PlaceHolder 9"/>
          <p:cNvSpPr>
            <a:spLocks noGrp="1"/>
          </p:cNvSpPr>
          <p:nvPr>
            <p:ph type="body"/>
          </p:nvPr>
        </p:nvSpPr>
        <p:spPr>
          <a:xfrm>
            <a:off x="16545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10"/>
          <p:cNvSpPr>
            <a:spLocks noGrp="1"/>
          </p:cNvSpPr>
          <p:nvPr>
            <p:ph type="body"/>
          </p:nvPr>
        </p:nvSpPr>
        <p:spPr>
          <a:xfrm>
            <a:off x="28681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PlaceHolder 11"/>
          <p:cNvSpPr>
            <a:spLocks noGrp="1"/>
          </p:cNvSpPr>
          <p:nvPr>
            <p:ph type="body"/>
          </p:nvPr>
        </p:nvSpPr>
        <p:spPr>
          <a:xfrm>
            <a:off x="408168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0" name="PlaceHolder 12"/>
          <p:cNvSpPr>
            <a:spLocks noGrp="1"/>
          </p:cNvSpPr>
          <p:nvPr>
            <p:ph type="body"/>
          </p:nvPr>
        </p:nvSpPr>
        <p:spPr>
          <a:xfrm>
            <a:off x="529560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13"/>
          <p:cNvSpPr>
            <a:spLocks noGrp="1"/>
          </p:cNvSpPr>
          <p:nvPr>
            <p:ph type="body"/>
          </p:nvPr>
        </p:nvSpPr>
        <p:spPr>
          <a:xfrm>
            <a:off x="65091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PlaceHolder 14"/>
          <p:cNvSpPr>
            <a:spLocks noGrp="1"/>
          </p:cNvSpPr>
          <p:nvPr>
            <p:ph type="body"/>
          </p:nvPr>
        </p:nvSpPr>
        <p:spPr>
          <a:xfrm>
            <a:off x="77227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PlaceHolder 15"/>
          <p:cNvSpPr>
            <a:spLocks noGrp="1"/>
          </p:cNvSpPr>
          <p:nvPr>
            <p:ph type="body"/>
          </p:nvPr>
        </p:nvSpPr>
        <p:spPr>
          <a:xfrm>
            <a:off x="44064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16"/>
          <p:cNvSpPr>
            <a:spLocks noGrp="1"/>
          </p:cNvSpPr>
          <p:nvPr>
            <p:ph type="body"/>
          </p:nvPr>
        </p:nvSpPr>
        <p:spPr>
          <a:xfrm>
            <a:off x="16545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17"/>
          <p:cNvSpPr>
            <a:spLocks noGrp="1"/>
          </p:cNvSpPr>
          <p:nvPr>
            <p:ph type="body"/>
          </p:nvPr>
        </p:nvSpPr>
        <p:spPr>
          <a:xfrm>
            <a:off x="28681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PlaceHolder 18"/>
          <p:cNvSpPr>
            <a:spLocks noGrp="1"/>
          </p:cNvSpPr>
          <p:nvPr>
            <p:ph type="body"/>
          </p:nvPr>
        </p:nvSpPr>
        <p:spPr>
          <a:xfrm>
            <a:off x="408168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19"/>
          <p:cNvSpPr>
            <a:spLocks noGrp="1"/>
          </p:cNvSpPr>
          <p:nvPr>
            <p:ph type="body"/>
          </p:nvPr>
        </p:nvSpPr>
        <p:spPr>
          <a:xfrm>
            <a:off x="529560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PlaceHolder 20"/>
          <p:cNvSpPr>
            <a:spLocks noGrp="1"/>
          </p:cNvSpPr>
          <p:nvPr>
            <p:ph type="body"/>
          </p:nvPr>
        </p:nvSpPr>
        <p:spPr>
          <a:xfrm>
            <a:off x="65091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PlaceHolder 21"/>
          <p:cNvSpPr>
            <a:spLocks noGrp="1"/>
          </p:cNvSpPr>
          <p:nvPr>
            <p:ph type="body"/>
          </p:nvPr>
        </p:nvSpPr>
        <p:spPr>
          <a:xfrm>
            <a:off x="77227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22"/>
          <p:cNvSpPr>
            <a:spLocks noGrp="1"/>
          </p:cNvSpPr>
          <p:nvPr>
            <p:ph type="sldNum" idx="209"/>
          </p:nvPr>
        </p:nvSpPr>
        <p:spPr>
          <a:xfrm>
            <a:off x="4480560" y="4905360"/>
            <a:ext cx="177480" cy="1760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B877388-930C-4EC5-AB1C-1C13E4559804}" type="slidenum">
              <a: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Header 23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2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Google Shape;1771;g130e7787a26_1_3369"/>
          <p:cNvSpPr/>
          <p:nvPr/>
        </p:nvSpPr>
        <p:spPr>
          <a:xfrm rot="3493800">
            <a:off x="-469080" y="-1000440"/>
            <a:ext cx="1885680" cy="2469600"/>
          </a:xfrm>
          <a:prstGeom prst="roundRect">
            <a:avLst>
              <a:gd name="adj" fmla="val 3557"/>
            </a:avLst>
          </a:prstGeom>
          <a:solidFill>
            <a:srgbClr val="9fb4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24" name="PlaceHolder 1"/>
          <p:cNvSpPr>
            <a:spLocks noGrp="1"/>
          </p:cNvSpPr>
          <p:nvPr>
            <p:ph type="body"/>
          </p:nvPr>
        </p:nvSpPr>
        <p:spPr>
          <a:xfrm>
            <a:off x="-1029240" y="-1136880"/>
            <a:ext cx="3005280" cy="274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5" name="Google Shape;1773;g130e7787a26_1_3369"/>
          <p:cNvSpPr/>
          <p:nvPr/>
        </p:nvSpPr>
        <p:spPr>
          <a:xfrm>
            <a:off x="2390040" y="232920"/>
            <a:ext cx="936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THEME. </a:t>
            </a:r>
            <a:r>
              <a:rPr b="0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multipurpose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Google Shape;1774;g130e7787a26_1_3369"/>
          <p:cNvSpPr/>
          <p:nvPr/>
        </p:nvSpPr>
        <p:spPr>
          <a:xfrm>
            <a:off x="2197800" y="254880"/>
            <a:ext cx="93600" cy="73440"/>
          </a:xfrm>
          <a:custGeom>
            <a:avLst/>
            <a:gdLst>
              <a:gd name="textAreaLeft" fmla="*/ 0 w 93600"/>
              <a:gd name="textAreaRight" fmla="*/ 93960 w 93600"/>
              <a:gd name="textAreaTop" fmla="*/ 0 h 73440"/>
              <a:gd name="textAreaBottom" fmla="*/ 73800 h 734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5465" y="974"/>
                </a:moveTo>
                <a:cubicBezTo>
                  <a:pt x="15465" y="3086"/>
                  <a:pt x="15465" y="3086"/>
                  <a:pt x="15465" y="3086"/>
                </a:cubicBezTo>
                <a:cubicBezTo>
                  <a:pt x="15465" y="3248"/>
                  <a:pt x="15337" y="3573"/>
                  <a:pt x="15209" y="3735"/>
                </a:cubicBezTo>
                <a:cubicBezTo>
                  <a:pt x="15082" y="3898"/>
                  <a:pt x="14826" y="4060"/>
                  <a:pt x="14698" y="4060"/>
                </a:cubicBezTo>
                <a:cubicBezTo>
                  <a:pt x="767" y="4060"/>
                  <a:pt x="767" y="4060"/>
                  <a:pt x="767" y="4060"/>
                </a:cubicBezTo>
                <a:cubicBezTo>
                  <a:pt x="511" y="4060"/>
                  <a:pt x="383" y="3898"/>
                  <a:pt x="128" y="3735"/>
                </a:cubicBezTo>
                <a:cubicBezTo>
                  <a:pt x="0" y="3573"/>
                  <a:pt x="0" y="3248"/>
                  <a:pt x="0" y="3086"/>
                </a:cubicBezTo>
                <a:cubicBezTo>
                  <a:pt x="0" y="974"/>
                  <a:pt x="0" y="974"/>
                  <a:pt x="0" y="974"/>
                </a:cubicBezTo>
                <a:cubicBezTo>
                  <a:pt x="0" y="812"/>
                  <a:pt x="0" y="487"/>
                  <a:pt x="128" y="325"/>
                </a:cubicBezTo>
                <a:cubicBezTo>
                  <a:pt x="383" y="162"/>
                  <a:pt x="511" y="0"/>
                  <a:pt x="767" y="0"/>
                </a:cubicBezTo>
                <a:cubicBezTo>
                  <a:pt x="14698" y="0"/>
                  <a:pt x="14698" y="0"/>
                  <a:pt x="14698" y="0"/>
                </a:cubicBezTo>
                <a:cubicBezTo>
                  <a:pt x="14826" y="0"/>
                  <a:pt x="15082" y="162"/>
                  <a:pt x="15209" y="325"/>
                </a:cubicBezTo>
                <a:cubicBezTo>
                  <a:pt x="15337" y="487"/>
                  <a:pt x="15465" y="812"/>
                  <a:pt x="15465" y="974"/>
                </a:cubicBezTo>
                <a:close/>
                <a:moveTo>
                  <a:pt x="20066" y="6983"/>
                </a:moveTo>
                <a:cubicBezTo>
                  <a:pt x="20066" y="8932"/>
                  <a:pt x="20066" y="8932"/>
                  <a:pt x="20066" y="8932"/>
                </a:cubicBezTo>
                <a:cubicBezTo>
                  <a:pt x="20066" y="9095"/>
                  <a:pt x="19938" y="9420"/>
                  <a:pt x="19811" y="9582"/>
                </a:cubicBezTo>
                <a:cubicBezTo>
                  <a:pt x="19683" y="9744"/>
                  <a:pt x="19555" y="9907"/>
                  <a:pt x="19299" y="9907"/>
                </a:cubicBezTo>
                <a:cubicBezTo>
                  <a:pt x="767" y="9907"/>
                  <a:pt x="767" y="9907"/>
                  <a:pt x="767" y="9907"/>
                </a:cubicBezTo>
                <a:cubicBezTo>
                  <a:pt x="511" y="9907"/>
                  <a:pt x="383" y="9744"/>
                  <a:pt x="128" y="9582"/>
                </a:cubicBezTo>
                <a:cubicBezTo>
                  <a:pt x="0" y="9420"/>
                  <a:pt x="0" y="9095"/>
                  <a:pt x="0" y="8932"/>
                </a:cubicBezTo>
                <a:cubicBezTo>
                  <a:pt x="0" y="6983"/>
                  <a:pt x="0" y="6983"/>
                  <a:pt x="0" y="6983"/>
                </a:cubicBezTo>
                <a:cubicBezTo>
                  <a:pt x="0" y="6659"/>
                  <a:pt x="0" y="6496"/>
                  <a:pt x="128" y="6171"/>
                </a:cubicBezTo>
                <a:cubicBezTo>
                  <a:pt x="383" y="6009"/>
                  <a:pt x="511" y="6009"/>
                  <a:pt x="767" y="6009"/>
                </a:cubicBezTo>
                <a:cubicBezTo>
                  <a:pt x="19299" y="6009"/>
                  <a:pt x="19299" y="6009"/>
                  <a:pt x="19299" y="6009"/>
                </a:cubicBezTo>
                <a:cubicBezTo>
                  <a:pt x="19555" y="6009"/>
                  <a:pt x="19683" y="6009"/>
                  <a:pt x="19811" y="6171"/>
                </a:cubicBezTo>
                <a:cubicBezTo>
                  <a:pt x="19938" y="6496"/>
                  <a:pt x="20066" y="6659"/>
                  <a:pt x="20066" y="6983"/>
                </a:cubicBezTo>
                <a:close/>
                <a:moveTo>
                  <a:pt x="16999" y="12830"/>
                </a:moveTo>
                <a:cubicBezTo>
                  <a:pt x="16999" y="14779"/>
                  <a:pt x="16999" y="14779"/>
                  <a:pt x="16999" y="14779"/>
                </a:cubicBezTo>
                <a:cubicBezTo>
                  <a:pt x="16999" y="15104"/>
                  <a:pt x="16871" y="15266"/>
                  <a:pt x="16743" y="15429"/>
                </a:cubicBezTo>
                <a:cubicBezTo>
                  <a:pt x="16615" y="15753"/>
                  <a:pt x="16360" y="15753"/>
                  <a:pt x="16232" y="15753"/>
                </a:cubicBezTo>
                <a:cubicBezTo>
                  <a:pt x="767" y="15753"/>
                  <a:pt x="767" y="15753"/>
                  <a:pt x="767" y="15753"/>
                </a:cubicBezTo>
                <a:cubicBezTo>
                  <a:pt x="511" y="15753"/>
                  <a:pt x="383" y="15753"/>
                  <a:pt x="128" y="15429"/>
                </a:cubicBezTo>
                <a:cubicBezTo>
                  <a:pt x="0" y="15266"/>
                  <a:pt x="0" y="15104"/>
                  <a:pt x="0" y="14779"/>
                </a:cubicBezTo>
                <a:cubicBezTo>
                  <a:pt x="0" y="12830"/>
                  <a:pt x="0" y="12830"/>
                  <a:pt x="0" y="12830"/>
                </a:cubicBezTo>
                <a:cubicBezTo>
                  <a:pt x="0" y="12505"/>
                  <a:pt x="0" y="12343"/>
                  <a:pt x="128" y="12180"/>
                </a:cubicBezTo>
                <a:cubicBezTo>
                  <a:pt x="383" y="12018"/>
                  <a:pt x="511" y="11856"/>
                  <a:pt x="767" y="11856"/>
                </a:cubicBezTo>
                <a:cubicBezTo>
                  <a:pt x="16232" y="11856"/>
                  <a:pt x="16232" y="11856"/>
                  <a:pt x="16232" y="11856"/>
                </a:cubicBezTo>
                <a:cubicBezTo>
                  <a:pt x="16360" y="11856"/>
                  <a:pt x="16615" y="12018"/>
                  <a:pt x="16743" y="12180"/>
                </a:cubicBezTo>
                <a:cubicBezTo>
                  <a:pt x="16871" y="12343"/>
                  <a:pt x="16999" y="12505"/>
                  <a:pt x="16999" y="12830"/>
                </a:cubicBezTo>
                <a:close/>
                <a:moveTo>
                  <a:pt x="21600" y="18677"/>
                </a:moveTo>
                <a:cubicBezTo>
                  <a:pt x="21600" y="20626"/>
                  <a:pt x="21600" y="20626"/>
                  <a:pt x="21600" y="20626"/>
                </a:cubicBezTo>
                <a:cubicBezTo>
                  <a:pt x="21600" y="20950"/>
                  <a:pt x="21472" y="21113"/>
                  <a:pt x="21344" y="21438"/>
                </a:cubicBezTo>
                <a:cubicBezTo>
                  <a:pt x="21217" y="21600"/>
                  <a:pt x="21089" y="21600"/>
                  <a:pt x="20833" y="21600"/>
                </a:cubicBezTo>
                <a:cubicBezTo>
                  <a:pt x="767" y="21600"/>
                  <a:pt x="767" y="21600"/>
                  <a:pt x="767" y="21600"/>
                </a:cubicBezTo>
                <a:cubicBezTo>
                  <a:pt x="511" y="21600"/>
                  <a:pt x="383" y="21600"/>
                  <a:pt x="128" y="21438"/>
                </a:cubicBezTo>
                <a:cubicBezTo>
                  <a:pt x="0" y="21113"/>
                  <a:pt x="0" y="20950"/>
                  <a:pt x="0" y="20626"/>
                </a:cubicBezTo>
                <a:cubicBezTo>
                  <a:pt x="0" y="18677"/>
                  <a:pt x="0" y="18677"/>
                  <a:pt x="0" y="18677"/>
                </a:cubicBezTo>
                <a:cubicBezTo>
                  <a:pt x="0" y="18514"/>
                  <a:pt x="0" y="18189"/>
                  <a:pt x="128" y="18027"/>
                </a:cubicBezTo>
                <a:cubicBezTo>
                  <a:pt x="383" y="17865"/>
                  <a:pt x="511" y="17702"/>
                  <a:pt x="767" y="17702"/>
                </a:cubicBezTo>
                <a:cubicBezTo>
                  <a:pt x="20833" y="17702"/>
                  <a:pt x="20833" y="17702"/>
                  <a:pt x="20833" y="17702"/>
                </a:cubicBezTo>
                <a:cubicBezTo>
                  <a:pt x="21089" y="17702"/>
                  <a:pt x="21217" y="17865"/>
                  <a:pt x="21344" y="18027"/>
                </a:cubicBezTo>
                <a:cubicBezTo>
                  <a:pt x="21472" y="18189"/>
                  <a:pt x="21600" y="18514"/>
                  <a:pt x="21600" y="18677"/>
                </a:cubicBezTo>
                <a:close/>
              </a:path>
            </a:pathLst>
          </a:custGeom>
          <a:solidFill>
            <a:srgbClr val="5358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6720" bIns="3672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1427" name="Google Shape;1775;g130e7787a26_1_3369"/>
          <p:cNvCxnSpPr/>
          <p:nvPr/>
        </p:nvCxnSpPr>
        <p:spPr>
          <a:xfrm flipV="1">
            <a:off x="7539840" y="243000"/>
            <a:ext cx="360" cy="90720"/>
          </a:xfrm>
          <a:prstGeom prst="straightConnector1">
            <a:avLst/>
          </a:prstGeom>
          <a:ln w="12700">
            <a:solidFill>
              <a:srgbClr val="a6aaa9"/>
            </a:solidFill>
            <a:miter/>
          </a:ln>
        </p:spPr>
      </p:cxnSp>
      <p:sp>
        <p:nvSpPr>
          <p:cNvPr id="1428" name="Google Shape;1776;g130e7787a26_1_3369"/>
          <p:cNvSpPr/>
          <p:nvPr/>
        </p:nvSpPr>
        <p:spPr>
          <a:xfrm>
            <a:off x="7616520" y="225720"/>
            <a:ext cx="1118520" cy="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Creative &amp; Professional Projects.</a:t>
            </a:r>
            <a:endParaRPr b="0" lang="ru-RU" sz="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2"/>
          <p:cNvSpPr>
            <a:spLocks noGrp="1"/>
          </p:cNvSpPr>
          <p:nvPr>
            <p:ph type="sldNum" idx="210"/>
          </p:nvPr>
        </p:nvSpPr>
        <p:spPr>
          <a:xfrm>
            <a:off x="7385760" y="243000"/>
            <a:ext cx="12672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770364F-C636-4DC4-A15B-2534A1287BE6}" type="slidenum"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3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Google Shape;1779;g130e7787a26_1_3377"/>
          <p:cNvSpPr/>
          <p:nvPr/>
        </p:nvSpPr>
        <p:spPr>
          <a:xfrm>
            <a:off x="834048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33" name="Google Shape;1780;g130e7787a26_1_3377"/>
          <p:cNvSpPr/>
          <p:nvPr/>
        </p:nvSpPr>
        <p:spPr>
          <a:xfrm>
            <a:off x="882612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421d5a"/>
          </a:solidFill>
          <a:ln w="0">
            <a:noFill/>
          </a:ln>
          <a:effectLst>
            <a:outerShdw blurRad="127080" dir="2388334" dist="5061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34" name="Google Shape;1781;g130e7787a26_1_3377"/>
          <p:cNvSpPr/>
          <p:nvPr/>
        </p:nvSpPr>
        <p:spPr>
          <a:xfrm>
            <a:off x="8899920" y="4913640"/>
            <a:ext cx="43560" cy="67680"/>
          </a:xfrm>
          <a:custGeom>
            <a:avLst/>
            <a:gdLst>
              <a:gd name="textAreaLeft" fmla="*/ 0 w 43560"/>
              <a:gd name="textAreaRight" fmla="*/ 4392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35" name="Google Shape;1782;g130e7787a26_1_3377"/>
          <p:cNvSpPr/>
          <p:nvPr/>
        </p:nvSpPr>
        <p:spPr>
          <a:xfrm flipH="1">
            <a:off x="8413200" y="4913640"/>
            <a:ext cx="43560" cy="67680"/>
          </a:xfrm>
          <a:custGeom>
            <a:avLst/>
            <a:gdLst>
              <a:gd name="textAreaLeft" fmla="*/ -360 w 43560"/>
              <a:gd name="textAreaRight" fmla="*/ 4356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36" name="Google Shape;1783;g130e7787a26_1_3377"/>
          <p:cNvSpPr/>
          <p:nvPr/>
        </p:nvSpPr>
        <p:spPr>
          <a:xfrm>
            <a:off x="387360" y="265320"/>
            <a:ext cx="49291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2100" strike="noStrike" u="none">
                <a:solidFill>
                  <a:srgbClr val="494949"/>
                </a:solidFill>
                <a:effectLst/>
                <a:uFillTx/>
                <a:latin typeface="Helvetica Neue"/>
                <a:ea typeface="Helvetica Neue"/>
              </a:rPr>
              <a:t>Infographic Collection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7" name="Google Shape;1784;g130e7787a26_1_3377"/>
          <p:cNvCxnSpPr/>
          <p:nvPr/>
        </p:nvCxnSpPr>
        <p:spPr>
          <a:xfrm>
            <a:off x="4228920" y="485640"/>
            <a:ext cx="4415040" cy="360"/>
          </a:xfrm>
          <a:prstGeom prst="straightConnector1">
            <a:avLst/>
          </a:prstGeom>
          <a:ln w="12700">
            <a:solidFill>
              <a:srgbClr val="c2c2c2"/>
            </a:solidFill>
            <a:miter/>
          </a:ln>
        </p:spPr>
      </p:cxnSp>
      <p:sp>
        <p:nvSpPr>
          <p:cNvPr id="1438" name="PlaceHolder 1"/>
          <p:cNvSpPr>
            <a:spLocks noGrp="1"/>
          </p:cNvSpPr>
          <p:nvPr>
            <p:ph type="sldNum" idx="211"/>
          </p:nvPr>
        </p:nvSpPr>
        <p:spPr>
          <a:xfrm>
            <a:off x="8581680" y="4856400"/>
            <a:ext cx="193680" cy="19044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B9BF9E0-69C0-42B3-A224-D748AD014588}" type="slidenum">
              <a: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2 2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4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41" name="Google Shape;1787;g130e7787a26_1_3385"/>
          <p:cNvCxnSpPr/>
          <p:nvPr/>
        </p:nvCxnSpPr>
        <p:spPr>
          <a:xfrm>
            <a:off x="473040" y="4964400"/>
            <a:ext cx="8271360" cy="6840"/>
          </a:xfrm>
          <a:prstGeom prst="straightConnector1">
            <a:avLst/>
          </a:prstGeom>
          <a:ln w="12700">
            <a:solidFill>
              <a:srgbClr val="d9d9d9"/>
            </a:solidFill>
            <a:miter/>
          </a:ln>
        </p:spPr>
      </p:cxnSp>
      <p:sp>
        <p:nvSpPr>
          <p:cNvPr id="1442" name="PlaceHolder 1"/>
          <p:cNvSpPr>
            <a:spLocks noGrp="1"/>
          </p:cNvSpPr>
          <p:nvPr>
            <p:ph type="body"/>
          </p:nvPr>
        </p:nvSpPr>
        <p:spPr>
          <a:xfrm>
            <a:off x="876240" y="270720"/>
            <a:ext cx="7391160" cy="416520"/>
          </a:xfrm>
          <a:prstGeom prst="rect">
            <a:avLst/>
          </a:prstGeom>
          <a:noFill/>
          <a:ln w="0">
            <a:noFill/>
          </a:ln>
          <a:effectLst>
            <a:outerShdw dist="0" dir="0" blurRad="127080" rotWithShape="0">
              <a:srgbClr val="000000">
                <a:alpha val="40000"/>
              </a:srgbClr>
            </a:outerShdw>
          </a:effectLst>
        </p:spPr>
        <p:txBody>
          <a:bodyPr lIns="34200" rIns="34200" tIns="34200" bIns="342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876240" y="659520"/>
            <a:ext cx="7391160" cy="2365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212"/>
          </p:nvPr>
        </p:nvSpPr>
        <p:spPr>
          <a:xfrm>
            <a:off x="117360" y="4860720"/>
            <a:ext cx="200520" cy="206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E7C42DA-6C74-4A45-8CBD-CE396E521932}" type="slidenum">
              <a: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4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Google Shape;1792;g130e7787a26_1_3390"/>
          <p:cNvSpPr/>
          <p:nvPr/>
        </p:nvSpPr>
        <p:spPr>
          <a:xfrm>
            <a:off x="198360" y="187920"/>
            <a:ext cx="391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startup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48" name="Google Shape;1793;g130e7787a26_1_3390"/>
          <p:cNvCxnSpPr/>
          <p:nvPr/>
        </p:nvCxnSpPr>
        <p:spPr>
          <a:xfrm>
            <a:off x="8783640" y="459360"/>
            <a:ext cx="360" cy="298440"/>
          </a:xfrm>
          <a:prstGeom prst="straightConnector1">
            <a:avLst/>
          </a:prstGeom>
          <a:ln w="38100">
            <a:solidFill>
              <a:srgbClr val="344046"/>
            </a:solidFill>
            <a:miter/>
          </a:ln>
        </p:spPr>
      </p:cxnSp>
      <p:sp>
        <p:nvSpPr>
          <p:cNvPr id="1449" name="Google Shape;1794;g130e7787a26_1_3390"/>
          <p:cNvSpPr/>
          <p:nvPr/>
        </p:nvSpPr>
        <p:spPr>
          <a:xfrm flipH="1" rot="2700000">
            <a:off x="8732520" y="4778640"/>
            <a:ext cx="99360" cy="99360"/>
          </a:xfrm>
          <a:custGeom>
            <a:avLst/>
            <a:gdLst>
              <a:gd name="textAreaLeft" fmla="*/ 360 w 99360"/>
              <a:gd name="textAreaRight" fmla="*/ 100080 w 99360"/>
              <a:gd name="textAreaTop" fmla="*/ 0 h 99360"/>
              <a:gd name="textAreaBottom" fmla="*/ 99720 h 993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35"/>
                </a:moveTo>
                <a:lnTo>
                  <a:pt x="21565" y="35"/>
                </a:lnTo>
                <a:lnTo>
                  <a:pt x="21565" y="0"/>
                </a:lnTo>
                <a:lnTo>
                  <a:pt x="0" y="0"/>
                </a:lnTo>
                <a:lnTo>
                  <a:pt x="0" y="2875"/>
                </a:lnTo>
                <a:lnTo>
                  <a:pt x="18725" y="2875"/>
                </a:lnTo>
                <a:lnTo>
                  <a:pt x="18725" y="2160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34404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50" name="PlaceHolder 1"/>
          <p:cNvSpPr>
            <a:spLocks noGrp="1"/>
          </p:cNvSpPr>
          <p:nvPr>
            <p:ph type="title"/>
          </p:nvPr>
        </p:nvSpPr>
        <p:spPr>
          <a:xfrm>
            <a:off x="1293480" y="95040"/>
            <a:ext cx="4281840" cy="176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1" name="PlaceHolder 2"/>
          <p:cNvSpPr>
            <a:spLocks noGrp="1"/>
          </p:cNvSpPr>
          <p:nvPr>
            <p:ph type="sldNum" idx="213"/>
          </p:nvPr>
        </p:nvSpPr>
        <p:spPr>
          <a:xfrm>
            <a:off x="8667000" y="187200"/>
            <a:ext cx="231120" cy="2293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C6A385F-5230-442F-9FB3-5DE43F548E83}" type="slidenum"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5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4" name="Google Shape;1798;g130e7787a26_1_3396"/>
          <p:cNvSpPr/>
          <p:nvPr/>
        </p:nvSpPr>
        <p:spPr>
          <a:xfrm>
            <a:off x="663120" y="14652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5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2"/>
          <p:cNvSpPr>
            <a:spLocks noGrp="1"/>
          </p:cNvSpPr>
          <p:nvPr>
            <p:ph type="body"/>
          </p:nvPr>
        </p:nvSpPr>
        <p:spPr>
          <a:xfrm>
            <a:off x="5610600" y="1436760"/>
            <a:ext cx="2475360" cy="243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7" name="PlaceHolder 3"/>
          <p:cNvSpPr>
            <a:spLocks noGrp="1"/>
          </p:cNvSpPr>
          <p:nvPr>
            <p:ph type="body"/>
          </p:nvPr>
        </p:nvSpPr>
        <p:spPr>
          <a:xfrm>
            <a:off x="642960" y="1436760"/>
            <a:ext cx="2949120" cy="28584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8" name="Google Shape;1802;g130e7787a26_1_3396" descr="Google Shape;315;g116490451ca_0_1207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9" name="PlaceHolder 4"/>
          <p:cNvSpPr>
            <a:spLocks noGrp="1"/>
          </p:cNvSpPr>
          <p:nvPr>
            <p:ph type="sldNum" idx="214"/>
          </p:nvPr>
        </p:nvSpPr>
        <p:spPr>
          <a:xfrm>
            <a:off x="6553080" y="4518720"/>
            <a:ext cx="561240" cy="58680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AE25942-9CCD-4D4F-B532-81222F5EEE61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&amp; Subtitl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6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62" name="Google Shape;1805;g130e7787a26_1_3403"/>
          <p:cNvGrpSpPr/>
          <p:nvPr/>
        </p:nvGrpSpPr>
        <p:grpSpPr>
          <a:xfrm>
            <a:off x="444960" y="407520"/>
            <a:ext cx="1466640" cy="222120"/>
            <a:chOff x="444960" y="407520"/>
            <a:chExt cx="1466640" cy="222120"/>
          </a:xfrm>
        </p:grpSpPr>
        <p:sp>
          <p:nvSpPr>
            <p:cNvPr id="1463" name="Google Shape;1806;g130e7787a26_1_3403"/>
            <p:cNvSpPr/>
            <p:nvPr/>
          </p:nvSpPr>
          <p:spPr>
            <a:xfrm>
              <a:off x="727200" y="423360"/>
              <a:ext cx="1184400" cy="13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000001"/>
                  </a:solidFill>
                  <a:effectLst/>
                  <a:uFillTx/>
                  <a:latin typeface="Open Sans SemiBold"/>
                  <a:ea typeface="Open Sans SemiBold"/>
                </a:rPr>
                <a:t>BUSINESS TOOLS </a:t>
              </a:r>
              <a:r>
                <a:rPr b="1" lang="ru" sz="600" strike="noStrike" u="none">
                  <a:solidFill>
                    <a:srgbClr val="000001"/>
                  </a:solidFill>
                  <a:effectLst/>
                  <a:uFillTx/>
                  <a:latin typeface="Open Sans"/>
                  <a:ea typeface="Open Sans"/>
                </a:rPr>
                <a:t>PRO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4" name="Google Shape;1807;g130e7787a26_1_3403"/>
            <p:cNvSpPr/>
            <p:nvPr/>
          </p:nvSpPr>
          <p:spPr>
            <a:xfrm>
              <a:off x="444960" y="407520"/>
              <a:ext cx="199800" cy="22212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222120"/>
                <a:gd name="textAreaBottom" fmla="*/ 222480 h 222120"/>
              </a:gdLst>
              <a:ahLst/>
              <a:cxnLst/>
              <a:rect l="textAreaLeft" t="textAreaTop" r="textAreaRight" b="textAreaBottom"/>
              <a:pathLst>
                <a:path w="21575" h="21600">
                  <a:moveTo>
                    <a:pt x="5602" y="0"/>
                  </a:moveTo>
                  <a:cubicBezTo>
                    <a:pt x="5252" y="29"/>
                    <a:pt x="4921" y="153"/>
                    <a:pt x="4651" y="356"/>
                  </a:cubicBezTo>
                  <a:cubicBezTo>
                    <a:pt x="4352" y="581"/>
                    <a:pt x="4145" y="891"/>
                    <a:pt x="4064" y="1234"/>
                  </a:cubicBezTo>
                  <a:lnTo>
                    <a:pt x="0" y="21600"/>
                  </a:lnTo>
                  <a:lnTo>
                    <a:pt x="20473" y="15097"/>
                  </a:lnTo>
                  <a:cubicBezTo>
                    <a:pt x="20837" y="14990"/>
                    <a:pt x="21145" y="14768"/>
                    <a:pt x="21343" y="14473"/>
                  </a:cubicBezTo>
                  <a:cubicBezTo>
                    <a:pt x="21502" y="14236"/>
                    <a:pt x="21581" y="13962"/>
                    <a:pt x="21570" y="13685"/>
                  </a:cubicBezTo>
                  <a:lnTo>
                    <a:pt x="21570" y="1341"/>
                  </a:lnTo>
                  <a:cubicBezTo>
                    <a:pt x="21600" y="1015"/>
                    <a:pt x="21487" y="692"/>
                    <a:pt x="21255" y="441"/>
                  </a:cubicBezTo>
                  <a:cubicBezTo>
                    <a:pt x="21028" y="195"/>
                    <a:pt x="20705" y="37"/>
                    <a:pt x="20352" y="0"/>
                  </a:cubicBezTo>
                  <a:lnTo>
                    <a:pt x="5602" y="0"/>
                  </a:lnTo>
                  <a:close/>
                  <a:moveTo>
                    <a:pt x="9446" y="2655"/>
                  </a:moveTo>
                  <a:cubicBezTo>
                    <a:pt x="9939" y="2660"/>
                    <a:pt x="10346" y="3005"/>
                    <a:pt x="10380" y="3449"/>
                  </a:cubicBezTo>
                  <a:lnTo>
                    <a:pt x="10380" y="6492"/>
                  </a:lnTo>
                  <a:cubicBezTo>
                    <a:pt x="13122" y="4877"/>
                    <a:pt x="16786" y="6465"/>
                    <a:pt x="17101" y="9404"/>
                  </a:cubicBezTo>
                  <a:cubicBezTo>
                    <a:pt x="17343" y="11666"/>
                    <a:pt x="15308" y="13594"/>
                    <a:pt x="12765" y="13570"/>
                  </a:cubicBezTo>
                  <a:cubicBezTo>
                    <a:pt x="10462" y="13548"/>
                    <a:pt x="8580" y="11907"/>
                    <a:pt x="8478" y="9832"/>
                  </a:cubicBezTo>
                  <a:lnTo>
                    <a:pt x="8478" y="3496"/>
                  </a:lnTo>
                  <a:cubicBezTo>
                    <a:pt x="8491" y="3024"/>
                    <a:pt x="8922" y="2650"/>
                    <a:pt x="9446" y="2655"/>
                  </a:cubicBezTo>
                  <a:close/>
                  <a:moveTo>
                    <a:pt x="12799" y="7557"/>
                  </a:moveTo>
                  <a:cubicBezTo>
                    <a:pt x="12185" y="7557"/>
                    <a:pt x="11571" y="7768"/>
                    <a:pt x="11102" y="8191"/>
                  </a:cubicBezTo>
                  <a:cubicBezTo>
                    <a:pt x="10165" y="9035"/>
                    <a:pt x="10165" y="10405"/>
                    <a:pt x="11102" y="11250"/>
                  </a:cubicBezTo>
                  <a:cubicBezTo>
                    <a:pt x="12039" y="12095"/>
                    <a:pt x="13558" y="12095"/>
                    <a:pt x="14495" y="11250"/>
                  </a:cubicBezTo>
                  <a:cubicBezTo>
                    <a:pt x="15432" y="10405"/>
                    <a:pt x="15432" y="9035"/>
                    <a:pt x="14495" y="8191"/>
                  </a:cubicBezTo>
                  <a:cubicBezTo>
                    <a:pt x="14027" y="7768"/>
                    <a:pt x="13413" y="7557"/>
                    <a:pt x="12799" y="7557"/>
                  </a:cubicBezTo>
                  <a:close/>
                </a:path>
              </a:pathLst>
            </a:custGeom>
            <a:solidFill>
              <a:srgbClr val="326ec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465" name="PlaceHolder 1"/>
          <p:cNvSpPr>
            <a:spLocks noGrp="1"/>
          </p:cNvSpPr>
          <p:nvPr>
            <p:ph type="sldNum" idx="215"/>
          </p:nvPr>
        </p:nvSpPr>
        <p:spPr>
          <a:xfrm>
            <a:off x="8536320" y="425520"/>
            <a:ext cx="135360" cy="1299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C2FDD15-E635-4C0C-B235-C511E3277676}" type="slidenum">
              <a: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3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6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68" name="Google Shape;1810;g130e7787a26_1_3408"/>
          <p:cNvGrpSpPr/>
          <p:nvPr/>
        </p:nvGrpSpPr>
        <p:grpSpPr>
          <a:xfrm>
            <a:off x="423360" y="4540320"/>
            <a:ext cx="1568160" cy="329400"/>
            <a:chOff x="423360" y="4540320"/>
            <a:chExt cx="1568160" cy="329400"/>
          </a:xfrm>
        </p:grpSpPr>
        <p:sp>
          <p:nvSpPr>
            <p:cNvPr id="1469" name="Google Shape;1811;g130e7787a26_1_3408"/>
            <p:cNvSpPr/>
            <p:nvPr/>
          </p:nvSpPr>
          <p:spPr>
            <a:xfrm>
              <a:off x="426240" y="4540320"/>
              <a:ext cx="1565280" cy="22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0077bf"/>
                  </a:solidFill>
                  <a:effectLst/>
                  <a:uFillTx/>
                  <a:latin typeface="Open Sans SemiBold"/>
                  <a:ea typeface="Open Sans SemiBold"/>
                </a:rPr>
                <a:t>Funnel Pack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0" name="Google Shape;1812;g130e7787a26_1_3408"/>
            <p:cNvSpPr/>
            <p:nvPr/>
          </p:nvSpPr>
          <p:spPr>
            <a:xfrm>
              <a:off x="423360" y="4742280"/>
              <a:ext cx="1079280" cy="12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rIns="17280" tIns="17280" bIns="1728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1" name="PlaceHolder 1"/>
          <p:cNvSpPr>
            <a:spLocks noGrp="1"/>
          </p:cNvSpPr>
          <p:nvPr>
            <p:ph type="title"/>
          </p:nvPr>
        </p:nvSpPr>
        <p:spPr>
          <a:xfrm>
            <a:off x="795240" y="854280"/>
            <a:ext cx="7313760" cy="8164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2" name="PlaceHolder 2"/>
          <p:cNvSpPr>
            <a:spLocks noGrp="1"/>
          </p:cNvSpPr>
          <p:nvPr>
            <p:ph type="body"/>
          </p:nvPr>
        </p:nvSpPr>
        <p:spPr>
          <a:xfrm>
            <a:off x="851760" y="1751400"/>
            <a:ext cx="7678440" cy="26323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3" name="PlaceHolder 3"/>
          <p:cNvSpPr>
            <a:spLocks noGrp="1"/>
          </p:cNvSpPr>
          <p:nvPr>
            <p:ph type="sldNum" idx="216"/>
          </p:nvPr>
        </p:nvSpPr>
        <p:spPr>
          <a:xfrm>
            <a:off x="8545320" y="4686480"/>
            <a:ext cx="153720" cy="150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08006B2-921C-4B62-894D-83DD96C4CE7C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_1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7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6" name="Google Shape;1817;g130e7787a26_1_341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5e5e5e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77" name="Google Shape;1818;g130e7787a26_1_341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8" name="Google Shape;1819;g130e7787a26_1_3415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79" name="PlaceHolder 1"/>
          <p:cNvSpPr>
            <a:spLocks noGrp="1"/>
          </p:cNvSpPr>
          <p:nvPr>
            <p:ph type="sldNum" idx="21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A99698E-9DF7-48A2-B305-A38338E7B57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8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2" name="PlaceHolder 1"/>
          <p:cNvSpPr>
            <a:spLocks noGrp="1"/>
          </p:cNvSpPr>
          <p:nvPr>
            <p:ph type="sldNum" idx="218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2823552-264C-4E97-9E06-C750E101977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 фото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8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5" name="PlaceHolder 1"/>
          <p:cNvSpPr>
            <a:spLocks noGrp="1"/>
          </p:cNvSpPr>
          <p:nvPr>
            <p:ph type="body"/>
          </p:nvPr>
        </p:nvSpPr>
        <p:spPr>
          <a:xfrm>
            <a:off x="-433440" y="-485640"/>
            <a:ext cx="10029600" cy="600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2"/>
          <p:cNvSpPr>
            <a:spLocks noGrp="1"/>
          </p:cNvSpPr>
          <p:nvPr>
            <p:ph type="title"/>
          </p:nvPr>
        </p:nvSpPr>
        <p:spPr>
          <a:xfrm>
            <a:off x="452520" y="26719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7" name="PlaceHolder 3"/>
          <p:cNvSpPr>
            <a:spLocks noGrp="1"/>
          </p:cNvSpPr>
          <p:nvPr>
            <p:ph type="body"/>
          </p:nvPr>
        </p:nvSpPr>
        <p:spPr>
          <a:xfrm>
            <a:off x="452880" y="414720"/>
            <a:ext cx="823788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PlaceHolder 4"/>
          <p:cNvSpPr>
            <a:spLocks noGrp="1"/>
          </p:cNvSpPr>
          <p:nvPr>
            <p:ph type="body"/>
          </p:nvPr>
        </p:nvSpPr>
        <p:spPr>
          <a:xfrm>
            <a:off x="452520" y="4353840"/>
            <a:ext cx="8238960" cy="4183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5"/>
          <p:cNvSpPr>
            <a:spLocks noGrp="1"/>
          </p:cNvSpPr>
          <p:nvPr>
            <p:ph type="sldNum" idx="219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358EAA3-C4D2-405B-9B15-197FDBEFF0F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 фото (вариант)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9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1"/>
          <p:cNvSpPr>
            <a:spLocks noGrp="1"/>
          </p:cNvSpPr>
          <p:nvPr>
            <p:ph type="body"/>
          </p:nvPr>
        </p:nvSpPr>
        <p:spPr>
          <a:xfrm>
            <a:off x="4114800" y="-76320"/>
            <a:ext cx="4554000" cy="5300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2"/>
          <p:cNvSpPr>
            <a:spLocks noGrp="1"/>
          </p:cNvSpPr>
          <p:nvPr>
            <p:ph type="title"/>
          </p:nvPr>
        </p:nvSpPr>
        <p:spPr>
          <a:xfrm>
            <a:off x="452520" y="476280"/>
            <a:ext cx="3666960" cy="22057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PlaceHolder 3"/>
          <p:cNvSpPr>
            <a:spLocks noGrp="1"/>
          </p:cNvSpPr>
          <p:nvPr>
            <p:ph type="body"/>
          </p:nvPr>
        </p:nvSpPr>
        <p:spPr>
          <a:xfrm>
            <a:off x="452520" y="2647800"/>
            <a:ext cx="3666960" cy="20192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4"/>
          <p:cNvSpPr>
            <a:spLocks noGrp="1"/>
          </p:cNvSpPr>
          <p:nvPr>
            <p:ph type="sldNum" idx="220"/>
          </p:nvPr>
        </p:nvSpPr>
        <p:spPr>
          <a:xfrm>
            <a:off x="4494960" y="491652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04658E0-B795-4C22-A57B-2850C06892F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2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9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Google Shape;1833;g130e7787a26_1_343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9" name="Google Shape;1834;g130e7787a26_1_343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00" name="Google Shape;1835;g130e7787a26_1_343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1"/>
          <p:cNvSpPr>
            <a:spLocks noGrp="1"/>
          </p:cNvSpPr>
          <p:nvPr>
            <p:ph type="sldNum" idx="22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A7A4CC8-6899-4C46-B07A-FD6CD9E1B83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0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Google Shape;1838;g130e7787a26_1_343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5" name="Google Shape;1839;g130e7787a26_1_343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06" name="PlaceHolder 1"/>
          <p:cNvSpPr>
            <a:spLocks noGrp="1"/>
          </p:cNvSpPr>
          <p:nvPr>
            <p:ph type="sldNum" idx="22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0020386-C2FC-47EF-A389-36207DEFD59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0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9" name="Google Shape;1842;g130e7787a26_1_344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Google Shape;1843;g130e7787a26_1_3440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11" name="Google Shape;1844;g130e7787a26_1_344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2" name="PlaceHolder 1"/>
          <p:cNvSpPr>
            <a:spLocks noGrp="1"/>
          </p:cNvSpPr>
          <p:nvPr>
            <p:ph type="sldNum" idx="22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609D8AB-D307-4BB1-A330-25C7C11F6AF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2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1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5" name="Google Shape;1847;g130e7787a26_1_344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Google Shape;1848;g130e7787a26_1_344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17" name="Google Shape;1849;g130e7787a26_1_344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Google Shape;1850;g130e7787a26_1_3445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19" name="PlaceHolder 1"/>
          <p:cNvSpPr>
            <a:spLocks noGrp="1"/>
          </p:cNvSpPr>
          <p:nvPr>
            <p:ph type="sldNum" idx="22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A645992-928F-4DD5-8549-AACA0DF3413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21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Google Shape;1853;g130e7787a26_1_345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3" name="Google Shape;1854;g130e7787a26_1_3451" descr="Google Shape;363;g116490451ca_0_125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4" name="Google Shape;1855;g130e7787a26_1_345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1"/>
          <p:cNvSpPr>
            <a:spLocks noGrp="1"/>
          </p:cNvSpPr>
          <p:nvPr>
            <p:ph type="sldNum" idx="22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17ED9FF-DF9C-4C9E-86A4-A9C6CFB49C2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2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8" name="Google Shape;1858;g130e7787a26_1_345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9" name="Google Shape;1859;g130e7787a26_1_3456" descr="Google Shape;366;g116490451ca_0_126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0" name="Google Shape;1860;g130e7787a26_1_345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PlaceHolder 1"/>
          <p:cNvSpPr>
            <a:spLocks noGrp="1"/>
          </p:cNvSpPr>
          <p:nvPr>
            <p:ph type="sldNum" idx="22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667C902-2DB8-4E0E-B158-921F14A78B2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3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Google Shape;1863;g130e7787a26_1_346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5" name="Google Shape;1864;g130e7787a26_1_3461" descr="Google Shape;369;g116490451ca_0_126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6" name="Google Shape;1865;g130e7787a26_1_346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1"/>
          <p:cNvSpPr>
            <a:spLocks noGrp="1"/>
          </p:cNvSpPr>
          <p:nvPr>
            <p:ph type="sldNum" idx="22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23F1EB1-E20F-4AC0-A16F-4AE8FBCA994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2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3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Google Shape;1868;g130e7787a26_1_346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1" name="Google Shape;1869;g130e7787a26_1_3466" descr="Google Shape;372;g116490451ca_0_126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2" name="Google Shape;1870;g130e7787a26_1_346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1"/>
          <p:cNvSpPr>
            <a:spLocks noGrp="1"/>
          </p:cNvSpPr>
          <p:nvPr>
            <p:ph type="sldNum" idx="22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938A52A-FF9B-4507-92CF-7FDBC17F0FB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4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1"/>
          <p:cNvSpPr>
            <a:spLocks noGrp="1"/>
          </p:cNvSpPr>
          <p:nvPr>
            <p:ph type="sldNum" idx="22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64AAF7E-D287-4832-A494-B4DCD5CA4C3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5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1" name="Google Shape;1873;g130e7787a26_1_347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2" name="Google Shape;1874;g130e7787a26_1_3471" descr="Google Shape;375;g116490451ca_0_1271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3" name="Google Shape;1875;g130e7787a26_1_347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4" name="PlaceHolder 1"/>
          <p:cNvSpPr>
            <a:spLocks noGrp="1"/>
          </p:cNvSpPr>
          <p:nvPr>
            <p:ph type="sldNum" idx="23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1438256-87E7-43BC-8168-C358E2347FD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5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7" name="Google Shape;1878;g130e7787a26_1_347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8" name="Google Shape;1879;g130e7787a26_1_3476" descr="Google Shape;378;g116490451ca_0_127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9" name="Google Shape;1880;g130e7787a26_1_347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PlaceHolder 1"/>
          <p:cNvSpPr>
            <a:spLocks noGrp="1"/>
          </p:cNvSpPr>
          <p:nvPr>
            <p:ph type="sldNum" idx="23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79DBAA5-95F4-43EA-AE9C-A654D8F219D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6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Google Shape;1883;g130e7787a26_1_348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4" name="Google Shape;1884;g130e7787a26_1_3481" descr="Google Shape;381;g116490451ca_0_127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5" name="Google Shape;1885;g130e7787a26_1_348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6" name="PlaceHolder 1"/>
          <p:cNvSpPr>
            <a:spLocks noGrp="1"/>
          </p:cNvSpPr>
          <p:nvPr>
            <p:ph type="sldNum" idx="23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67190C8-8224-4D3D-95D5-69F44948B74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6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Google Shape;1888;g130e7787a26_1_348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0" name="Google Shape;1889;g130e7787a26_1_3486" descr="Google Shape;384;g116490451ca_0_128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1" name="Google Shape;1890;g130e7787a26_1_348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PlaceHolder 1"/>
          <p:cNvSpPr>
            <a:spLocks noGrp="1"/>
          </p:cNvSpPr>
          <p:nvPr>
            <p:ph type="sldNum" idx="23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FF3B676-05F8-47B3-8D66-3E412A826D1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7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5" name="Google Shape;1893;g130e7787a26_1_349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6" name="Google Shape;1894;g130e7787a26_1_3491" descr="Google Shape;387;g116490451ca_0_128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7" name="Google Shape;1895;g130e7787a26_1_349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PlaceHolder 1"/>
          <p:cNvSpPr>
            <a:spLocks noGrp="1"/>
          </p:cNvSpPr>
          <p:nvPr>
            <p:ph type="sldNum" idx="23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2F10941-F58D-4C39-8595-CB2764F4D00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8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Google Shape;1898;g130e7787a26_1_349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2" name="Google Shape;1899;g130e7787a26_1_3496" descr="Google Shape;390;g116490451ca_0_128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3" name="Google Shape;1900;g130e7787a26_1_349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PlaceHolder 1"/>
          <p:cNvSpPr>
            <a:spLocks noGrp="1"/>
          </p:cNvSpPr>
          <p:nvPr>
            <p:ph type="sldNum" idx="23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9521781-DDEB-4C63-BFEB-5B98A55B40C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8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7" name="Google Shape;1903;g130e7787a26_1_350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8" name="Google Shape;1904;g130e7787a26_1_3501" descr="Google Shape;393;g116490451ca_0_128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9" name="Google Shape;1905;g130e7787a26_1_350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0" name="PlaceHolder 1"/>
          <p:cNvSpPr>
            <a:spLocks noGrp="1"/>
          </p:cNvSpPr>
          <p:nvPr>
            <p:ph type="sldNum" idx="23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96C6C3E-8659-48D9-B999-147AEE8F1BF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9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3" name="Google Shape;1908;g130e7787a26_1_350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4" name="Google Shape;1909;g130e7787a26_1_3506" descr="Google Shape;396;g116490451ca_0_129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5" name="Google Shape;1910;g130e7787a26_1_350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6" name="PlaceHolder 1"/>
          <p:cNvSpPr>
            <a:spLocks noGrp="1"/>
          </p:cNvSpPr>
          <p:nvPr>
            <p:ph type="sldNum" idx="23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6ED7A3A-3355-4739-A98D-EA334DD6E03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9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9" name="Google Shape;1913;g130e7787a26_1_351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0" name="Google Shape;1914;g130e7787a26_1_3511" descr="Google Shape;399;g116490451ca_0_129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1" name="Google Shape;1915;g130e7787a26_1_351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2" name="PlaceHolder 1"/>
          <p:cNvSpPr>
            <a:spLocks noGrp="1"/>
          </p:cNvSpPr>
          <p:nvPr>
            <p:ph type="sldNum" idx="23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0C219DC-1D0A-4423-BA6F-04C74E7C027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0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5" name="Google Shape;1918;g130e7787a26_1_351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6" name="Google Shape;1919;g130e7787a26_1_3516" descr="Google Shape;402;g116490451ca_0_129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7" name="Google Shape;1920;g130e7787a26_1_351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8" name="PlaceHolder 1"/>
          <p:cNvSpPr>
            <a:spLocks noGrp="1"/>
          </p:cNvSpPr>
          <p:nvPr>
            <p:ph type="sldNum" idx="23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DE28922-3938-437A-B925-3685760191F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1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1" name="PlaceHolder 1"/>
          <p:cNvSpPr>
            <a:spLocks noGrp="1"/>
          </p:cNvSpPr>
          <p:nvPr>
            <p:ph type="body"/>
          </p:nvPr>
        </p:nvSpPr>
        <p:spPr>
          <a:xfrm>
            <a:off x="450360" y="4447440"/>
            <a:ext cx="8238960" cy="2383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2"/>
          <p:cNvSpPr>
            <a:spLocks noGrp="1"/>
          </p:cNvSpPr>
          <p:nvPr>
            <p:ph type="title"/>
          </p:nvPr>
        </p:nvSpPr>
        <p:spPr>
          <a:xfrm>
            <a:off x="452520" y="9655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3" name="PlaceHolder 3"/>
          <p:cNvSpPr>
            <a:spLocks noGrp="1"/>
          </p:cNvSpPr>
          <p:nvPr>
            <p:ph type="body"/>
          </p:nvPr>
        </p:nvSpPr>
        <p:spPr>
          <a:xfrm>
            <a:off x="450360" y="2708640"/>
            <a:ext cx="8238960" cy="7138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4" name="PlaceHolder 4"/>
          <p:cNvSpPr>
            <a:spLocks noGrp="1"/>
          </p:cNvSpPr>
          <p:nvPr>
            <p:ph type="sldNum" idx="240"/>
          </p:nvPr>
        </p:nvSpPr>
        <p:spPr>
          <a:xfrm>
            <a:off x="4494960" y="491508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7CA1AF9-47D0-433C-9630-04E48E5225B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1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7" name="Google Shape;1923;g130e7787a26_1_352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8" name="Google Shape;1924;g130e7787a26_1_3521" descr="Google Shape;405;g116490451ca_0_130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9" name="Google Shape;1925;g130e7787a26_1_352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0" name="PlaceHolder 1"/>
          <p:cNvSpPr>
            <a:spLocks noGrp="1"/>
          </p:cNvSpPr>
          <p:nvPr>
            <p:ph type="sldNum" idx="24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E99F304-C3A9-4F13-90DC-C96089961CF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2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Google Shape;1928;g130e7787a26_1_352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4" name="Google Shape;1929;g130e7787a26_1_3526" descr="Google Shape;408;g116490451ca_0_130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5" name="Google Shape;1930;g130e7787a26_1_352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6" name="PlaceHolder 1"/>
          <p:cNvSpPr>
            <a:spLocks noGrp="1"/>
          </p:cNvSpPr>
          <p:nvPr>
            <p:ph type="sldNum" idx="24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DADD413-4DCE-4F37-B85D-876A7BFC69C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2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9" name="Google Shape;1933;g130e7787a26_1_353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0" name="Google Shape;1934;g130e7787a26_1_3531" descr="Google Shape;411;g116490451ca_0_130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1" name="Google Shape;1935;g130e7787a26_1_353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2" name="PlaceHolder 1"/>
          <p:cNvSpPr>
            <a:spLocks noGrp="1"/>
          </p:cNvSpPr>
          <p:nvPr>
            <p:ph type="sldNum" idx="24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2B79947-1076-4E46-B9B9-1CF7AEC9F33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3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Google Shape;1938;g130e7787a26_1_353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6" name="Google Shape;1939;g130e7787a26_1_3536" descr="Google Shape;414;g116490451ca_0_131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7" name="Google Shape;1940;g130e7787a26_1_353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8" name="PlaceHolder 1"/>
          <p:cNvSpPr>
            <a:spLocks noGrp="1"/>
          </p:cNvSpPr>
          <p:nvPr>
            <p:ph type="sldNum" idx="244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1E7A278-B04C-412A-AA13-CF05F46C71A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40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1" name="Google Shape;1943;g130e7787a26_1_354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2" name="Google Shape;1944;g130e7787a26_1_3541" descr="Google Shape;417;g116490451ca_0_131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3" name="Google Shape;1945;g130e7787a26_1_354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4" name="PlaceHolder 1"/>
          <p:cNvSpPr>
            <a:spLocks noGrp="1"/>
          </p:cNvSpPr>
          <p:nvPr>
            <p:ph type="sldNum" idx="245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77BCB67-8ECD-4937-9F5D-CCAB3941077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4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7" name="Google Shape;1948;g130e7787a26_1_354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8" name="Google Shape;1949;g130e7787a26_1_3546" descr="Google Shape;420;g116490451ca_0_131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9" name="Google Shape;1950;g130e7787a26_1_354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0" name="PlaceHolder 1"/>
          <p:cNvSpPr>
            <a:spLocks noGrp="1"/>
          </p:cNvSpPr>
          <p:nvPr>
            <p:ph type="sldNum" idx="24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E86BA95-EFAB-4DDF-B744-CBED0183807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головок и объект 1 1 1 1 1 1 1 1 1 1 1 1 1 1 1 1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5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3" name="Google Shape;1953;g130e7787a26_1_355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4" name="Google Shape;1954;g130e7787a26_1_3551" descr="Google Shape;423;g116490451ca_0_131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5" name="Google Shape;1955;g130e7787a26_1_355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PlaceHolder 1"/>
          <p:cNvSpPr>
            <a:spLocks noGrp="1"/>
          </p:cNvSpPr>
          <p:nvPr>
            <p:ph type="sldNum" idx="247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237B50C-AF3E-436B-B562-D029FE495EA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Ваш макет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5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9" name="Google Shape;1958;g130e7787a26_1_355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0" name="Google Shape;1959;g130e7787a26_1_3556" descr="Google Shape;426;g116490451ca_0_132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1" name="PlaceHolder 1"/>
          <p:cNvSpPr>
            <a:spLocks noGrp="1"/>
          </p:cNvSpPr>
          <p:nvPr>
            <p:ph type="sldNum" idx="248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7F86173-B112-4CD6-86CA-57703945CAF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6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4" name="Google Shape;1962;g130e7787a26_1_356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5" name="Google Shape;1963;g130e7787a26_1_3560" descr="Google Shape;428;g116490451ca_0_1324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6" name="Google Shape;1964;g130e7787a26_1_356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7" name="PlaceHolder 1"/>
          <p:cNvSpPr>
            <a:spLocks noGrp="1"/>
          </p:cNvSpPr>
          <p:nvPr>
            <p:ph type="sldNum" idx="24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B0B8DEB-D262-43D8-81EA-074EFB307DE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ользовательский маке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69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0" name="Google Shape;1967;g130e7787a26_1_3565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1" name="Google Shape;1968;g130e7787a26_1_3565" descr="Google Shape;431;g116490451ca_0_132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2" name="Google Shape;1969;g130e7787a26_1_356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3" name="Google Shape;1970;g130e7787a26_1_3565"/>
          <p:cNvSpPr/>
          <p:nvPr/>
        </p:nvSpPr>
        <p:spPr>
          <a:xfrm>
            <a:off x="0" y="0"/>
            <a:ext cx="299952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4" name="PlaceHolder 1"/>
          <p:cNvSpPr>
            <a:spLocks noGrp="1"/>
          </p:cNvSpPr>
          <p:nvPr>
            <p:ph type="sldNum" idx="25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55E0865-DB8D-4157-877D-E1DB9D7EE4F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76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7" name="PlaceHolder 1"/>
          <p:cNvSpPr>
            <a:spLocks noGrp="1"/>
          </p:cNvSpPr>
          <p:nvPr>
            <p:ph type="body"/>
          </p:nvPr>
        </p:nvSpPr>
        <p:spPr>
          <a:xfrm>
            <a:off x="4114800" y="-76320"/>
            <a:ext cx="4554000" cy="5300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PlaceHolder 2"/>
          <p:cNvSpPr>
            <a:spLocks noGrp="1"/>
          </p:cNvSpPr>
          <p:nvPr>
            <p:ph type="title"/>
          </p:nvPr>
        </p:nvSpPr>
        <p:spPr>
          <a:xfrm>
            <a:off x="452520" y="476280"/>
            <a:ext cx="3666960" cy="220572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9" name="PlaceHolder 3"/>
          <p:cNvSpPr>
            <a:spLocks noGrp="1"/>
          </p:cNvSpPr>
          <p:nvPr>
            <p:ph type="body"/>
          </p:nvPr>
        </p:nvSpPr>
        <p:spPr>
          <a:xfrm>
            <a:off x="452520" y="2647800"/>
            <a:ext cx="3666960" cy="201924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0" name="PlaceHolder 4"/>
          <p:cNvSpPr>
            <a:spLocks noGrp="1"/>
          </p:cNvSpPr>
          <p:nvPr>
            <p:ph type="sldNum" idx="251"/>
          </p:nvPr>
        </p:nvSpPr>
        <p:spPr>
          <a:xfrm>
            <a:off x="4494960" y="4916520"/>
            <a:ext cx="14940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0384775-57F1-4729-8EA6-D222538A752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82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3" name="Google Shape;1973;g130e7787a26_1_357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4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b">
            <a:normAutofit fontScale="92500" lnSpcReduction="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5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6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5840" cy="30477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7" name="Google Shape;1977;g130e7787a26_1_3571" descr="Google Shape;439;g116490451ca_0_1331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8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9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0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1" name="PlaceHolder 7"/>
          <p:cNvSpPr>
            <a:spLocks noGrp="1"/>
          </p:cNvSpPr>
          <p:nvPr>
            <p:ph type="sldNum" idx="252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42B7F5B-FFFA-442B-9AA4-CA8B4E08F11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93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4" name="Google Shape;1983;g130e7787a26_1_3581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95" name="Google Shape;1984;g130e7787a26_1_3581"/>
          <p:cNvGrpSpPr/>
          <p:nvPr/>
        </p:nvGrpSpPr>
        <p:grpSpPr>
          <a:xfrm>
            <a:off x="6458040" y="0"/>
            <a:ext cx="2685960" cy="5143320"/>
            <a:chOff x="6458040" y="0"/>
            <a:chExt cx="2685960" cy="5143320"/>
          </a:xfrm>
        </p:grpSpPr>
        <p:sp>
          <p:nvSpPr>
            <p:cNvPr id="1696" name="Google Shape;1985;g130e7787a26_1_3581"/>
            <p:cNvSpPr/>
            <p:nvPr/>
          </p:nvSpPr>
          <p:spPr>
            <a:xfrm>
              <a:off x="6458040" y="0"/>
              <a:ext cx="268596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97" name="Google Shape;1986;g130e7787a26_1_3581"/>
            <p:cNvSpPr/>
            <p:nvPr/>
          </p:nvSpPr>
          <p:spPr>
            <a:xfrm>
              <a:off x="6483600" y="2315880"/>
              <a:ext cx="2634480" cy="4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98" name="Google Shape;1987;g130e7787a26_1_3581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1699" name="Google Shape;1988;g130e7787a26_1_3581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rIns="4572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5e5e5e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700" name="Google Shape;1989;g130e7787a26_1_3581"/>
            <p:cNvSpPr/>
            <p:nvPr/>
          </p:nvSpPr>
          <p:spPr>
            <a:xfrm>
              <a:off x="25560" y="2478600"/>
              <a:ext cx="6399720" cy="20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560" rIns="25560" tIns="25560" bIns="2556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1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2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3" name="PlaceHolder 3"/>
          <p:cNvSpPr>
            <a:spLocks noGrp="1"/>
          </p:cNvSpPr>
          <p:nvPr>
            <p:ph type="sldNum" idx="253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22E95DC-13E8-47E9-A18A-1CBADF143F3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05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6" name="Google Shape;1994;g130e7787a26_1_359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7" name="Google Shape;1995;g130e7787a26_1_359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08" name="Google Shape;1996;g130e7787a26_1_359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0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0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1" name="Google Shape;1999;g130e7787a26_1_359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2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3" name="Google Shape;2001;g130e7787a26_1_359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4" name="Google Shape;2002;g130e7787a26_1_3592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5" name="PlaceHolder 4"/>
          <p:cNvSpPr>
            <a:spLocks noGrp="1"/>
          </p:cNvSpPr>
          <p:nvPr>
            <p:ph type="sldNum" idx="254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CDAB8DD-4E12-4062-9505-7CECBF31C0A6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1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8" name="Google Shape;2005;g130e7787a26_1_360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9" name="Google Shape;2006;g130e7787a26_1_3603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0" name="Google Shape;2007;g130e7787a26_1_3603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1" name="Google Shape;2008;g130e7787a26_1_3603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2" name="Google Shape;2009;g130e7787a26_1_3603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3" name="Google Shape;2010;g130e7787a26_1_3603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4" name="Google Shape;2011;g130e7787a26_1_3603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5" name="Google Shape;2012;g130e7787a26_1_3603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6" name="Google Shape;2013;g130e7787a26_1_3603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7" name="Google Shape;2014;g130e7787a26_1_3603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8" name="Google Shape;2015;g130e7787a26_1_360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29" name="Google Shape;2016;g130e7787a26_1_360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30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1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2" name="Google Shape;2019;g130e7787a26_1_3603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3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4" name="Google Shape;2021;g130e7787a26_1_3603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5" name="Google Shape;2022;g130e7787a26_1_3603"/>
          <p:cNvSpPr/>
          <p:nvPr/>
        </p:nvSpPr>
        <p:spPr>
          <a:xfrm>
            <a:off x="34200" y="45000"/>
            <a:ext cx="539460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6" name="PlaceHolder 4"/>
          <p:cNvSpPr>
            <a:spLocks noGrp="1"/>
          </p:cNvSpPr>
          <p:nvPr>
            <p:ph type="sldNum" idx="255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36A2DB7-9BD8-43CD-B283-841CF036C241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3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9" name="Google Shape;2025;g130e7787a26_1_3623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0" name="Google Shape;2026;g130e7787a26_1_362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41" name="Google Shape;2027;g130e7787a26_1_362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42" name="Google Shape;2028;g130e7787a26_1_3623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3" name="Google Shape;2029;g130e7787a26_1_3623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4" name="Google Shape;2030;g130e7787a26_1_3623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5" name="Google Shape;2031;g130e7787a26_1_3623" descr="Google Shape;483;g116490451ca_0_1374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6" name="PlaceHolder 1"/>
          <p:cNvSpPr>
            <a:spLocks noGrp="1"/>
          </p:cNvSpPr>
          <p:nvPr>
            <p:ph type="sldNum" idx="256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6B33519-3B0B-47ED-87AF-BD764B798EC4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4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9" name="Google Shape;2034;g130e7787a26_1_3632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0" name="Google Shape;2035;g130e7787a26_1_3632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51" name="Google Shape;2036;g130e7787a26_1_363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52" name="Google Shape;2037;g130e7787a26_1_3632"/>
          <p:cNvSpPr/>
          <p:nvPr/>
        </p:nvSpPr>
        <p:spPr>
          <a:xfrm>
            <a:off x="5497920" y="130680"/>
            <a:ext cx="149292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3" name="Google Shape;2038;g130e7787a26_1_3632"/>
          <p:cNvSpPr/>
          <p:nvPr/>
        </p:nvSpPr>
        <p:spPr>
          <a:xfrm>
            <a:off x="34200" y="48196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4" name="Google Shape;2039;g130e7787a26_1_363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5" name="PlaceHolder 1"/>
          <p:cNvSpPr>
            <a:spLocks noGrp="1"/>
          </p:cNvSpPr>
          <p:nvPr>
            <p:ph type="sldNum" idx="257"/>
          </p:nvPr>
        </p:nvSpPr>
        <p:spPr>
          <a:xfrm>
            <a:off x="5463720" y="4840200"/>
            <a:ext cx="151200" cy="14796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9C4965F-49F2-442E-97B6-3FCB06223E8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инЦерт содержа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57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8" name="Google Shape;2042;g130e7787a26_1_3640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59" name="Google Shape;2043;g130e7787a26_1_3640"/>
          <p:cNvCxnSpPr/>
          <p:nvPr/>
        </p:nvCxnSpPr>
        <p:spPr>
          <a:xfrm flipV="1">
            <a:off x="7164000" y="617760"/>
            <a:ext cx="1980000" cy="1008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1760" name="Google Shape;2044;g130e7787a26_1_3640"/>
          <p:cNvSpPr/>
          <p:nvPr/>
        </p:nvSpPr>
        <p:spPr>
          <a:xfrm>
            <a:off x="8280000" y="123480"/>
            <a:ext cx="863640" cy="503640"/>
          </a:xfrm>
          <a:prstGeom prst="rect">
            <a:avLst/>
          </a:prstGeom>
          <a:solidFill>
            <a:srgbClr val="009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61" name="PlaceHolder 1"/>
          <p:cNvSpPr>
            <a:spLocks noGrp="1"/>
          </p:cNvSpPr>
          <p:nvPr>
            <p:ph type="sldNum" idx="258"/>
          </p:nvPr>
        </p:nvSpPr>
        <p:spPr>
          <a:xfrm>
            <a:off x="8617680" y="267480"/>
            <a:ext cx="224640" cy="204120"/>
          </a:xfrm>
          <a:prstGeom prst="rect">
            <a:avLst/>
          </a:prstGeom>
          <a:noFill/>
          <a:ln w="0">
            <a:noFill/>
          </a:ln>
        </p:spPr>
        <p:txBody>
          <a:bodyPr lIns="17280" rIns="17280" tIns="17280" bIns="1728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2BC65D0-D091-4463-B995-8614B638A572}" type="slidenum">
              <a: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&lt;number&gt;</a:t>
            </a:fld>
            <a:endParaRPr b="0" lang="ru-RU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62" name="Google Shape;2046;g130e7787a26_1_3640" descr="Google Shape;496;g116490451ca_0_1389"/>
          <p:cNvPicPr/>
          <p:nvPr/>
        </p:nvPicPr>
        <p:blipFill>
          <a:blip r:embed="rId2"/>
          <a:stretch/>
        </p:blipFill>
        <p:spPr>
          <a:xfrm>
            <a:off x="7164360" y="299520"/>
            <a:ext cx="1007640" cy="151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инЦерт титул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6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5" name="Google Shape;2048;g130e7787a26_1_3646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6" name="PlaceHolder 1"/>
          <p:cNvSpPr>
            <a:spLocks noGrp="1"/>
          </p:cNvSpPr>
          <p:nvPr>
            <p:ph type="sldNum" idx="259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AAF13BD-0979-451A-9903-15FF089A594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68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9" name="Google Shape;2051;g130e7787a26_1_3649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0" name="Google Shape;2052;g130e7787a26_1_3649" descr="Google Shape;508;p2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1" name="Google Shape;2053;g130e7787a26_1_364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2" name="PlaceHolder 1"/>
          <p:cNvSpPr>
            <a:spLocks noGrp="1"/>
          </p:cNvSpPr>
          <p:nvPr>
            <p:ph type="sldNum" idx="260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2BBC951-DEDA-4160-B034-E755738794D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" name="Google Shape;1488;g130e7787a26_1_3086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74" name="Google Shape;1489;g130e7787a26_1_3086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5" name="Google Shape;2056;g130e7787a26_1_3654"/>
          <p:cNvSpPr/>
          <p:nvPr/>
        </p:nvSpPr>
        <p:spPr>
          <a:xfrm>
            <a:off x="663120" y="13788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6" name="Google Shape;2057;g130e7787a26_1_3654" descr="Google Shape;511;p21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7" name="Google Shape;2058;g130e7787a26_1_365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8" name="PlaceHolder 1"/>
          <p:cNvSpPr>
            <a:spLocks noGrp="1"/>
          </p:cNvSpPr>
          <p:nvPr>
            <p:ph type="sldNum" idx="261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7AD1A29-90F5-4BF8-A05A-AEBDAFAFB28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4" name="Google Shape;1488;g130e7787a26_1_308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15" name="Google Shape;1489;g130e7787a26_1_3086"/>
          <p:cNvSpPr/>
          <p:nvPr/>
        </p:nvSpPr>
        <p:spPr>
          <a:xfrm>
            <a:off x="327600" y="4792320"/>
            <a:ext cx="30938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6" name="PlaceHolder 1"/>
          <p:cNvSpPr>
            <a:spLocks noGrp="1"/>
          </p:cNvSpPr>
          <p:nvPr>
            <p:ph type="sldNum" idx="496"/>
          </p:nvPr>
        </p:nvSpPr>
        <p:spPr>
          <a:xfrm>
            <a:off x="5486400" y="4488480"/>
            <a:ext cx="2133360" cy="145080"/>
          </a:xfrm>
          <a:prstGeom prst="rect">
            <a:avLst/>
          </a:prstGeom>
          <a:noFill/>
          <a:ln w="0">
            <a:noFill/>
          </a:ln>
        </p:spPr>
        <p:txBody>
          <a:bodyPr lIns="19080" rIns="19080" tIns="19080" bIns="1908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9D2F3BA-B931-434B-8A54-88FE69CFEA1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8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1" name="Google Shape;2909;g130e7787a26_1_450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2" name="Google Shape;2910;g130e7787a26_1_4507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83" name="Google Shape;2911;g130e7787a26_1_450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4" name="PlaceHolder 1"/>
          <p:cNvSpPr>
            <a:spLocks noGrp="1"/>
          </p:cNvSpPr>
          <p:nvPr>
            <p:ph type="sldNum" idx="26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55CBB75-A5C2-4E81-B765-493C22257B9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8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7" name="PlaceHolder 1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8" name="PlaceHolder 2"/>
          <p:cNvSpPr>
            <a:spLocks noGrp="1"/>
          </p:cNvSpPr>
          <p:nvPr>
            <p:ph type="sldNum" idx="263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C8F7C4F-A482-44FA-8116-815E72A1908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9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1" name="Google Shape;3477;g130e7787a26_1_507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2" name="Google Shape;3478;g130e7787a26_1_5075" descr="Google Shape;517;p2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3" name="Google Shape;3479;g130e7787a26_1_507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4" name="PlaceHolder 1"/>
          <p:cNvSpPr>
            <a:spLocks noGrp="1"/>
          </p:cNvSpPr>
          <p:nvPr>
            <p:ph type="sldNum" idx="26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5C1D618-C25A-498F-A56E-5786CCC0323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79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7" name="Google Shape;3482;g130e7787a26_1_508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8" name="Google Shape;3483;g130e7787a26_1_5080" descr="Google Shape;520;p2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9" name="Google Shape;3484;g130e7787a26_1_508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0" name="PlaceHolder 1"/>
          <p:cNvSpPr>
            <a:spLocks noGrp="1"/>
          </p:cNvSpPr>
          <p:nvPr>
            <p:ph type="sldNum" idx="26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26BDB50-F2DF-462F-BD60-E2DE8919B55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0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3" name="Google Shape;3487;g130e7787a26_1_508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4" name="Google Shape;3488;g130e7787a26_1_5085" descr="Google Shape;523;p2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5" name="Google Shape;3489;g130e7787a26_1_508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6" name="PlaceHolder 1"/>
          <p:cNvSpPr>
            <a:spLocks noGrp="1"/>
          </p:cNvSpPr>
          <p:nvPr>
            <p:ph type="sldNum" idx="26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F0CBC73-8C74-4775-9D3B-0163DAD11D3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0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9" name="Google Shape;3492;g130e7787a26_1_509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0" name="Google Shape;3493;g130e7787a26_1_5090" descr="Google Shape;526;p2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1" name="Google Shape;3494;g130e7787a26_1_509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2" name="PlaceHolder 1"/>
          <p:cNvSpPr>
            <a:spLocks noGrp="1"/>
          </p:cNvSpPr>
          <p:nvPr>
            <p:ph type="sldNum" idx="26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97208F5-5EF3-415B-AD3D-61287FBA2AB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1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5" name="Google Shape;3497;g130e7787a26_1_509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6" name="Google Shape;3498;g130e7787a26_1_5095" descr="Google Shape;529;p2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7" name="Google Shape;3499;g130e7787a26_1_509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8" name="PlaceHolder 1"/>
          <p:cNvSpPr>
            <a:spLocks noGrp="1"/>
          </p:cNvSpPr>
          <p:nvPr>
            <p:ph type="sldNum" idx="26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2788B3D-D6D0-465F-B435-E61ECCC7ACE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2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1" name="Google Shape;3502;g130e7787a26_1_510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2" name="Google Shape;3503;g130e7787a26_1_5100" descr="Google Shape;532;p2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3" name="Google Shape;3504;g130e7787a26_1_510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4" name="PlaceHolder 1"/>
          <p:cNvSpPr>
            <a:spLocks noGrp="1"/>
          </p:cNvSpPr>
          <p:nvPr>
            <p:ph type="sldNum" idx="26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CB806F3-6EFB-450D-ABEC-31B03DA2641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2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7" name="Google Shape;3507;g130e7787a26_1_510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8" name="Google Shape;3508;g130e7787a26_1_5105" descr="Google Shape;535;p2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9" name="Google Shape;3509;g130e7787a26_1_510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0" name="PlaceHolder 1"/>
          <p:cNvSpPr>
            <a:spLocks noGrp="1"/>
          </p:cNvSpPr>
          <p:nvPr>
            <p:ph type="sldNum" idx="27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BE65626-1B93-4BBF-9AE1-00282E05D9D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3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3" name="Google Shape;3512;g130e7787a26_1_511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4" name="Google Shape;3513;g130e7787a26_1_5110" descr="Google Shape;538;p3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5" name="Google Shape;3514;g130e7787a26_1_511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6" name="PlaceHolder 1"/>
          <p:cNvSpPr>
            <a:spLocks noGrp="1"/>
          </p:cNvSpPr>
          <p:nvPr>
            <p:ph type="sldNum" idx="27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E9F63F0-C58D-4845-88D6-A065E24CDB5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3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9" name="Google Shape;3517;g130e7787a26_1_511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0" name="Google Shape;3518;g130e7787a26_1_5115" descr="Google Shape;541;p3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1" name="Google Shape;3519;g130e7787a26_1_511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2" name="PlaceHolder 1"/>
          <p:cNvSpPr>
            <a:spLocks noGrp="1"/>
          </p:cNvSpPr>
          <p:nvPr>
            <p:ph type="sldNum" idx="27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5427ABD-CC67-40B2-9DE9-F366A259518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4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5" name="Google Shape;3522;g130e7787a26_1_512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6" name="Google Shape;3523;g130e7787a26_1_5120" descr="Google Shape;544;p3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7" name="Google Shape;3524;g130e7787a26_1_512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8" name="PlaceHolder 1"/>
          <p:cNvSpPr>
            <a:spLocks noGrp="1"/>
          </p:cNvSpPr>
          <p:nvPr>
            <p:ph type="sldNum" idx="27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96CBF5A-579B-4687-9A86-B5DC27BD339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5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1" name="PlaceHolder 1"/>
          <p:cNvSpPr>
            <a:spLocks noGrp="1"/>
          </p:cNvSpPr>
          <p:nvPr>
            <p:ph type="body"/>
          </p:nvPr>
        </p:nvSpPr>
        <p:spPr>
          <a:xfrm>
            <a:off x="452520" y="889920"/>
            <a:ext cx="3666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2" name="PlaceHolder 2"/>
          <p:cNvSpPr>
            <a:spLocks noGrp="1"/>
          </p:cNvSpPr>
          <p:nvPr>
            <p:ph type="body"/>
          </p:nvPr>
        </p:nvSpPr>
        <p:spPr>
          <a:xfrm>
            <a:off x="452520" y="1593360"/>
            <a:ext cx="3666960" cy="309600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3" name="PlaceHolder 3"/>
          <p:cNvSpPr>
            <a:spLocks noGrp="1"/>
          </p:cNvSpPr>
          <p:nvPr>
            <p:ph type="body"/>
          </p:nvPr>
        </p:nvSpPr>
        <p:spPr>
          <a:xfrm>
            <a:off x="4572000" y="-152640"/>
            <a:ext cx="4093560" cy="545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4" name="PlaceHolder 4"/>
          <p:cNvSpPr>
            <a:spLocks noGrp="1"/>
          </p:cNvSpPr>
          <p:nvPr>
            <p:ph type="title"/>
          </p:nvPr>
        </p:nvSpPr>
        <p:spPr>
          <a:xfrm>
            <a:off x="452520" y="404640"/>
            <a:ext cx="3666960" cy="537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62500" lnSpcReduction="19999"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5" name="PlaceHolder 5"/>
          <p:cNvSpPr>
            <a:spLocks noGrp="1"/>
          </p:cNvSpPr>
          <p:nvPr>
            <p:ph type="sldNum" idx="274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308A346-0C29-474E-9412-1001E41AEEE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5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8" name="Google Shape;3527;g130e7787a26_1_512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9" name="Google Shape;3528;g130e7787a26_1_5125" descr="Google Shape;547;p3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0" name="Google Shape;3529;g130e7787a26_1_512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1" name="PlaceHolder 1"/>
          <p:cNvSpPr>
            <a:spLocks noGrp="1"/>
          </p:cNvSpPr>
          <p:nvPr>
            <p:ph type="sldNum" idx="27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7C528A6-6715-4C73-9F46-3DCB11FA1CE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6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4" name="Google Shape;3532;g130e7787a26_1_513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5" name="Google Shape;3533;g130e7787a26_1_5130" descr="Google Shape;550;p3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6" name="Google Shape;3534;g130e7787a26_1_513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7" name="PlaceHolder 1"/>
          <p:cNvSpPr>
            <a:spLocks noGrp="1"/>
          </p:cNvSpPr>
          <p:nvPr>
            <p:ph type="sldNum" idx="27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89C4588-5DB4-4E0D-810B-84DF356B42E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6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0" name="Google Shape;3537;g130e7787a26_1_513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1" name="Google Shape;3538;g130e7787a26_1_5135" descr="Google Shape;553;p3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2" name="Google Shape;3539;g130e7787a26_1_513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3" name="PlaceHolder 1"/>
          <p:cNvSpPr>
            <a:spLocks noGrp="1"/>
          </p:cNvSpPr>
          <p:nvPr>
            <p:ph type="sldNum" idx="27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6BCF3CC-82F8-4AB1-8063-2B16B9B73F3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7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6" name="Google Shape;3542;g130e7787a26_1_514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7" name="Google Shape;3543;g130e7787a26_1_5140" descr="Google Shape;556;p3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8" name="Google Shape;3544;g130e7787a26_1_514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PlaceHolder 1"/>
          <p:cNvSpPr>
            <a:spLocks noGrp="1"/>
          </p:cNvSpPr>
          <p:nvPr>
            <p:ph type="sldNum" idx="27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25BA121-2BF3-4ECA-A505-0810AACE277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8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2" name="Google Shape;3547;g130e7787a26_1_514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3" name="Google Shape;3548;g130e7787a26_1_5145" descr="Google Shape;559;p3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4" name="Google Shape;3549;g130e7787a26_1_514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5" name="PlaceHolder 1"/>
          <p:cNvSpPr>
            <a:spLocks noGrp="1"/>
          </p:cNvSpPr>
          <p:nvPr>
            <p:ph type="sldNum" idx="27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7F8F329-7584-46ED-B803-FB07106550D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8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8" name="Google Shape;3552;g130e7787a26_1_515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9" name="Google Shape;3553;g130e7787a26_1_5150" descr="Google Shape;562;p3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0" name="Google Shape;3554;g130e7787a26_1_515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1" name="PlaceHolder 1"/>
          <p:cNvSpPr>
            <a:spLocks noGrp="1"/>
          </p:cNvSpPr>
          <p:nvPr>
            <p:ph type="sldNum" idx="28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8B59A41-F3FB-482A-BBD7-5B0F71EB593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9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4" name="Google Shape;3557;g130e7787a26_1_515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5" name="Google Shape;3558;g130e7787a26_1_5155" descr="Google Shape;565;p3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6" name="Google Shape;3559;g130e7787a26_1_515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7" name="PlaceHolder 1"/>
          <p:cNvSpPr>
            <a:spLocks noGrp="1"/>
          </p:cNvSpPr>
          <p:nvPr>
            <p:ph type="sldNum" idx="28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AB57833-52B1-4230-8992-06EED274BD6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89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0" name="Google Shape;3562;g130e7787a26_1_516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1" name="Google Shape;3563;g130e7787a26_1_5160" descr="Google Shape;568;p4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2" name="Google Shape;3564;g130e7787a26_1_516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3" name="PlaceHolder 1"/>
          <p:cNvSpPr>
            <a:spLocks noGrp="1"/>
          </p:cNvSpPr>
          <p:nvPr>
            <p:ph type="sldNum" idx="28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09219A2-C9F6-44BB-B578-5F4A6B202CD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0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6" name="Google Shape;3567;g130e7787a26_1_516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7" name="Google Shape;3568;g130e7787a26_1_5165" descr="Google Shape;571;p4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8" name="PlaceHolder 1"/>
          <p:cNvSpPr>
            <a:spLocks noGrp="1"/>
          </p:cNvSpPr>
          <p:nvPr>
            <p:ph type="sldNum" idx="28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A1807D0-2905-4633-B247-4DBAD338D53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1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1" name="Google Shape;3571;g130e7787a26_1_5169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2" name="Google Shape;3572;g130e7787a26_1_5169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13" name="Google Shape;3573;g130e7787a26_1_516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4" name="Google Shape;3574;g130e7787a26_1_5169" descr="Google Shape;575;p42"/>
          <p:cNvPicPr/>
          <p:nvPr/>
        </p:nvPicPr>
        <p:blipFill>
          <a:blip r:embed="rId2"/>
          <a:srcRect l="5591" t="6242" r="879" b="11375"/>
          <a:stretch/>
        </p:blipFill>
        <p:spPr>
          <a:xfrm>
            <a:off x="68400" y="0"/>
            <a:ext cx="9033480" cy="497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5" name="PlaceHolder 1"/>
          <p:cNvSpPr>
            <a:spLocks noGrp="1"/>
          </p:cNvSpPr>
          <p:nvPr>
            <p:ph type="sldNum" idx="28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591540E-4CA5-4AAE-ACB1-EE7BB2A5EF0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1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8" name="PlaceHolder 1"/>
          <p:cNvSpPr>
            <a:spLocks noGrp="1"/>
          </p:cNvSpPr>
          <p:nvPr>
            <p:ph type="title"/>
          </p:nvPr>
        </p:nvSpPr>
        <p:spPr>
          <a:xfrm>
            <a:off x="452520" y="170028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ctr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9" name="PlaceHolder 2"/>
          <p:cNvSpPr>
            <a:spLocks noGrp="1"/>
          </p:cNvSpPr>
          <p:nvPr>
            <p:ph type="sldNum" idx="285"/>
          </p:nvPr>
        </p:nvSpPr>
        <p:spPr>
          <a:xfrm>
            <a:off x="4500000" y="491688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E3C46BD-BA3B-4987-8DAD-3C170383F77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2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2" name="Google Shape;3577;g130e7787a26_1_517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3" name="Google Shape;3578;g130e7787a26_1_5175" descr="Google Shape;577;p43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4" name="Google Shape;3579;g130e7787a26_1_517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5" name="PlaceHolder 1"/>
          <p:cNvSpPr>
            <a:spLocks noGrp="1"/>
          </p:cNvSpPr>
          <p:nvPr>
            <p:ph type="sldNum" idx="28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90E7308-E9F8-4E8E-A94A-10F15B8F577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2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8" name="Google Shape;3582;g130e7787a26_1_518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9" name="Google Shape;3583;g130e7787a26_1_5180" descr="Google Shape;580;p4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0" name="Google Shape;3584;g130e7787a26_1_518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1" name="Google Shape;3585;g130e7787a26_1_5180"/>
          <p:cNvSpPr/>
          <p:nvPr/>
        </p:nvSpPr>
        <p:spPr>
          <a:xfrm>
            <a:off x="0" y="0"/>
            <a:ext cx="299952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2" name="PlaceHolder 1"/>
          <p:cNvSpPr>
            <a:spLocks noGrp="1"/>
          </p:cNvSpPr>
          <p:nvPr>
            <p:ph type="sldNum" idx="28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17395E6-D2F7-4C5B-B685-11FB946301A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3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5" name="Google Shape;3588;g130e7787a26_1_518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6" name="Google Shape;3589;g130e7787a26_1_518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37" name="Google Shape;3590;g130e7787a26_1_518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8" name="Google Shape;3591;g130e7787a26_1_5186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39" name="PlaceHolder 1"/>
          <p:cNvSpPr>
            <a:spLocks noGrp="1"/>
          </p:cNvSpPr>
          <p:nvPr>
            <p:ph type="sldNum" idx="28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B7A15C4-B551-4D84-8BC3-E7FAB1CF83C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4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2" name="Google Shape;3594;g130e7787a26_1_519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3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4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5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6200" cy="30477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6" name="Google Shape;3598;g130e7787a26_1_5192" descr="Google Shape;592;p4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7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8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9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0" name="PlaceHolder 7"/>
          <p:cNvSpPr>
            <a:spLocks noGrp="1"/>
          </p:cNvSpPr>
          <p:nvPr>
            <p:ph type="sldNum" idx="28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073A1DD-0DEF-48F0-973B-7D193A1CD93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5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3" name="Google Shape;3604;g130e7787a26_1_520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54" name="Google Shape;3605;g130e7787a26_1_5202"/>
          <p:cNvGrpSpPr/>
          <p:nvPr/>
        </p:nvGrpSpPr>
        <p:grpSpPr>
          <a:xfrm>
            <a:off x="6458040" y="0"/>
            <a:ext cx="2685600" cy="5143320"/>
            <a:chOff x="6458040" y="0"/>
            <a:chExt cx="2685600" cy="5143320"/>
          </a:xfrm>
        </p:grpSpPr>
        <p:sp>
          <p:nvSpPr>
            <p:cNvPr id="1955" name="Google Shape;3606;g130e7787a26_1_5202"/>
            <p:cNvSpPr/>
            <p:nvPr/>
          </p:nvSpPr>
          <p:spPr>
            <a:xfrm>
              <a:off x="6458040" y="0"/>
              <a:ext cx="268560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56" name="Google Shape;3607;g130e7787a26_1_5202"/>
            <p:cNvSpPr/>
            <p:nvPr/>
          </p:nvSpPr>
          <p:spPr>
            <a:xfrm>
              <a:off x="6483600" y="2400120"/>
              <a:ext cx="2634120" cy="34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957" name="Google Shape;3608;g130e7787a26_1_5202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1958" name="Google Shape;3609;g130e7787a26_1_5202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59" name="Google Shape;3610;g130e7787a26_1_5202"/>
            <p:cNvSpPr/>
            <p:nvPr/>
          </p:nvSpPr>
          <p:spPr>
            <a:xfrm>
              <a:off x="25560" y="2476440"/>
              <a:ext cx="6399720" cy="19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60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1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2" name="PlaceHolder 3"/>
          <p:cNvSpPr>
            <a:spLocks noGrp="1"/>
          </p:cNvSpPr>
          <p:nvPr>
            <p:ph type="sldNum" idx="29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1FD65E8-0847-4C13-B9AD-B3359092736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6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5" name="Google Shape;3615;g130e7787a26_1_521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6" name="Google Shape;3616;g130e7787a26_1_521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67" name="Google Shape;3617;g130e7787a26_1_521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68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9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0" name="Google Shape;3620;g130e7787a26_1_521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1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2" name="Google Shape;3622;g130e7787a26_1_521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3" name="Google Shape;3623;g130e7787a26_1_5213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4" name="PlaceHolder 4"/>
          <p:cNvSpPr>
            <a:spLocks noGrp="1"/>
          </p:cNvSpPr>
          <p:nvPr>
            <p:ph type="sldNum" idx="291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AC74A5C-3EAA-4872-ACF1-EFACB4239FFC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7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7" name="Google Shape;3626;g130e7787a26_1_522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8" name="Google Shape;3627;g130e7787a26_1_5224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79" name="Google Shape;3628;g130e7787a26_1_5224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0" name="Google Shape;3629;g130e7787a26_1_5224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1" name="Google Shape;3630;g130e7787a26_1_5224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2" name="Google Shape;3631;g130e7787a26_1_5224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3" name="Google Shape;3632;g130e7787a26_1_5224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4" name="Google Shape;3633;g130e7787a26_1_5224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5" name="Google Shape;3634;g130e7787a26_1_5224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6" name="Google Shape;3635;g130e7787a26_1_5224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7" name="Google Shape;3636;g130e7787a26_1_5224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8" name="Google Shape;3637;g130e7787a26_1_5224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8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0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1" name="Google Shape;3640;g130e7787a26_1_5224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2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3" name="Google Shape;3642;g130e7787a26_1_5224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4" name="Google Shape;3643;g130e7787a26_1_5224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5" name="PlaceHolder 4"/>
          <p:cNvSpPr>
            <a:spLocks noGrp="1"/>
          </p:cNvSpPr>
          <p:nvPr>
            <p:ph type="sldNum" idx="292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DFE5433-42F8-4432-98D3-680FFF44EF65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99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8" name="Google Shape;3646;g130e7787a26_1_524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9" name="Google Shape;3647;g130e7787a26_1_5244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00" name="Google Shape;3648;g130e7787a26_1_5244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01" name="Google Shape;3649;g130e7787a26_1_5244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2" name="Google Shape;3650;g130e7787a26_1_5244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3" name="Google Shape;3651;g130e7787a26_1_5244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4" name="Google Shape;3652;g130e7787a26_1_5244" descr="Google Shape;636;p50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5" name="PlaceHolder 1"/>
          <p:cNvSpPr>
            <a:spLocks noGrp="1"/>
          </p:cNvSpPr>
          <p:nvPr>
            <p:ph type="sldNum" idx="293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E602446-D8CF-48CD-A284-0FE6557D774B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0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8" name="Google Shape;3655;g130e7787a26_1_525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9" name="Google Shape;3656;g130e7787a26_1_5253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10" name="Google Shape;3657;g130e7787a26_1_525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11" name="Google Shape;3658;g130e7787a26_1_525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2" name="Google Shape;3659;g130e7787a26_1_525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3" name="Google Shape;3660;g130e7787a26_1_5253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4" name="PlaceHolder 1"/>
          <p:cNvSpPr>
            <a:spLocks noGrp="1"/>
          </p:cNvSpPr>
          <p:nvPr>
            <p:ph type="sldNum" idx="294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98E8DF8-4AAE-4E2B-8487-754A3F82D1DC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1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7" name="Google Shape;3663;g130e7787a26_1_526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8" name="Google Shape;3664;g130e7787a26_1_526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19" name="Google Shape;3665;g130e7787a26_1_526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0" name="PlaceHolder 1"/>
          <p:cNvSpPr>
            <a:spLocks noGrp="1"/>
          </p:cNvSpPr>
          <p:nvPr>
            <p:ph type="sldNum" idx="29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8B67BE4-6A70-44C4-8E78-63D54BEFEEC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2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3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4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5" name="PlaceHolder 3"/>
          <p:cNvSpPr>
            <a:spLocks noGrp="1"/>
          </p:cNvSpPr>
          <p:nvPr>
            <p:ph type="sldNum" idx="296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1134186-C6CF-4CA7-B4D7-4208B6F2D24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2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8" name="Google Shape;3668;g130e7787a26_1_526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9" name="Google Shape;3669;g130e7787a26_1_526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30" name="Google Shape;3670;g130e7787a26_1_526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1" name="PlaceHolder 1"/>
          <p:cNvSpPr>
            <a:spLocks noGrp="1"/>
          </p:cNvSpPr>
          <p:nvPr>
            <p:ph type="sldNum" idx="29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218CFA4-9E37-4F99-99C0-134F1632849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3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4" name="Google Shape;3673;g130e7787a26_1_527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5" name="Google Shape;3674;g130e7787a26_1_527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36" name="PlaceHolder 1"/>
          <p:cNvSpPr>
            <a:spLocks noGrp="1"/>
          </p:cNvSpPr>
          <p:nvPr>
            <p:ph type="sldNum" idx="29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ED898B1-2C10-42E7-899C-D26507CEF07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3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9" name="Google Shape;3677;g130e7787a26_1_527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40" name="Google Shape;3678;g130e7787a26_1_5275"/>
          <p:cNvGrpSpPr/>
          <p:nvPr/>
        </p:nvGrpSpPr>
        <p:grpSpPr>
          <a:xfrm>
            <a:off x="6458040" y="0"/>
            <a:ext cx="2685960" cy="5143320"/>
            <a:chOff x="6458040" y="0"/>
            <a:chExt cx="2685960" cy="5143320"/>
          </a:xfrm>
        </p:grpSpPr>
        <p:sp>
          <p:nvSpPr>
            <p:cNvPr id="2041" name="Google Shape;3679;g130e7787a26_1_5275"/>
            <p:cNvSpPr/>
            <p:nvPr/>
          </p:nvSpPr>
          <p:spPr>
            <a:xfrm>
              <a:off x="6458040" y="0"/>
              <a:ext cx="268596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42" name="Google Shape;3680;g130e7787a26_1_5275"/>
            <p:cNvSpPr/>
            <p:nvPr/>
          </p:nvSpPr>
          <p:spPr>
            <a:xfrm>
              <a:off x="6483600" y="2400120"/>
              <a:ext cx="2634480" cy="34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43" name="Google Shape;3681;g130e7787a26_1_5275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2044" name="Google Shape;3682;g130e7787a26_1_5275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45" name="Google Shape;3683;g130e7787a26_1_5275"/>
            <p:cNvSpPr/>
            <p:nvPr/>
          </p:nvSpPr>
          <p:spPr>
            <a:xfrm>
              <a:off x="25560" y="2476440"/>
              <a:ext cx="6399720" cy="19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46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7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8" name="PlaceHolder 3"/>
          <p:cNvSpPr>
            <a:spLocks noGrp="1"/>
          </p:cNvSpPr>
          <p:nvPr>
            <p:ph type="sldNum" idx="29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D0C4A58-7B2A-40D1-A025-9E71D47B5DF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5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1" name="Google Shape;3688;g130e7787a26_1_528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2" name="Google Shape;3689;g130e7787a26_1_528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53" name="Google Shape;3690;g130e7787a26_1_528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4" name="Google Shape;3691;g130e7787a26_1_5286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55" name="PlaceHolder 1"/>
          <p:cNvSpPr>
            <a:spLocks noGrp="1"/>
          </p:cNvSpPr>
          <p:nvPr>
            <p:ph type="sldNum" idx="30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F8C70F9-431A-4CB1-B063-6C3036C469E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5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8" name="Google Shape;3694;g130e7787a26_1_529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9" name="Google Shape;3695;g130e7787a26_1_5292" descr="Google Shape;669;g1172c77faa7_2_531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0" name="Google Shape;3696;g130e7787a26_1_529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1" name="PlaceHolder 1"/>
          <p:cNvSpPr>
            <a:spLocks noGrp="1"/>
          </p:cNvSpPr>
          <p:nvPr>
            <p:ph type="sldNum" idx="30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A137D02-B207-4D41-A4A0-E9287B4D20B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6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4" name="Google Shape;3699;g130e7787a26_1_529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5" name="Google Shape;3700;g130e7787a26_1_5297" descr="Google Shape;672;g1172c77faa7_2_53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6" name="Google Shape;3701;g130e7787a26_1_529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7" name="PlaceHolder 1"/>
          <p:cNvSpPr>
            <a:spLocks noGrp="1"/>
          </p:cNvSpPr>
          <p:nvPr>
            <p:ph type="sldNum" idx="30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2625C9C-1687-4C75-8C5D-B4839BB75CF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6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0" name="Google Shape;3704;g130e7787a26_1_530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1" name="Google Shape;3705;g130e7787a26_1_5302" descr="Google Shape;675;g1172c77faa7_2_53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2" name="Google Shape;3706;g130e7787a26_1_530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3" name="PlaceHolder 1"/>
          <p:cNvSpPr>
            <a:spLocks noGrp="1"/>
          </p:cNvSpPr>
          <p:nvPr>
            <p:ph type="sldNum" idx="30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68ABDCA-6898-4F8D-AEEB-8714867B8B7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7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6" name="Google Shape;3709;g130e7787a26_1_530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7" name="Google Shape;3710;g130e7787a26_1_5307" descr="Google Shape;678;g1172c77faa7_2_54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8" name="Google Shape;3711;g130e7787a26_1_530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9" name="PlaceHolder 1"/>
          <p:cNvSpPr>
            <a:spLocks noGrp="1"/>
          </p:cNvSpPr>
          <p:nvPr>
            <p:ph type="sldNum" idx="30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4694CA8-1081-41C1-AB65-5DC67956B3C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8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2" name="Google Shape;3714;g130e7787a26_1_531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3" name="Google Shape;3715;g130e7787a26_1_5312" descr="Google Shape;681;g1172c77faa7_2_54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4" name="Google Shape;3716;g130e7787a26_1_531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5" name="PlaceHolder 1"/>
          <p:cNvSpPr>
            <a:spLocks noGrp="1"/>
          </p:cNvSpPr>
          <p:nvPr>
            <p:ph type="sldNum" idx="30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1AB584C-51FD-4D23-9B75-9106DDFB3F0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8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8" name="Google Shape;3719;g130e7787a26_1_531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9" name="Google Shape;3720;g130e7787a26_1_5317" descr="Google Shape;684;g1172c77faa7_2_54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0" name="Google Shape;3721;g130e7787a26_1_531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1" name="PlaceHolder 1"/>
          <p:cNvSpPr>
            <a:spLocks noGrp="1"/>
          </p:cNvSpPr>
          <p:nvPr>
            <p:ph type="sldNum" idx="30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0F87C47-0E66-4F92-96F1-01BFFD73974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9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4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5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6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7" name="PlaceHolder 4"/>
          <p:cNvSpPr>
            <a:spLocks noGrp="1"/>
          </p:cNvSpPr>
          <p:nvPr>
            <p:ph type="sldNum" idx="307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16BFA60-FC12-4EF5-A3AC-817904A66D3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09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0" name="Google Shape;3724;g130e7787a26_1_532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1" name="Google Shape;3725;g130e7787a26_1_5322" descr="Google Shape;687;g1172c77faa7_2_54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2" name="Google Shape;3726;g130e7787a26_1_532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3" name="PlaceHolder 1"/>
          <p:cNvSpPr>
            <a:spLocks noGrp="1"/>
          </p:cNvSpPr>
          <p:nvPr>
            <p:ph type="sldNum" idx="30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DC2AE53-799E-457E-89C0-8C1A7AC01A2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0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6" name="Google Shape;3729;g130e7787a26_1_532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7" name="Google Shape;3730;g130e7787a26_1_5327" descr="Google Shape;690;g1172c77faa7_2_55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8" name="Google Shape;3731;g130e7787a26_1_532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9" name="PlaceHolder 1"/>
          <p:cNvSpPr>
            <a:spLocks noGrp="1"/>
          </p:cNvSpPr>
          <p:nvPr>
            <p:ph type="sldNum" idx="30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E131AAB-0810-4FB0-A6D4-D161F10668D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1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2" name="Google Shape;3734;g130e7787a26_1_533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3" name="Google Shape;3735;g130e7787a26_1_5332" descr="Google Shape;693;g1172c77faa7_2_55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4" name="Google Shape;3736;g130e7787a26_1_533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5" name="PlaceHolder 1"/>
          <p:cNvSpPr>
            <a:spLocks noGrp="1"/>
          </p:cNvSpPr>
          <p:nvPr>
            <p:ph type="sldNum" idx="31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1C9117C-3E7E-4379-A3F3-FB8F68A6312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1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8" name="Google Shape;3739;g130e7787a26_1_533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9" name="Google Shape;3740;g130e7787a26_1_5337" descr="Google Shape;696;g1172c77faa7_2_55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0" name="Google Shape;3741;g130e7787a26_1_533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1" name="PlaceHolder 1"/>
          <p:cNvSpPr>
            <a:spLocks noGrp="1"/>
          </p:cNvSpPr>
          <p:nvPr>
            <p:ph type="sldNum" idx="31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DF987D5-706C-427A-911E-7FAAF880C27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2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4" name="Google Shape;3744;g130e7787a26_1_534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5" name="Google Shape;3745;g130e7787a26_1_5342" descr="Google Shape;699;g1172c77faa7_2_56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6" name="Google Shape;3746;g130e7787a26_1_534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7" name="PlaceHolder 1"/>
          <p:cNvSpPr>
            <a:spLocks noGrp="1"/>
          </p:cNvSpPr>
          <p:nvPr>
            <p:ph type="sldNum" idx="31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169DB3B-D321-4889-8E3C-F2A84DCA05B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2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0" name="Google Shape;3749;g130e7787a26_1_534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1" name="Google Shape;3750;g130e7787a26_1_5347" descr="Google Shape;702;g1172c77faa7_2_56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2" name="Google Shape;3751;g130e7787a26_1_534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3" name="PlaceHolder 1"/>
          <p:cNvSpPr>
            <a:spLocks noGrp="1"/>
          </p:cNvSpPr>
          <p:nvPr>
            <p:ph type="sldNum" idx="31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A22304A-524C-45F9-BE24-99A392ADD8D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3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6" name="Google Shape;3754;g130e7787a26_1_535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7" name="Google Shape;3755;g130e7787a26_1_5352" descr="Google Shape;705;g1172c77faa7_2_56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8" name="Google Shape;3756;g130e7787a26_1_535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9" name="PlaceHolder 1"/>
          <p:cNvSpPr>
            <a:spLocks noGrp="1"/>
          </p:cNvSpPr>
          <p:nvPr>
            <p:ph type="sldNum" idx="31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D95523D-BCC6-4C9D-BFCB-C225A674CAD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4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2" name="Google Shape;3759;g130e7787a26_1_535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3" name="Google Shape;3760;g130e7787a26_1_5357" descr="Google Shape;708;g1172c77faa7_2_57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4" name="Google Shape;3761;g130e7787a26_1_535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5" name="PlaceHolder 1"/>
          <p:cNvSpPr>
            <a:spLocks noGrp="1"/>
          </p:cNvSpPr>
          <p:nvPr>
            <p:ph type="sldNum" idx="31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F20229F-0B19-41B8-96D5-DB831417DA9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4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8" name="Google Shape;3764;g130e7787a26_1_536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9" name="Google Shape;3765;g130e7787a26_1_5362" descr="Google Shape;711;g1172c77faa7_2_57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0" name="Google Shape;3766;g130e7787a26_1_536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1" name="PlaceHolder 1"/>
          <p:cNvSpPr>
            <a:spLocks noGrp="1"/>
          </p:cNvSpPr>
          <p:nvPr>
            <p:ph type="sldNum" idx="31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1801197-71F2-42EF-9109-9341A3BD360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5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4" name="Google Shape;3769;g130e7787a26_1_536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55" name="Google Shape;3770;g130e7787a26_1_5367" descr="Google Shape;714;g1172c77faa7_2_57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6" name="Google Shape;3771;g130e7787a26_1_536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7" name="PlaceHolder 1"/>
          <p:cNvSpPr>
            <a:spLocks noGrp="1"/>
          </p:cNvSpPr>
          <p:nvPr>
            <p:ph type="sldNum" idx="31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C687937-260C-4733-BCAB-D63A2454FF7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5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0" name="PlaceHolder 1"/>
          <p:cNvSpPr>
            <a:spLocks noGrp="1"/>
          </p:cNvSpPr>
          <p:nvPr>
            <p:ph type="body"/>
          </p:nvPr>
        </p:nvSpPr>
        <p:spPr>
          <a:xfrm>
            <a:off x="452520" y="1845360"/>
            <a:ext cx="8238960" cy="145260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1" name="PlaceHolder 2"/>
          <p:cNvSpPr>
            <a:spLocks noGrp="1"/>
          </p:cNvSpPr>
          <p:nvPr>
            <p:ph type="sldNum" idx="318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BF5DBFB-7904-43B4-BE72-1F2D3F255F1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6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4" name="Google Shape;3774;g130e7787a26_1_537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5" name="Google Shape;3775;g130e7787a26_1_5372" descr="Google Shape;717;g1172c77faa7_2_57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6" name="Google Shape;3776;g130e7787a26_1_537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7" name="PlaceHolder 1"/>
          <p:cNvSpPr>
            <a:spLocks noGrp="1"/>
          </p:cNvSpPr>
          <p:nvPr>
            <p:ph type="sldNum" idx="31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FEB7A56-E37C-4E03-8E9C-B6F7ADB08E1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6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0" name="Google Shape;3779;g130e7787a26_1_537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1" name="Google Shape;3780;g130e7787a26_1_5377" descr="Google Shape;720;g1172c77faa7_2_58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2" name="Google Shape;3781;g130e7787a26_1_537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3" name="PlaceHolder 1"/>
          <p:cNvSpPr>
            <a:spLocks noGrp="1"/>
          </p:cNvSpPr>
          <p:nvPr>
            <p:ph type="sldNum" idx="32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1990AE4-FCA3-4EED-A9ED-EFC7B38897F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7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6" name="Google Shape;3784;g130e7787a26_1_538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7" name="Google Shape;3785;g130e7787a26_1_5382" descr="Google Shape;723;g1172c77faa7_2_58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8" name="Google Shape;3786;g130e7787a26_1_538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9" name="PlaceHolder 1"/>
          <p:cNvSpPr>
            <a:spLocks noGrp="1"/>
          </p:cNvSpPr>
          <p:nvPr>
            <p:ph type="sldNum" idx="32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D2F0C77-B63E-443B-B848-93B837C81A4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8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2" name="Google Shape;3789;g130e7787a26_1_538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3" name="Google Shape;3790;g130e7787a26_1_5387" descr="Google Shape;726;g1172c77faa7_2_58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4" name="Google Shape;3791;g130e7787a26_1_538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5" name="PlaceHolder 1"/>
          <p:cNvSpPr>
            <a:spLocks noGrp="1"/>
          </p:cNvSpPr>
          <p:nvPr>
            <p:ph type="sldNum" idx="32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E625A3A-3989-408A-BD5E-75ADC4DA4CC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8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8" name="Google Shape;3794;g130e7787a26_1_539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89" name="Google Shape;3795;g130e7787a26_1_5392" descr="Google Shape;729;g1172c77faa7_2_59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0" name="Google Shape;3796;g130e7787a26_1_539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1" name="PlaceHolder 1"/>
          <p:cNvSpPr>
            <a:spLocks noGrp="1"/>
          </p:cNvSpPr>
          <p:nvPr>
            <p:ph type="sldNum" idx="32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A5481DB-F907-4B04-8431-2929249CB39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9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4" name="Google Shape;3799;g130e7787a26_1_539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5" name="Google Shape;3800;g130e7787a26_1_5397" descr="Google Shape;732;g1172c77faa7_2_59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6" name="PlaceHolder 1"/>
          <p:cNvSpPr>
            <a:spLocks noGrp="1"/>
          </p:cNvSpPr>
          <p:nvPr>
            <p:ph type="sldNum" idx="32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3252534-249C-4E3B-8F9E-DF9253A7620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19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9" name="Google Shape;3803;g130e7787a26_1_540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0" name="Google Shape;3804;g130e7787a26_1_5401" descr="Google Shape;734;g1172c77faa7_2_596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1" name="Google Shape;3805;g130e7787a26_1_540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2" name="PlaceHolder 1"/>
          <p:cNvSpPr>
            <a:spLocks noGrp="1"/>
          </p:cNvSpPr>
          <p:nvPr>
            <p:ph type="sldNum" idx="32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E8940D9-14F6-4AEF-A9EB-70935E4D3D0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0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5" name="Google Shape;3808;g130e7787a26_1_540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6" name="Google Shape;3809;g130e7787a26_1_5406" descr="Google Shape;737;g1172c77faa7_2_59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7" name="Google Shape;3810;g130e7787a26_1_540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8" name="Google Shape;3811;g130e7787a26_1_5406"/>
          <p:cNvSpPr/>
          <p:nvPr/>
        </p:nvSpPr>
        <p:spPr>
          <a:xfrm>
            <a:off x="0" y="0"/>
            <a:ext cx="299952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9" name="PlaceHolder 1"/>
          <p:cNvSpPr>
            <a:spLocks noGrp="1"/>
          </p:cNvSpPr>
          <p:nvPr>
            <p:ph type="sldNum" idx="32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AB9DEF9-58CE-4E85-A92B-EA10C8CD048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1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2" name="Google Shape;3814;g130e7787a26_1_541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3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b">
            <a:normAutofit fontScale="92500" lnSpcReduction="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4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5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5840" cy="304776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6" name="Google Shape;3818;g130e7787a26_1_5412" descr="Google Shape;745;g1172c77faa7_2_603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7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8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9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0" name="PlaceHolder 7"/>
          <p:cNvSpPr>
            <a:spLocks noGrp="1"/>
          </p:cNvSpPr>
          <p:nvPr>
            <p:ph type="sldNum" idx="32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ADECDA0-666A-45F0-AED0-8EE82673553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2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3" name="Google Shape;3824;g130e7787a26_1_542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4" name="Google Shape;3825;g130e7787a26_1_542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25" name="Google Shape;3826;g130e7787a26_1_542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26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7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8" name="Google Shape;3829;g130e7787a26_1_5422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9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0" name="Google Shape;3831;g130e7787a26_1_5422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1" name="Google Shape;3832;g130e7787a26_1_5422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2" name="PlaceHolder 4"/>
          <p:cNvSpPr>
            <a:spLocks noGrp="1"/>
          </p:cNvSpPr>
          <p:nvPr>
            <p:ph type="sldNum" idx="328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9ECEAADA-328B-4CFD-A079-1FF4ADC46742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3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5" name="PlaceHolder 1"/>
          <p:cNvSpPr>
            <a:spLocks noGrp="1"/>
          </p:cNvSpPr>
          <p:nvPr>
            <p:ph type="body"/>
          </p:nvPr>
        </p:nvSpPr>
        <p:spPr>
          <a:xfrm>
            <a:off x="452520" y="403560"/>
            <a:ext cx="8238960" cy="27151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6" name="PlaceHolder 2"/>
          <p:cNvSpPr>
            <a:spLocks noGrp="1"/>
          </p:cNvSpPr>
          <p:nvPr>
            <p:ph type="body"/>
          </p:nvPr>
        </p:nvSpPr>
        <p:spPr>
          <a:xfrm>
            <a:off x="452520" y="309816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7" name="PlaceHolder 3"/>
          <p:cNvSpPr>
            <a:spLocks noGrp="1"/>
          </p:cNvSpPr>
          <p:nvPr>
            <p:ph type="sldNum" idx="329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FB0DBD5-9575-4AF2-8B30-6EAE45E96F3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3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0" name="Google Shape;3835;g130e7787a26_1_543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1" name="Google Shape;3836;g130e7787a26_1_5433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2" name="Google Shape;3837;g130e7787a26_1_5433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3" name="Google Shape;3838;g130e7787a26_1_5433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4" name="Google Shape;3839;g130e7787a26_1_5433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5" name="Google Shape;3840;g130e7787a26_1_5433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6" name="Google Shape;3841;g130e7787a26_1_5433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7" name="Google Shape;3842;g130e7787a26_1_5433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8" name="Google Shape;3843;g130e7787a26_1_5433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49" name="Google Shape;3844;g130e7787a26_1_5433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50" name="Google Shape;3845;g130e7787a26_1_543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51" name="Google Shape;3846;g130e7787a26_1_543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52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3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4" name="Google Shape;3849;g130e7787a26_1_543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5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6" name="Google Shape;3851;g130e7787a26_1_543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7" name="Google Shape;3852;g130e7787a26_1_5433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8" name="PlaceHolder 4"/>
          <p:cNvSpPr>
            <a:spLocks noGrp="1"/>
          </p:cNvSpPr>
          <p:nvPr>
            <p:ph type="sldNum" idx="330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045CC70-5358-4AF9-866F-EFC1DD80DE60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6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1" name="Google Shape;3855;g130e7787a26_1_545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2" name="Google Shape;3856;g130e7787a26_1_545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63" name="Google Shape;3857;g130e7787a26_1_545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64" name="Google Shape;3858;g130e7787a26_1_545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5" name="Google Shape;3859;g130e7787a26_1_545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6" name="Google Shape;3860;g130e7787a26_1_5453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7" name="Google Shape;3861;g130e7787a26_1_5453" descr="Google Shape;784;g1172c77faa7_2_641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8" name="PlaceHolder 1"/>
          <p:cNvSpPr>
            <a:spLocks noGrp="1"/>
          </p:cNvSpPr>
          <p:nvPr>
            <p:ph type="sldNum" idx="331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A24F952-899E-40A8-A518-D77B17CDE715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7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1" name="Google Shape;3864;g130e7787a26_1_546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2" name="Google Shape;3865;g130e7787a26_1_5462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73" name="Google Shape;3866;g130e7787a26_1_546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74" name="Google Shape;3867;g130e7787a26_1_5462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5" name="Google Shape;3868;g130e7787a26_1_5462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6" name="Google Shape;3869;g130e7787a26_1_546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7" name="PlaceHolder 1"/>
          <p:cNvSpPr>
            <a:spLocks noGrp="1"/>
          </p:cNvSpPr>
          <p:nvPr>
            <p:ph type="sldNum" idx="332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9C1A4E2-4630-4BA2-AD2C-7370815C7B98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7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0" name="Google Shape;3872;g130e7787a26_1_547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81" name="Google Shape;3873;g130e7787a26_1_5470"/>
          <p:cNvCxnSpPr/>
          <p:nvPr/>
        </p:nvCxnSpPr>
        <p:spPr>
          <a:xfrm flipV="1">
            <a:off x="7164000" y="617760"/>
            <a:ext cx="1980000" cy="1008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2282" name="Google Shape;3874;g130e7787a26_1_5470"/>
          <p:cNvSpPr/>
          <p:nvPr/>
        </p:nvSpPr>
        <p:spPr>
          <a:xfrm>
            <a:off x="8280000" y="123480"/>
            <a:ext cx="863640" cy="503640"/>
          </a:xfrm>
          <a:prstGeom prst="rect">
            <a:avLst/>
          </a:prstGeom>
          <a:solidFill>
            <a:srgbClr val="009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24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83" name="PlaceHolder 1"/>
          <p:cNvSpPr>
            <a:spLocks noGrp="1"/>
          </p:cNvSpPr>
          <p:nvPr>
            <p:ph type="sldNum" idx="333"/>
          </p:nvPr>
        </p:nvSpPr>
        <p:spPr>
          <a:xfrm>
            <a:off x="8599320" y="267480"/>
            <a:ext cx="261360" cy="1954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717A006-9772-4AEA-8B0D-F0594A5E1E6D}" type="slidenum">
              <a: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&lt;number&gt;</a:t>
            </a:fld>
            <a:endParaRPr b="0" lang="ru-RU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84" name="Google Shape;3876;g130e7787a26_1_5470" descr="Google Shape;797;g1172c77faa7_2_656"/>
          <p:cNvPicPr/>
          <p:nvPr/>
        </p:nvPicPr>
        <p:blipFill>
          <a:blip r:embed="rId2"/>
          <a:stretch/>
        </p:blipFill>
        <p:spPr>
          <a:xfrm>
            <a:off x="7164360" y="299520"/>
            <a:ext cx="1007640" cy="151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8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7" name="Google Shape;3878;g130e7787a26_1_547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8" name="PlaceHolder 1"/>
          <p:cNvSpPr>
            <a:spLocks noGrp="1"/>
          </p:cNvSpPr>
          <p:nvPr>
            <p:ph type="sldNum" idx="33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5A949A8-3D9A-4691-AC6C-0F71A9D06B6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9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1" name="Google Shape;3881;g130e7787a26_1_5479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2" name="Google Shape;3882;g130e7787a26_1_5479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93" name="Google Shape;3883;g130e7787a26_1_547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4" name="PlaceHolder 1"/>
          <p:cNvSpPr>
            <a:spLocks noGrp="1"/>
          </p:cNvSpPr>
          <p:nvPr>
            <p:ph type="sldNum" idx="33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19D89A6-C23A-45B0-B45B-89BEB8B8339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9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7" name="Google Shape;3886;g130e7787a26_1_548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8" name="Google Shape;3887;g130e7787a26_1_5484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99" name="Google Shape;3888;g130e7787a26_1_548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0" name="PlaceHolder 1"/>
          <p:cNvSpPr>
            <a:spLocks noGrp="1"/>
          </p:cNvSpPr>
          <p:nvPr>
            <p:ph type="sldNum" idx="33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C064AD0-DF16-4D15-AF25-706B2E44D8A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0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3" name="Google Shape;3891;g130e7787a26_1_5489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4" name="Google Shape;3892;g130e7787a26_1_5489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05" name="Google Shape;3893;g130e7787a26_1_548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6" name="Google Shape;3894;g130e7787a26_1_5489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07" name="PlaceHolder 1"/>
          <p:cNvSpPr>
            <a:spLocks noGrp="1"/>
          </p:cNvSpPr>
          <p:nvPr>
            <p:ph type="sldNum" idx="33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FA5BFC4-F1C9-4BC7-B542-CF01E2C652C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0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0" name="Google Shape;3897;g130e7787a26_1_549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1" name="Google Shape;3898;g130e7787a26_1_549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12" name="Google Shape;3899;g130e7787a26_1_549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3" name="Google Shape;3900;g130e7787a26_1_5495" descr="Google Shape;818;g11b39afd45e_0_180"/>
          <p:cNvPicPr/>
          <p:nvPr/>
        </p:nvPicPr>
        <p:blipFill>
          <a:blip r:embed="rId2"/>
          <a:srcRect l="5591" t="6242" r="879" b="11375"/>
          <a:stretch/>
        </p:blipFill>
        <p:spPr>
          <a:xfrm>
            <a:off x="68400" y="0"/>
            <a:ext cx="9033480" cy="497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PlaceHolder 1"/>
          <p:cNvSpPr>
            <a:spLocks noGrp="1"/>
          </p:cNvSpPr>
          <p:nvPr>
            <p:ph type="sldNum" idx="33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5C8652C-CA1C-438B-94AF-E80CEE2318D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1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7" name="Google Shape;3903;g130e7787a26_1_550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8" name="Google Shape;3904;g130e7787a26_1_5501" descr="Google Shape;820;g11b39afd45e_0_18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9" name="Google Shape;3905;g130e7787a26_1_550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0" name="PlaceHolder 1"/>
          <p:cNvSpPr>
            <a:spLocks noGrp="1"/>
          </p:cNvSpPr>
          <p:nvPr>
            <p:ph type="sldNum" idx="33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4094951-27A3-409E-B8A6-951EE0BCC82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2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3" name="PlaceHolder 1"/>
          <p:cNvSpPr>
            <a:spLocks noGrp="1"/>
          </p:cNvSpPr>
          <p:nvPr>
            <p:ph type="body"/>
          </p:nvPr>
        </p:nvSpPr>
        <p:spPr>
          <a:xfrm>
            <a:off x="911160" y="4003200"/>
            <a:ext cx="7574760" cy="23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4" name="PlaceHolder 2"/>
          <p:cNvSpPr>
            <a:spLocks noGrp="1"/>
          </p:cNvSpPr>
          <p:nvPr>
            <p:ph type="body"/>
          </p:nvPr>
        </p:nvSpPr>
        <p:spPr>
          <a:xfrm>
            <a:off x="657720" y="1852560"/>
            <a:ext cx="7828200" cy="14385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5" name="PlaceHolder 3"/>
          <p:cNvSpPr>
            <a:spLocks noGrp="1"/>
          </p:cNvSpPr>
          <p:nvPr>
            <p:ph type="sldNum" idx="340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3C4CA1E-9596-4FB9-99EE-A87362B8B56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2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8" name="Google Shape;3908;g130e7787a26_1_550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9" name="Google Shape;3909;g130e7787a26_1_5506" descr="Google Shape;823;g11b39afd45e_0_18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0" name="Google Shape;3910;g130e7787a26_1_550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1" name="PlaceHolder 1"/>
          <p:cNvSpPr>
            <a:spLocks noGrp="1"/>
          </p:cNvSpPr>
          <p:nvPr>
            <p:ph type="sldNum" idx="34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7A5B49B-C107-4582-9FEE-C5D34D30CC3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3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4" name="Google Shape;3913;g130e7787a26_1_551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5" name="Google Shape;3914;g130e7787a26_1_5511" descr="Google Shape;826;g11b39afd45e_0_19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6" name="Google Shape;3915;g130e7787a26_1_551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7" name="PlaceHolder 1"/>
          <p:cNvSpPr>
            <a:spLocks noGrp="1"/>
          </p:cNvSpPr>
          <p:nvPr>
            <p:ph type="sldNum" idx="34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609E553-3BCD-459E-AE8C-406DD055BFB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3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0" name="Google Shape;3918;g130e7787a26_1_551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41" name="Google Shape;3919;g130e7787a26_1_5516" descr="Google Shape;829;g11b39afd45e_0_19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2" name="Google Shape;3920;g130e7787a26_1_551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3" name="PlaceHolder 1"/>
          <p:cNvSpPr>
            <a:spLocks noGrp="1"/>
          </p:cNvSpPr>
          <p:nvPr>
            <p:ph type="sldNum" idx="34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B42571B-0A44-4EF1-96FF-CE1C2675746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4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6" name="Google Shape;3923;g130e7787a26_1_552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47" name="Google Shape;3924;g130e7787a26_1_5521" descr="Google Shape;832;g11b39afd45e_0_19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8" name="Google Shape;3925;g130e7787a26_1_552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9" name="PlaceHolder 1"/>
          <p:cNvSpPr>
            <a:spLocks noGrp="1"/>
          </p:cNvSpPr>
          <p:nvPr>
            <p:ph type="sldNum" idx="34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AA4AA25-A80B-4848-A4FF-25FE31562DA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5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2" name="Google Shape;3928;g130e7787a26_1_552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3" name="Google Shape;3929;g130e7787a26_1_5526" descr="Google Shape;835;g11b39afd45e_0_19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4" name="Google Shape;3930;g130e7787a26_1_552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5" name="PlaceHolder 1"/>
          <p:cNvSpPr>
            <a:spLocks noGrp="1"/>
          </p:cNvSpPr>
          <p:nvPr>
            <p:ph type="sldNum" idx="34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5820179-EE76-4F1E-8A4D-FA51642E56A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5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8" name="Google Shape;3933;g130e7787a26_1_553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9" name="Google Shape;3934;g130e7787a26_1_5531" descr="Google Shape;838;g11b39afd45e_0_20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0" name="Google Shape;3935;g130e7787a26_1_553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1" name="PlaceHolder 1"/>
          <p:cNvSpPr>
            <a:spLocks noGrp="1"/>
          </p:cNvSpPr>
          <p:nvPr>
            <p:ph type="sldNum" idx="34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E07D308-A147-4B09-9BD5-119A4458ED6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6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4" name="Google Shape;3938;g130e7787a26_1_553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65" name="Google Shape;3939;g130e7787a26_1_5536" descr="Google Shape;841;g11b39afd45e_0_20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6" name="Google Shape;3940;g130e7787a26_1_553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7" name="PlaceHolder 1"/>
          <p:cNvSpPr>
            <a:spLocks noGrp="1"/>
          </p:cNvSpPr>
          <p:nvPr>
            <p:ph type="sldNum" idx="34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EC1F602-10C4-4EAA-A408-4ACC9B20D98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6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0" name="Google Shape;3943;g130e7787a26_1_554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1" name="Google Shape;3944;g130e7787a26_1_5541" descr="Google Shape;844;g11b39afd45e_0_20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2" name="Google Shape;3945;g130e7787a26_1_554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3" name="PlaceHolder 1"/>
          <p:cNvSpPr>
            <a:spLocks noGrp="1"/>
          </p:cNvSpPr>
          <p:nvPr>
            <p:ph type="sldNum" idx="34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B54E688-758F-4B6D-8A21-6A1FE311FEF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7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6" name="Google Shape;3948;g130e7787a26_1_554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7" name="Google Shape;3949;g130e7787a26_1_5546" descr="Google Shape;847;g11b39afd45e_0_21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8" name="Google Shape;3950;g130e7787a26_1_554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9" name="PlaceHolder 1"/>
          <p:cNvSpPr>
            <a:spLocks noGrp="1"/>
          </p:cNvSpPr>
          <p:nvPr>
            <p:ph type="sldNum" idx="34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C54A620-0A2D-43DF-9C88-46FFB5D8B9B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8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2" name="Google Shape;3953;g130e7787a26_1_555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83" name="Google Shape;3954;g130e7787a26_1_5551" descr="Google Shape;850;g11b39afd45e_0_21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4" name="Google Shape;3955;g130e7787a26_1_555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5" name="PlaceHolder 1"/>
          <p:cNvSpPr>
            <a:spLocks noGrp="1"/>
          </p:cNvSpPr>
          <p:nvPr>
            <p:ph type="sldNum" idx="35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D195131-5C3C-45C1-8CAD-37884302F53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8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8" name="PlaceHolder 1"/>
          <p:cNvSpPr>
            <a:spLocks noGrp="1"/>
          </p:cNvSpPr>
          <p:nvPr>
            <p:ph type="body"/>
          </p:nvPr>
        </p:nvSpPr>
        <p:spPr>
          <a:xfrm>
            <a:off x="5910120" y="380880"/>
            <a:ext cx="2789280" cy="22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9" name="PlaceHolder 2"/>
          <p:cNvSpPr>
            <a:spLocks noGrp="1"/>
          </p:cNvSpPr>
          <p:nvPr>
            <p:ph type="body"/>
          </p:nvPr>
        </p:nvSpPr>
        <p:spPr>
          <a:xfrm>
            <a:off x="5062680" y="1491840"/>
            <a:ext cx="3914280" cy="455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0" name="PlaceHolder 3"/>
          <p:cNvSpPr>
            <a:spLocks noGrp="1"/>
          </p:cNvSpPr>
          <p:nvPr>
            <p:ph type="body"/>
          </p:nvPr>
        </p:nvSpPr>
        <p:spPr>
          <a:xfrm>
            <a:off x="-52560" y="185760"/>
            <a:ext cx="6229080" cy="467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1" name="PlaceHolder 4"/>
          <p:cNvSpPr>
            <a:spLocks noGrp="1"/>
          </p:cNvSpPr>
          <p:nvPr>
            <p:ph type="sldNum" idx="351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E500C34-EEA7-499F-98F7-8C77D7BBDA8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9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4" name="Google Shape;3958;g130e7787a26_1_555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5" name="Google Shape;3959;g130e7787a26_1_5556" descr="Google Shape;853;g11b39afd45e_0_21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6" name="Google Shape;3960;g130e7787a26_1_555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7" name="PlaceHolder 1"/>
          <p:cNvSpPr>
            <a:spLocks noGrp="1"/>
          </p:cNvSpPr>
          <p:nvPr>
            <p:ph type="sldNum" idx="35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5583C3E-C1E4-41E1-B4F9-74A8D6D414B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39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0" name="Google Shape;3963;g130e7787a26_1_556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1" name="Google Shape;3964;g130e7787a26_1_5561" descr="Google Shape;856;g11b39afd45e_0_22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2" name="Google Shape;3965;g130e7787a26_1_556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3" name="PlaceHolder 1"/>
          <p:cNvSpPr>
            <a:spLocks noGrp="1"/>
          </p:cNvSpPr>
          <p:nvPr>
            <p:ph type="sldNum" idx="35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DBCB141-0809-4352-87BD-CEDF6BA9ECC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0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6" name="Google Shape;3968;g130e7787a26_1_556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7" name="Google Shape;3969;g130e7787a26_1_5566" descr="Google Shape;859;g11b39afd45e_0_22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8" name="Google Shape;3970;g130e7787a26_1_556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9" name="PlaceHolder 1"/>
          <p:cNvSpPr>
            <a:spLocks noGrp="1"/>
          </p:cNvSpPr>
          <p:nvPr>
            <p:ph type="sldNum" idx="35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0DD0D93-9185-44C5-97AE-35C967DE373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1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2" name="Google Shape;3973;g130e7787a26_1_557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3" name="Google Shape;3974;g130e7787a26_1_5571" descr="Google Shape;862;g11b39afd45e_0_22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4" name="Google Shape;3975;g130e7787a26_1_557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5" name="PlaceHolder 1"/>
          <p:cNvSpPr>
            <a:spLocks noGrp="1"/>
          </p:cNvSpPr>
          <p:nvPr>
            <p:ph type="sldNum" idx="35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F956EC5-63ED-4FAB-85C6-7B56C621424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1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8" name="Google Shape;3978;g130e7787a26_1_557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9" name="Google Shape;3979;g130e7787a26_1_5576" descr="Google Shape;865;g11b39afd45e_0_22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0" name="Google Shape;3980;g130e7787a26_1_557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1" name="PlaceHolder 1"/>
          <p:cNvSpPr>
            <a:spLocks noGrp="1"/>
          </p:cNvSpPr>
          <p:nvPr>
            <p:ph type="sldNum" idx="35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2B0C608-94B9-4BA1-B6A4-06E6D6FC1E3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2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4" name="Google Shape;3983;g130e7787a26_1_558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25" name="Google Shape;3984;g130e7787a26_1_5581" descr="Google Shape;868;g11b39afd45e_0_23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6" name="Google Shape;3985;g130e7787a26_1_558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7" name="PlaceHolder 1"/>
          <p:cNvSpPr>
            <a:spLocks noGrp="1"/>
          </p:cNvSpPr>
          <p:nvPr>
            <p:ph type="sldNum" idx="35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88D3C4A-E88F-406C-B020-7195161BB38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2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0" name="Google Shape;3988;g130e7787a26_1_558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1" name="Google Shape;3989;g130e7787a26_1_5586" descr="Google Shape;871;g11b39afd45e_0_23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2" name="Google Shape;3990;g130e7787a26_1_558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3" name="PlaceHolder 1"/>
          <p:cNvSpPr>
            <a:spLocks noGrp="1"/>
          </p:cNvSpPr>
          <p:nvPr>
            <p:ph type="sldNum" idx="35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2911508-9E32-45A8-9B86-E5C76626C53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3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6" name="Google Shape;3993;g130e7787a26_1_559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7" name="Google Shape;3994;g130e7787a26_1_5591" descr="Google Shape;874;g11b39afd45e_0_23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8" name="Google Shape;3995;g130e7787a26_1_559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9" name="PlaceHolder 1"/>
          <p:cNvSpPr>
            <a:spLocks noGrp="1"/>
          </p:cNvSpPr>
          <p:nvPr>
            <p:ph type="sldNum" idx="35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C577C9A-1D8A-4615-8B0C-6F7F9C738BC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4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2" name="Google Shape;3998;g130e7787a26_1_559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3" name="Google Shape;3999;g130e7787a26_1_5596" descr="Google Shape;877;g11b39afd45e_0_24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4" name="Google Shape;4000;g130e7787a26_1_559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5" name="PlaceHolder 1"/>
          <p:cNvSpPr>
            <a:spLocks noGrp="1"/>
          </p:cNvSpPr>
          <p:nvPr>
            <p:ph type="sldNum" idx="36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647D8A7-10B2-4C98-B394-FA814E55CE9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4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8" name="Google Shape;4003;g130e7787a26_1_560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9" name="Google Shape;4004;g130e7787a26_1_5601" descr="Google Shape;880;g11b39afd45e_0_24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0" name="Google Shape;4005;g130e7787a26_1_560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1" name="PlaceHolder 1"/>
          <p:cNvSpPr>
            <a:spLocks noGrp="1"/>
          </p:cNvSpPr>
          <p:nvPr>
            <p:ph type="sldNum" idx="36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0EEDA61-95C7-40AC-A4B0-2430BFDAE3C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5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4" name="PlaceHolder 1"/>
          <p:cNvSpPr>
            <a:spLocks noGrp="1"/>
          </p:cNvSpPr>
          <p:nvPr>
            <p:ph type="body"/>
          </p:nvPr>
        </p:nvSpPr>
        <p:spPr>
          <a:xfrm>
            <a:off x="-500040" y="-2071800"/>
            <a:ext cx="10143720" cy="811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5" name="PlaceHolder 2"/>
          <p:cNvSpPr>
            <a:spLocks noGrp="1"/>
          </p:cNvSpPr>
          <p:nvPr>
            <p:ph type="sldNum" idx="362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6ED8830-FCE9-4E7F-BFF6-81304BE5FC21}" type="slidenum">
              <a: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5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8" name="Google Shape;4008;g130e7787a26_1_560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9" name="Google Shape;4009;g130e7787a26_1_5606" descr="Google Shape;883;g11b39afd45e_0_24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0" name="PlaceHolder 1"/>
          <p:cNvSpPr>
            <a:spLocks noGrp="1"/>
          </p:cNvSpPr>
          <p:nvPr>
            <p:ph type="sldNum" idx="36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8A269FD-299A-4ED1-99F5-6EF520CE5CC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6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3" name="Google Shape;4012;g130e7787a26_1_561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4" name="Google Shape;4013;g130e7787a26_1_5610" descr="Google Shape;885;g11b39afd45e_0_249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5" name="Google Shape;4014;g130e7787a26_1_561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6" name="PlaceHolder 1"/>
          <p:cNvSpPr>
            <a:spLocks noGrp="1"/>
          </p:cNvSpPr>
          <p:nvPr>
            <p:ph type="sldNum" idx="36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CA40FBF-16F8-43FA-AFF9-7B7CA418371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6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9" name="Google Shape;4017;g130e7787a26_1_561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0" name="Google Shape;4018;g130e7787a26_1_5615" descr="Google Shape;888;g11b39afd45e_0_25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1" name="Google Shape;4019;g130e7787a26_1_561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2" name="Google Shape;4020;g130e7787a26_1_5615"/>
          <p:cNvSpPr/>
          <p:nvPr/>
        </p:nvSpPr>
        <p:spPr>
          <a:xfrm>
            <a:off x="0" y="0"/>
            <a:ext cx="299952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3" name="PlaceHolder 1"/>
          <p:cNvSpPr>
            <a:spLocks noGrp="1"/>
          </p:cNvSpPr>
          <p:nvPr>
            <p:ph type="sldNum" idx="36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2B2DF94-F366-4D6F-B7FB-A982AE10912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7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6" name="Google Shape;4023;g130e7787a26_1_562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7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8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9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6200" cy="30477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80" name="Google Shape;4027;g130e7787a26_1_5621" descr="Google Shape;896;g11b39afd45e_0_25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1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2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3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4" name="PlaceHolder 7"/>
          <p:cNvSpPr>
            <a:spLocks noGrp="1"/>
          </p:cNvSpPr>
          <p:nvPr>
            <p:ph type="sldNum" idx="36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5A1B219-5694-4FED-A2E1-F477B5235AC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8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7" name="Google Shape;4033;g130e7787a26_1_563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88" name="Google Shape;4034;g130e7787a26_1_5631"/>
          <p:cNvGrpSpPr/>
          <p:nvPr/>
        </p:nvGrpSpPr>
        <p:grpSpPr>
          <a:xfrm>
            <a:off x="6458040" y="0"/>
            <a:ext cx="2685600" cy="5143320"/>
            <a:chOff x="6458040" y="0"/>
            <a:chExt cx="2685600" cy="5143320"/>
          </a:xfrm>
        </p:grpSpPr>
        <p:sp>
          <p:nvSpPr>
            <p:cNvPr id="2489" name="Google Shape;4035;g130e7787a26_1_5631"/>
            <p:cNvSpPr/>
            <p:nvPr/>
          </p:nvSpPr>
          <p:spPr>
            <a:xfrm>
              <a:off x="6458040" y="0"/>
              <a:ext cx="268560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90" name="Google Shape;4036;g130e7787a26_1_5631"/>
            <p:cNvSpPr/>
            <p:nvPr/>
          </p:nvSpPr>
          <p:spPr>
            <a:xfrm>
              <a:off x="6483600" y="2400120"/>
              <a:ext cx="2634120" cy="34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491" name="Google Shape;4037;g130e7787a26_1_5631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2492" name="Google Shape;4038;g130e7787a26_1_5631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93" name="Google Shape;4039;g130e7787a26_1_5631"/>
            <p:cNvSpPr/>
            <p:nvPr/>
          </p:nvSpPr>
          <p:spPr>
            <a:xfrm>
              <a:off x="25560" y="2476440"/>
              <a:ext cx="6399720" cy="19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94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5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6" name="PlaceHolder 3"/>
          <p:cNvSpPr>
            <a:spLocks noGrp="1"/>
          </p:cNvSpPr>
          <p:nvPr>
            <p:ph type="sldNum" idx="36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76F87B2-336B-4264-BC05-297AAEE78CD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9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9" name="Google Shape;4044;g130e7787a26_1_564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0" name="Google Shape;4045;g130e7787a26_1_564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01" name="Google Shape;4046;g130e7787a26_1_564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02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3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4" name="Google Shape;4049;g130e7787a26_1_5642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5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6" name="Google Shape;4051;g130e7787a26_1_5642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7" name="Google Shape;4052;g130e7787a26_1_5642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8" name="PlaceHolder 4"/>
          <p:cNvSpPr>
            <a:spLocks noGrp="1"/>
          </p:cNvSpPr>
          <p:nvPr>
            <p:ph type="sldNum" idx="368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0BF489F-3D5C-4560-948E-9BA7F46D94B0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1" name="Google Shape;4055;g130e7787a26_1_565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2" name="Google Shape;4056;g130e7787a26_1_5653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3" name="Google Shape;4057;g130e7787a26_1_5653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4" name="Google Shape;4058;g130e7787a26_1_5653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5" name="Google Shape;4059;g130e7787a26_1_5653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6" name="Google Shape;4060;g130e7787a26_1_5653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7" name="Google Shape;4061;g130e7787a26_1_5653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8" name="Google Shape;4062;g130e7787a26_1_5653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19" name="Google Shape;4063;g130e7787a26_1_5653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20" name="Google Shape;4064;g130e7787a26_1_5653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21" name="Google Shape;4065;g130e7787a26_1_565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22" name="Google Shape;4066;g130e7787a26_1_565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23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4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5" name="Google Shape;4069;g130e7787a26_1_565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7" name="Google Shape;4071;g130e7787a26_1_565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8" name="Google Shape;4072;g130e7787a26_1_5653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4"/>
          <p:cNvSpPr>
            <a:spLocks noGrp="1"/>
          </p:cNvSpPr>
          <p:nvPr>
            <p:ph type="sldNum" idx="369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92C0E50-801B-4F43-8898-CC20F5B1DF81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3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Google Shape;4075;g130e7787a26_1_567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3" name="Google Shape;4076;g130e7787a26_1_567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34" name="Google Shape;4077;g130e7787a26_1_567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35" name="Google Shape;4078;g130e7787a26_1_567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6" name="Google Shape;4079;g130e7787a26_1_567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7" name="Google Shape;4080;g130e7787a26_1_5673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8" name="Google Shape;4081;g130e7787a26_1_5673" descr="Google Shape;940;g11b39afd45e_0_299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9" name="PlaceHolder 1"/>
          <p:cNvSpPr>
            <a:spLocks noGrp="1"/>
          </p:cNvSpPr>
          <p:nvPr>
            <p:ph type="sldNum" idx="370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A84D2E4-C74D-4354-8E7F-E2C83E826F6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4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2" name="Google Shape;4084;g130e7787a26_1_568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3" name="Google Shape;4085;g130e7787a26_1_5682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44" name="Google Shape;4086;g130e7787a26_1_568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45" name="Google Shape;4087;g130e7787a26_1_5682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6" name="Google Shape;4088;g130e7787a26_1_5682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Google Shape;4089;g130e7787a26_1_568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8" name="PlaceHolder 1"/>
          <p:cNvSpPr>
            <a:spLocks noGrp="1"/>
          </p:cNvSpPr>
          <p:nvPr>
            <p:ph type="sldNum" idx="371"/>
          </p:nvPr>
        </p:nvSpPr>
        <p:spPr>
          <a:xfrm>
            <a:off x="5463720" y="482148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E7129FC-A1E9-4E63-99B4-D103A37A1FE2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5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1" name="Google Shape;4092;g130e7787a26_1_569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2" name="Google Shape;4093;g130e7787a26_1_5690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53" name="Google Shape;4094;g130e7787a26_1_569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4" name="PlaceHolder 1"/>
          <p:cNvSpPr>
            <a:spLocks noGrp="1"/>
          </p:cNvSpPr>
          <p:nvPr>
            <p:ph type="sldNum" idx="37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29D7B6A-E2BA-42B9-ADD6-BCAF3AA87E1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5" name="Google Shape;2899;g130e7787a26_1_4497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56" name="Google Shape;2900;g130e7787a26_1_449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7" name="PlaceHolder 1"/>
          <p:cNvSpPr>
            <a:spLocks noGrp="1"/>
          </p:cNvSpPr>
          <p:nvPr>
            <p:ph type="sldNum" idx="37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46DB12B-45CC-4D73-8212-1C64DB1F851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5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0" name="Google Shape;2983;g130e7787a26_1_4581"/>
          <p:cNvSpPr/>
          <p:nvPr/>
        </p:nvSpPr>
        <p:spPr>
          <a:xfrm>
            <a:off x="8256960" y="4690080"/>
            <a:ext cx="254520" cy="254520"/>
          </a:xfrm>
          <a:prstGeom prst="ellipse">
            <a:avLst/>
          </a:prstGeom>
          <a:solidFill>
            <a:srgbClr val="00af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2561" name="Google Shape;2984;g130e7787a26_1_4581"/>
          <p:cNvCxnSpPr/>
          <p:nvPr/>
        </p:nvCxnSpPr>
        <p:spPr>
          <a:xfrm flipH="1">
            <a:off x="1464480" y="4818600"/>
            <a:ext cx="6652440" cy="360"/>
          </a:xfrm>
          <a:prstGeom prst="straightConnector1">
            <a:avLst/>
          </a:prstGeom>
          <a:ln w="19050">
            <a:solidFill>
              <a:srgbClr val="00afd2"/>
            </a:solidFill>
            <a:miter/>
          </a:ln>
        </p:spPr>
      </p:cxnSp>
      <p:sp>
        <p:nvSpPr>
          <p:cNvPr id="2562" name="Google Shape;2985;g130e7787a26_1_4581"/>
          <p:cNvSpPr/>
          <p:nvPr/>
        </p:nvSpPr>
        <p:spPr>
          <a:xfrm>
            <a:off x="630000" y="4739760"/>
            <a:ext cx="8892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00afd2"/>
                </a:solidFill>
                <a:effectLst/>
                <a:uFillTx/>
                <a:latin typeface="Helvetica Neue"/>
                <a:ea typeface="Helvetica Neue"/>
              </a:rPr>
              <a:t>Business </a:t>
            </a:r>
            <a:r>
              <a:rPr b="0" lang="ru" sz="800" strike="noStrike" u="none">
                <a:solidFill>
                  <a:srgbClr val="050a19"/>
                </a:solidFill>
                <a:effectLst/>
                <a:uFillTx/>
                <a:latin typeface="Helvetica Neue"/>
                <a:ea typeface="Helvetica Neue"/>
              </a:rPr>
              <a:t>Plan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3" name="PlaceHolder 1"/>
          <p:cNvSpPr>
            <a:spLocks noGrp="1"/>
          </p:cNvSpPr>
          <p:nvPr>
            <p:ph type="body"/>
          </p:nvPr>
        </p:nvSpPr>
        <p:spPr>
          <a:xfrm>
            <a:off x="628560" y="685080"/>
            <a:ext cx="7886520" cy="18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4" name="PlaceHolder 2"/>
          <p:cNvSpPr>
            <a:spLocks noGrp="1"/>
          </p:cNvSpPr>
          <p:nvPr>
            <p:ph type="title"/>
          </p:nvPr>
        </p:nvSpPr>
        <p:spPr>
          <a:xfrm>
            <a:off x="625680" y="187920"/>
            <a:ext cx="7891920" cy="5252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374"/>
          </p:nvPr>
        </p:nvSpPr>
        <p:spPr>
          <a:xfrm>
            <a:off x="8305560" y="4721040"/>
            <a:ext cx="157320" cy="150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23F2EC4-4410-48EE-96BA-449C68A5C0F1}" type="slidenum">
              <a: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6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Google Shape;4097;g130e7787a26_1_569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9" name="Google Shape;4098;g130e7787a26_1_5695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70" name="PlaceHolder 1"/>
          <p:cNvSpPr>
            <a:spLocks noGrp="1"/>
          </p:cNvSpPr>
          <p:nvPr>
            <p:ph type="sldNum" idx="37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F925EEF-B5DF-460D-A9DF-054ED1B3373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7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3" name="Google Shape;4101;g130e7787a26_1_5699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Google Shape;4102;g130e7787a26_1_5699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75" name="Google Shape;4103;g130e7787a26_1_569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6" name="PlaceHolder 1"/>
          <p:cNvSpPr>
            <a:spLocks noGrp="1"/>
          </p:cNvSpPr>
          <p:nvPr>
            <p:ph type="sldNum" idx="37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6BCE30F-D92F-445E-A757-FD5923D81F3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7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9" name="Google Shape;4106;g130e7787a26_1_570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Google Shape;4107;g130e7787a26_1_5704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81" name="Google Shape;4108;g130e7787a26_1_570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2" name="Google Shape;4109;g130e7787a26_1_5704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83" name="PlaceHolder 1"/>
          <p:cNvSpPr>
            <a:spLocks noGrp="1"/>
          </p:cNvSpPr>
          <p:nvPr>
            <p:ph type="sldNum" idx="37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3D34814-E38E-41D4-8286-F1E45114FE2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8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Google Shape;4112;g130e7787a26_1_571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7" name="Google Shape;4113;g130e7787a26_1_5710" descr="Google Shape;968;g11b39afd45e_0_82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8" name="Google Shape;4114;g130e7787a26_1_571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1"/>
          <p:cNvSpPr>
            <a:spLocks noGrp="1"/>
          </p:cNvSpPr>
          <p:nvPr>
            <p:ph type="sldNum" idx="37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CDD5631-DD71-4EA4-8B99-501159317E5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9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Google Shape;4117;g130e7787a26_1_571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3" name="Google Shape;4118;g130e7787a26_1_5715" descr="Google Shape;971;g11b39afd45e_0_82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4" name="Google Shape;4119;g130e7787a26_1_571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1"/>
          <p:cNvSpPr>
            <a:spLocks noGrp="1"/>
          </p:cNvSpPr>
          <p:nvPr>
            <p:ph type="sldNum" idx="37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81BC5F6-EBA3-4C19-9DB8-21559D16EE1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59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Google Shape;4122;g130e7787a26_1_572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9" name="Google Shape;4123;g130e7787a26_1_5720" descr="Google Shape;974;g11b39afd45e_0_83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0" name="Google Shape;4124;g130e7787a26_1_572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1"/>
          <p:cNvSpPr>
            <a:spLocks noGrp="1"/>
          </p:cNvSpPr>
          <p:nvPr>
            <p:ph type="sldNum" idx="38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3512417-67EA-4F26-933B-3857BD26278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0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Google Shape;4127;g130e7787a26_1_572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5" name="Google Shape;4128;g130e7787a26_1_5725" descr="Google Shape;977;g11b39afd45e_0_83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6" name="Google Shape;4129;g130e7787a26_1_572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1"/>
          <p:cNvSpPr>
            <a:spLocks noGrp="1"/>
          </p:cNvSpPr>
          <p:nvPr>
            <p:ph type="sldNum" idx="38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8112780-639B-4086-978F-D40A594E52C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0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Google Shape;4132;g130e7787a26_1_573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11" name="Google Shape;4133;g130e7787a26_1_5730" descr="Google Shape;980;g11b39afd45e_0_836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2" name="Google Shape;4134;g130e7787a26_1_573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1"/>
          <p:cNvSpPr>
            <a:spLocks noGrp="1"/>
          </p:cNvSpPr>
          <p:nvPr>
            <p:ph type="sldNum" idx="38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4EA8706-9697-44B6-9EAA-B0ED4FBC9C9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1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Google Shape;4137;g130e7787a26_1_573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17" name="Google Shape;4138;g130e7787a26_1_5735" descr="Google Shape;983;g11b39afd45e_0_83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8" name="Google Shape;4139;g130e7787a26_1_573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1"/>
          <p:cNvSpPr>
            <a:spLocks noGrp="1"/>
          </p:cNvSpPr>
          <p:nvPr>
            <p:ph type="sldNum" idx="38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DAE5E4C-89A3-4220-947C-11364ACF5EB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2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Google Shape;4142;g130e7787a26_1_574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23" name="Google Shape;4143;g130e7787a26_1_5740" descr="Google Shape;986;g11b39afd45e_0_84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4" name="Google Shape;4144;g130e7787a26_1_574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1"/>
          <p:cNvSpPr>
            <a:spLocks noGrp="1"/>
          </p:cNvSpPr>
          <p:nvPr>
            <p:ph type="sldNum" idx="38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C5BC750-9E0F-417C-93AF-CF8CEA67C35A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2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1"/>
          <p:cNvSpPr>
            <a:spLocks noGrp="1"/>
          </p:cNvSpPr>
          <p:nvPr>
            <p:ph type="body"/>
          </p:nvPr>
        </p:nvSpPr>
        <p:spPr>
          <a:xfrm>
            <a:off x="757080" y="784080"/>
            <a:ext cx="77576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9" name="PlaceHolder 2"/>
          <p:cNvSpPr>
            <a:spLocks noGrp="1"/>
          </p:cNvSpPr>
          <p:nvPr>
            <p:ph type="title"/>
          </p:nvPr>
        </p:nvSpPr>
        <p:spPr>
          <a:xfrm>
            <a:off x="757080" y="271440"/>
            <a:ext cx="77576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3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30" name="Google Shape;2992;g130e7787a26_1_4588"/>
          <p:cNvCxnSpPr/>
          <p:nvPr/>
        </p:nvCxnSpPr>
        <p:spPr>
          <a:xfrm>
            <a:off x="645840" y="342720"/>
            <a:ext cx="360" cy="60768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cxnSp>
        <p:nvCxnSpPr>
          <p:cNvPr id="2631" name="Google Shape;2993;g130e7787a26_1_4588"/>
          <p:cNvCxnSpPr/>
          <p:nvPr/>
        </p:nvCxnSpPr>
        <p:spPr>
          <a:xfrm>
            <a:off x="8497800" y="4800600"/>
            <a:ext cx="360" cy="14940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sp>
        <p:nvSpPr>
          <p:cNvPr id="2632" name="PlaceHolder 3"/>
          <p:cNvSpPr>
            <a:spLocks noGrp="1"/>
          </p:cNvSpPr>
          <p:nvPr>
            <p:ph type="sldNum" idx="385"/>
          </p:nvPr>
        </p:nvSpPr>
        <p:spPr>
          <a:xfrm>
            <a:off x="8291880" y="4795920"/>
            <a:ext cx="129600" cy="13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979BB5-ADFD-419D-8B0B-6F205E27FE11}" type="slidenum">
              <a: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3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5" name="Google Shape;4147;g130e7787a26_1_574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6" name="Google Shape;4148;g130e7787a26_1_5745" descr="Google Shape;989;g11b39afd45e_0_84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7" name="Google Shape;4149;g130e7787a26_1_574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8" name="PlaceHolder 1"/>
          <p:cNvSpPr>
            <a:spLocks noGrp="1"/>
          </p:cNvSpPr>
          <p:nvPr>
            <p:ph type="sldNum" idx="38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1B2A00A-D3E3-44E5-9682-ED767BF2BA7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4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1" name="Google Shape;4152;g130e7787a26_1_575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2" name="Google Shape;4153;g130e7787a26_1_5750" descr="Google Shape;992;g11b39afd45e_0_84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3" name="Google Shape;4154;g130e7787a26_1_575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4" name="PlaceHolder 1"/>
          <p:cNvSpPr>
            <a:spLocks noGrp="1"/>
          </p:cNvSpPr>
          <p:nvPr>
            <p:ph type="sldNum" idx="38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21061EE-B332-4221-BD68-88E4C95D837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4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7" name="Google Shape;4157;g130e7787a26_1_575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8" name="Google Shape;4158;g130e7787a26_1_5755" descr="Google Shape;995;g11b39afd45e_0_85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Google Shape;4159;g130e7787a26_1_575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0" name="PlaceHolder 1"/>
          <p:cNvSpPr>
            <a:spLocks noGrp="1"/>
          </p:cNvSpPr>
          <p:nvPr>
            <p:ph type="sldNum" idx="38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FE8A57F-0187-4F9B-A009-B27FBC025AE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5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3" name="Google Shape;4162;g130e7787a26_1_576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4" name="Google Shape;4163;g130e7787a26_1_5760" descr="Google Shape;998;g11b39afd45e_0_85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5" name="Google Shape;4164;g130e7787a26_1_576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6" name="PlaceHolder 1"/>
          <p:cNvSpPr>
            <a:spLocks noGrp="1"/>
          </p:cNvSpPr>
          <p:nvPr>
            <p:ph type="sldNum" idx="38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0E833EF-F4B6-4447-9434-4DDF12E56F5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5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9" name="Google Shape;4167;g130e7787a26_1_576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0" name="Google Shape;4168;g130e7787a26_1_5765" descr="Google Shape;1001;g11b39afd45e_0_85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1" name="Google Shape;4169;g130e7787a26_1_576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2" name="PlaceHolder 1"/>
          <p:cNvSpPr>
            <a:spLocks noGrp="1"/>
          </p:cNvSpPr>
          <p:nvPr>
            <p:ph type="sldNum" idx="39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DF99EA4-E9D9-4CBA-80E2-EDAF999ABB6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6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5" name="Google Shape;4172;g130e7787a26_1_577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6" name="Google Shape;4173;g130e7787a26_1_5770" descr="Google Shape;1004;g11b39afd45e_0_86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7" name="Google Shape;4174;g130e7787a26_1_577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8" name="PlaceHolder 1"/>
          <p:cNvSpPr>
            <a:spLocks noGrp="1"/>
          </p:cNvSpPr>
          <p:nvPr>
            <p:ph type="sldNum" idx="39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46C12BF-8E6E-4628-951D-BB361E4F2F9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7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1" name="Google Shape;4177;g130e7787a26_1_577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2" name="Google Shape;4178;g130e7787a26_1_5775" descr="Google Shape;1007;g11b39afd45e_0_86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3" name="Google Shape;4179;g130e7787a26_1_577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4" name="PlaceHolder 1"/>
          <p:cNvSpPr>
            <a:spLocks noGrp="1"/>
          </p:cNvSpPr>
          <p:nvPr>
            <p:ph type="sldNum" idx="39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3170E58-1250-4AE0-898B-E5DB1575F21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7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7" name="Google Shape;4182;g130e7787a26_1_578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8" name="Google Shape;4183;g130e7787a26_1_5780" descr="Google Shape;1010;g11b39afd45e_0_86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9" name="Google Shape;4184;g130e7787a26_1_578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0" name="PlaceHolder 1"/>
          <p:cNvSpPr>
            <a:spLocks noGrp="1"/>
          </p:cNvSpPr>
          <p:nvPr>
            <p:ph type="sldNum" idx="39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26BDA67-F990-4E1B-9C2A-EDBD3E5E642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8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3" name="Google Shape;4187;g130e7787a26_1_578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4" name="Google Shape;4188;g130e7787a26_1_5785" descr="Google Shape;1013;g11b39afd45e_0_86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5" name="Google Shape;4189;g130e7787a26_1_578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6" name="PlaceHolder 1"/>
          <p:cNvSpPr>
            <a:spLocks noGrp="1"/>
          </p:cNvSpPr>
          <p:nvPr>
            <p:ph type="sldNum" idx="39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AA39943-B3D5-4C99-8975-F2EFF0BAEC3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8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9" name="Google Shape;4192;g130e7787a26_1_579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0" name="Google Shape;4193;g130e7787a26_1_5790" descr="Google Shape;1016;g11b39afd45e_0_87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1" name="Google Shape;4194;g130e7787a26_1_579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2" name="PlaceHolder 1"/>
          <p:cNvSpPr>
            <a:spLocks noGrp="1"/>
          </p:cNvSpPr>
          <p:nvPr>
            <p:ph type="sldNum" idx="39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2E1CEC6-7AD3-4C3B-BC1F-3F48B1C85B5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69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95" name="Google Shape;2996;g130e7787a26_1_4594"/>
          <p:cNvGrpSpPr/>
          <p:nvPr/>
        </p:nvGrpSpPr>
        <p:grpSpPr>
          <a:xfrm>
            <a:off x="413640" y="4518000"/>
            <a:ext cx="1565280" cy="309240"/>
            <a:chOff x="413640" y="4518000"/>
            <a:chExt cx="1565280" cy="309240"/>
          </a:xfrm>
        </p:grpSpPr>
        <p:sp>
          <p:nvSpPr>
            <p:cNvPr id="2696" name="Google Shape;2997;g130e7787a26_1_4594"/>
            <p:cNvSpPr/>
            <p:nvPr/>
          </p:nvSpPr>
          <p:spPr>
            <a:xfrm>
              <a:off x="413640" y="4518000"/>
              <a:ext cx="1565280" cy="22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" rIns="10800" tIns="10800" bIns="1080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df797d"/>
                  </a:solidFill>
                  <a:effectLst/>
                  <a:uFillTx/>
                  <a:latin typeface="Open Sans SemiBold"/>
                  <a:ea typeface="Open Sans SemiBold"/>
                </a:rPr>
                <a:t>Business Plan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7" name="Google Shape;2998;g130e7787a26_1_4594"/>
            <p:cNvSpPr/>
            <p:nvPr/>
          </p:nvSpPr>
          <p:spPr>
            <a:xfrm>
              <a:off x="413640" y="4708800"/>
              <a:ext cx="1079280" cy="1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2960" rIns="12960" tIns="12960" bIns="1296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98" name="PlaceHolder 1"/>
          <p:cNvSpPr>
            <a:spLocks noGrp="1"/>
          </p:cNvSpPr>
          <p:nvPr>
            <p:ph type="sldNum" idx="396"/>
          </p:nvPr>
        </p:nvSpPr>
        <p:spPr>
          <a:xfrm>
            <a:off x="8624520" y="4686480"/>
            <a:ext cx="150120" cy="20448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spAutoFit/>
          </a:bodyPr>
          <a:lstStyle>
            <a:lvl1pPr indent="0" algn="just">
              <a:lnSpc>
                <a:spcPct val="15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just">
              <a:lnSpc>
                <a:spcPct val="150000"/>
              </a:lnSpc>
              <a:buNone/>
              <a:tabLst>
                <a:tab algn="l" pos="0"/>
              </a:tabLst>
            </a:pPr>
            <a:fld id="{D1D2BE5B-77AF-4DA8-BC95-E8206B9CE470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0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1" name="Google Shape;4197;g130e7787a26_1_579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2" name="Google Shape;4198;g130e7787a26_1_5795" descr="Google Shape;1019;g11b39afd45e_0_87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3" name="Google Shape;4199;g130e7787a26_1_579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4" name="PlaceHolder 1"/>
          <p:cNvSpPr>
            <a:spLocks noGrp="1"/>
          </p:cNvSpPr>
          <p:nvPr>
            <p:ph type="sldNum" idx="39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78AC756-DEDC-4C73-BFBC-5D7FD3AB787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0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7" name="Google Shape;4202;g130e7787a26_1_580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8" name="Google Shape;4203;g130e7787a26_1_5800" descr="Google Shape;1022;g11b39afd45e_0_87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9" name="Google Shape;4204;g130e7787a26_1_580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0" name="PlaceHolder 1"/>
          <p:cNvSpPr>
            <a:spLocks noGrp="1"/>
          </p:cNvSpPr>
          <p:nvPr>
            <p:ph type="sldNum" idx="39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D562469-916B-4A8B-A7CB-E0636088923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1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3" name="Google Shape;4207;g130e7787a26_1_580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4" name="Google Shape;4208;g130e7787a26_1_5805" descr="Google Shape;1025;g11b39afd45e_0_88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5" name="Google Shape;4209;g130e7787a26_1_580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6" name="PlaceHolder 1"/>
          <p:cNvSpPr>
            <a:spLocks noGrp="1"/>
          </p:cNvSpPr>
          <p:nvPr>
            <p:ph type="sldNum" idx="39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79DA0C7-955B-4C0C-A7E5-4DD7AFD96FF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1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9" name="Google Shape;4212;g130e7787a26_1_581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0" name="Google Shape;4213;g130e7787a26_1_5810" descr="Google Shape;1028;g11b39afd45e_0_884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1" name="Google Shape;4214;g130e7787a26_1_581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2" name="PlaceHolder 1"/>
          <p:cNvSpPr>
            <a:spLocks noGrp="1"/>
          </p:cNvSpPr>
          <p:nvPr>
            <p:ph type="sldNum" idx="40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0D39218-3CD9-46C3-BEDF-2DFC0145132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2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5" name="Google Shape;4217;g130e7787a26_1_581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6" name="Google Shape;4218;g130e7787a26_1_5815" descr="Google Shape;1031;g11b39afd45e_0_88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7" name="PlaceHolder 1"/>
          <p:cNvSpPr>
            <a:spLocks noGrp="1"/>
          </p:cNvSpPr>
          <p:nvPr>
            <p:ph type="sldNum" idx="40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1298092-A5A2-4497-9F5C-23698FF5C57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2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0" name="Google Shape;4221;g130e7787a26_1_5819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1" name="Google Shape;4222;g130e7787a26_1_5819" descr="Google Shape;1033;g11b39afd45e_0_889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2" name="Google Shape;4223;g130e7787a26_1_5819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3" name="PlaceHolder 1"/>
          <p:cNvSpPr>
            <a:spLocks noGrp="1"/>
          </p:cNvSpPr>
          <p:nvPr>
            <p:ph type="sldNum" idx="40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6BE7811-EE30-4359-BA61-E4707CD1011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3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6" name="Google Shape;4226;g130e7787a26_1_582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7" name="Google Shape;4227;g130e7787a26_1_5824" descr="Google Shape;1036;g11b39afd45e_0_89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8" name="Google Shape;4228;g130e7787a26_1_5824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9" name="Google Shape;4229;g130e7787a26_1_5824"/>
          <p:cNvSpPr/>
          <p:nvPr/>
        </p:nvSpPr>
        <p:spPr>
          <a:xfrm>
            <a:off x="0" y="0"/>
            <a:ext cx="299952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0" name="PlaceHolder 1"/>
          <p:cNvSpPr>
            <a:spLocks noGrp="1"/>
          </p:cNvSpPr>
          <p:nvPr>
            <p:ph type="sldNum" idx="40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39F5534-0125-4F95-A443-7CFE0BBFF66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4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3" name="Google Shape;4232;g130e7787a26_1_583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b">
            <a:normAutofit fontScale="92500" lnSpcReduction="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5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6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5840" cy="304776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7" name="Google Shape;4236;g130e7787a26_1_5830" descr="Google Shape;1044;g11b39afd45e_0_89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8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9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1" name="PlaceHolder 7"/>
          <p:cNvSpPr>
            <a:spLocks noGrp="1"/>
          </p:cNvSpPr>
          <p:nvPr>
            <p:ph type="sldNum" idx="40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ED99C3D-E829-4A7C-AAA6-19402D2E153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5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4" name="Google Shape;4242;g130e7787a26_1_584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55" name="Google Shape;4243;g130e7787a26_1_5840"/>
          <p:cNvGrpSpPr/>
          <p:nvPr/>
        </p:nvGrpSpPr>
        <p:grpSpPr>
          <a:xfrm>
            <a:off x="6458040" y="0"/>
            <a:ext cx="2685960" cy="5143320"/>
            <a:chOff x="6458040" y="0"/>
            <a:chExt cx="2685960" cy="5143320"/>
          </a:xfrm>
        </p:grpSpPr>
        <p:sp>
          <p:nvSpPr>
            <p:cNvPr id="2756" name="Google Shape;4244;g130e7787a26_1_5840"/>
            <p:cNvSpPr/>
            <p:nvPr/>
          </p:nvSpPr>
          <p:spPr>
            <a:xfrm>
              <a:off x="6458040" y="0"/>
              <a:ext cx="268596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57" name="Google Shape;4245;g130e7787a26_1_5840"/>
            <p:cNvSpPr/>
            <p:nvPr/>
          </p:nvSpPr>
          <p:spPr>
            <a:xfrm>
              <a:off x="6483600" y="2400120"/>
              <a:ext cx="2634480" cy="34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58" name="Google Shape;4246;g130e7787a26_1_5840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2759" name="Google Shape;4247;g130e7787a26_1_5840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60" name="Google Shape;4248;g130e7787a26_1_5840"/>
            <p:cNvSpPr/>
            <p:nvPr/>
          </p:nvSpPr>
          <p:spPr>
            <a:xfrm>
              <a:off x="25560" y="2476440"/>
              <a:ext cx="6399720" cy="19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61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3" name="PlaceHolder 3"/>
          <p:cNvSpPr>
            <a:spLocks noGrp="1"/>
          </p:cNvSpPr>
          <p:nvPr>
            <p:ph type="sldNum" idx="40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092DEE9-65CF-4A8E-B016-E18E42451B3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6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6" name="Google Shape;4253;g130e7787a26_1_585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7" name="Google Shape;4254;g130e7787a26_1_5851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68" name="Google Shape;4255;g130e7787a26_1_585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6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Google Shape;4258;g130e7787a26_1_5851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2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3" name="Google Shape;4260;g130e7787a26_1_5851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Google Shape;4261;g130e7787a26_1_5851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5" name="PlaceHolder 4"/>
          <p:cNvSpPr>
            <a:spLocks noGrp="1"/>
          </p:cNvSpPr>
          <p:nvPr>
            <p:ph type="sldNum" idx="406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21100B8-CA7F-4D96-AF9C-409CA797A6F4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7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78" name="Google Shape;3001;g130e7787a26_1_4599"/>
          <p:cNvGrpSpPr/>
          <p:nvPr/>
        </p:nvGrpSpPr>
        <p:grpSpPr>
          <a:xfrm>
            <a:off x="502920" y="4627080"/>
            <a:ext cx="974880" cy="174600"/>
            <a:chOff x="502920" y="4627080"/>
            <a:chExt cx="974880" cy="174600"/>
          </a:xfrm>
        </p:grpSpPr>
        <p:sp>
          <p:nvSpPr>
            <p:cNvPr id="2779" name="Google Shape;3002;g130e7787a26_1_4599"/>
            <p:cNvSpPr/>
            <p:nvPr/>
          </p:nvSpPr>
          <p:spPr>
            <a:xfrm>
              <a:off x="1293120" y="4653000"/>
              <a:ext cx="184680" cy="148320"/>
            </a:xfrm>
            <a:custGeom>
              <a:avLst/>
              <a:gdLst>
                <a:gd name="textAreaLeft" fmla="*/ 0 w 184680"/>
                <a:gd name="textAreaRight" fmla="*/ 185040 w 184680"/>
                <a:gd name="textAreaTop" fmla="*/ 0 h 148320"/>
                <a:gd name="textAreaBottom" fmla="*/ 148680 h 148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21600" y="2606"/>
                  </a:moveTo>
                  <a:cubicBezTo>
                    <a:pt x="20757" y="3127"/>
                    <a:pt x="19913" y="3648"/>
                    <a:pt x="19117" y="3648"/>
                  </a:cubicBezTo>
                  <a:cubicBezTo>
                    <a:pt x="19913" y="3127"/>
                    <a:pt x="20757" y="2085"/>
                    <a:pt x="20757" y="579"/>
                  </a:cubicBezTo>
                  <a:cubicBezTo>
                    <a:pt x="19913" y="1100"/>
                    <a:pt x="19117" y="1564"/>
                    <a:pt x="18226" y="2085"/>
                  </a:cubicBezTo>
                  <a:cubicBezTo>
                    <a:pt x="17430" y="1100"/>
                    <a:pt x="16165" y="0"/>
                    <a:pt x="14947" y="0"/>
                  </a:cubicBezTo>
                  <a:cubicBezTo>
                    <a:pt x="12416" y="0"/>
                    <a:pt x="10355" y="2606"/>
                    <a:pt x="10355" y="5675"/>
                  </a:cubicBezTo>
                  <a:cubicBezTo>
                    <a:pt x="10355" y="6196"/>
                    <a:pt x="10355" y="6717"/>
                    <a:pt x="10777" y="6717"/>
                  </a:cubicBezTo>
                  <a:cubicBezTo>
                    <a:pt x="7075" y="6717"/>
                    <a:pt x="3702" y="4691"/>
                    <a:pt x="1640" y="1100"/>
                  </a:cubicBezTo>
                  <a:cubicBezTo>
                    <a:pt x="1218" y="2085"/>
                    <a:pt x="797" y="3127"/>
                    <a:pt x="797" y="4169"/>
                  </a:cubicBezTo>
                  <a:cubicBezTo>
                    <a:pt x="797" y="5675"/>
                    <a:pt x="1640" y="7760"/>
                    <a:pt x="2858" y="8744"/>
                  </a:cubicBezTo>
                  <a:cubicBezTo>
                    <a:pt x="2062" y="8281"/>
                    <a:pt x="1640" y="8281"/>
                    <a:pt x="797" y="7760"/>
                  </a:cubicBezTo>
                  <a:cubicBezTo>
                    <a:pt x="797" y="10308"/>
                    <a:pt x="2483" y="12856"/>
                    <a:pt x="4592" y="13377"/>
                  </a:cubicBezTo>
                  <a:cubicBezTo>
                    <a:pt x="4170" y="13377"/>
                    <a:pt x="3702" y="13377"/>
                    <a:pt x="3280" y="13377"/>
                  </a:cubicBezTo>
                  <a:cubicBezTo>
                    <a:pt x="2858" y="13377"/>
                    <a:pt x="2858" y="13377"/>
                    <a:pt x="2483" y="13377"/>
                  </a:cubicBezTo>
                  <a:cubicBezTo>
                    <a:pt x="2858" y="15404"/>
                    <a:pt x="4592" y="17025"/>
                    <a:pt x="6653" y="17025"/>
                  </a:cubicBezTo>
                  <a:cubicBezTo>
                    <a:pt x="4967" y="18473"/>
                    <a:pt x="3280" y="19573"/>
                    <a:pt x="1218" y="19573"/>
                  </a:cubicBezTo>
                  <a:cubicBezTo>
                    <a:pt x="797" y="19573"/>
                    <a:pt x="375" y="19573"/>
                    <a:pt x="0" y="19573"/>
                  </a:cubicBezTo>
                  <a:cubicBezTo>
                    <a:pt x="2062" y="21079"/>
                    <a:pt x="4170" y="21600"/>
                    <a:pt x="6653" y="21600"/>
                  </a:cubicBezTo>
                  <a:cubicBezTo>
                    <a:pt x="14947" y="21600"/>
                    <a:pt x="19117" y="13377"/>
                    <a:pt x="19117" y="6196"/>
                  </a:cubicBezTo>
                  <a:lnTo>
                    <a:pt x="19117" y="5675"/>
                  </a:lnTo>
                  <a:cubicBezTo>
                    <a:pt x="20335" y="4691"/>
                    <a:pt x="20757" y="4169"/>
                    <a:pt x="21600" y="2606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80" name="Google Shape;3003;g130e7787a26_1_4599"/>
            <p:cNvSpPr/>
            <p:nvPr/>
          </p:nvSpPr>
          <p:spPr>
            <a:xfrm>
              <a:off x="897840" y="4627080"/>
              <a:ext cx="170640" cy="17424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7534" y="10601"/>
                  </a:moveTo>
                  <a:cubicBezTo>
                    <a:pt x="17534" y="14135"/>
                    <a:pt x="14434" y="17220"/>
                    <a:pt x="10825" y="17220"/>
                  </a:cubicBezTo>
                  <a:cubicBezTo>
                    <a:pt x="7217" y="17220"/>
                    <a:pt x="4015" y="14135"/>
                    <a:pt x="4015" y="10601"/>
                  </a:cubicBezTo>
                  <a:cubicBezTo>
                    <a:pt x="4015" y="10103"/>
                    <a:pt x="4472" y="10103"/>
                    <a:pt x="4472" y="9705"/>
                  </a:cubicBezTo>
                  <a:cubicBezTo>
                    <a:pt x="0" y="9705"/>
                    <a:pt x="0" y="9705"/>
                    <a:pt x="0" y="9705"/>
                  </a:cubicBezTo>
                  <a:cubicBezTo>
                    <a:pt x="0" y="18066"/>
                    <a:pt x="0" y="18066"/>
                    <a:pt x="0" y="18066"/>
                  </a:cubicBezTo>
                  <a:cubicBezTo>
                    <a:pt x="0" y="19858"/>
                    <a:pt x="1321" y="21600"/>
                    <a:pt x="3151" y="21600"/>
                  </a:cubicBezTo>
                  <a:cubicBezTo>
                    <a:pt x="18449" y="21600"/>
                    <a:pt x="18449" y="21600"/>
                    <a:pt x="18449" y="21600"/>
                  </a:cubicBezTo>
                  <a:cubicBezTo>
                    <a:pt x="20228" y="21600"/>
                    <a:pt x="21600" y="19858"/>
                    <a:pt x="21600" y="18066"/>
                  </a:cubicBezTo>
                  <a:cubicBezTo>
                    <a:pt x="21600" y="9705"/>
                    <a:pt x="21600" y="9705"/>
                    <a:pt x="21600" y="9705"/>
                  </a:cubicBezTo>
                  <a:cubicBezTo>
                    <a:pt x="17128" y="9705"/>
                    <a:pt x="17128" y="9705"/>
                    <a:pt x="17128" y="9705"/>
                  </a:cubicBezTo>
                  <a:cubicBezTo>
                    <a:pt x="17128" y="10103"/>
                    <a:pt x="17534" y="10103"/>
                    <a:pt x="17534" y="10601"/>
                  </a:cubicBezTo>
                  <a:close/>
                  <a:moveTo>
                    <a:pt x="18449" y="0"/>
                  </a:moveTo>
                  <a:cubicBezTo>
                    <a:pt x="3151" y="0"/>
                    <a:pt x="3151" y="0"/>
                    <a:pt x="3151" y="0"/>
                  </a:cubicBezTo>
                  <a:cubicBezTo>
                    <a:pt x="1321" y="0"/>
                    <a:pt x="0" y="1792"/>
                    <a:pt x="0" y="3534"/>
                  </a:cubicBezTo>
                  <a:cubicBezTo>
                    <a:pt x="0" y="7067"/>
                    <a:pt x="0" y="7067"/>
                    <a:pt x="0" y="7067"/>
                  </a:cubicBezTo>
                  <a:cubicBezTo>
                    <a:pt x="5387" y="7067"/>
                    <a:pt x="5387" y="7067"/>
                    <a:pt x="5387" y="7067"/>
                  </a:cubicBezTo>
                  <a:cubicBezTo>
                    <a:pt x="6709" y="5276"/>
                    <a:pt x="8538" y="4429"/>
                    <a:pt x="10825" y="4429"/>
                  </a:cubicBezTo>
                  <a:cubicBezTo>
                    <a:pt x="13062" y="4429"/>
                    <a:pt x="14840" y="5276"/>
                    <a:pt x="16213" y="7067"/>
                  </a:cubicBezTo>
                  <a:cubicBezTo>
                    <a:pt x="21600" y="7067"/>
                    <a:pt x="21600" y="7067"/>
                    <a:pt x="21600" y="7067"/>
                  </a:cubicBezTo>
                  <a:cubicBezTo>
                    <a:pt x="21600" y="3534"/>
                    <a:pt x="21600" y="3534"/>
                    <a:pt x="21600" y="3534"/>
                  </a:cubicBezTo>
                  <a:cubicBezTo>
                    <a:pt x="21600" y="1792"/>
                    <a:pt x="20228" y="0"/>
                    <a:pt x="18449" y="0"/>
                  </a:cubicBezTo>
                  <a:close/>
                  <a:moveTo>
                    <a:pt x="19821" y="4429"/>
                  </a:moveTo>
                  <a:cubicBezTo>
                    <a:pt x="19821" y="4429"/>
                    <a:pt x="19821" y="4828"/>
                    <a:pt x="19364" y="4828"/>
                  </a:cubicBezTo>
                  <a:cubicBezTo>
                    <a:pt x="17534" y="4828"/>
                    <a:pt x="17534" y="4828"/>
                    <a:pt x="17534" y="4828"/>
                  </a:cubicBezTo>
                  <a:cubicBezTo>
                    <a:pt x="17128" y="4828"/>
                    <a:pt x="16670" y="4429"/>
                    <a:pt x="16670" y="4429"/>
                  </a:cubicBezTo>
                  <a:cubicBezTo>
                    <a:pt x="16670" y="2638"/>
                    <a:pt x="16670" y="2638"/>
                    <a:pt x="16670" y="2638"/>
                  </a:cubicBezTo>
                  <a:cubicBezTo>
                    <a:pt x="16670" y="2190"/>
                    <a:pt x="17128" y="1792"/>
                    <a:pt x="17534" y="1792"/>
                  </a:cubicBezTo>
                  <a:cubicBezTo>
                    <a:pt x="19364" y="1792"/>
                    <a:pt x="19364" y="1792"/>
                    <a:pt x="19364" y="1792"/>
                  </a:cubicBezTo>
                  <a:cubicBezTo>
                    <a:pt x="19821" y="1792"/>
                    <a:pt x="19821" y="2190"/>
                    <a:pt x="19821" y="2638"/>
                  </a:cubicBezTo>
                  <a:lnTo>
                    <a:pt x="19821" y="4429"/>
                  </a:lnTo>
                  <a:close/>
                  <a:moveTo>
                    <a:pt x="14840" y="10601"/>
                  </a:moveTo>
                  <a:cubicBezTo>
                    <a:pt x="14840" y="8361"/>
                    <a:pt x="13062" y="6619"/>
                    <a:pt x="10825" y="6619"/>
                  </a:cubicBezTo>
                  <a:cubicBezTo>
                    <a:pt x="8538" y="6619"/>
                    <a:pt x="6709" y="8361"/>
                    <a:pt x="6709" y="10601"/>
                  </a:cubicBezTo>
                  <a:cubicBezTo>
                    <a:pt x="6709" y="12791"/>
                    <a:pt x="8538" y="14582"/>
                    <a:pt x="10825" y="14582"/>
                  </a:cubicBezTo>
                  <a:cubicBezTo>
                    <a:pt x="13062" y="14582"/>
                    <a:pt x="14840" y="12791"/>
                    <a:pt x="14840" y="10601"/>
                  </a:cubicBezTo>
                  <a:close/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81" name="Google Shape;3004;g130e7787a26_1_4599"/>
            <p:cNvSpPr/>
            <p:nvPr/>
          </p:nvSpPr>
          <p:spPr>
            <a:xfrm>
              <a:off x="502920" y="4629960"/>
              <a:ext cx="170640" cy="17172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1720"/>
                <a:gd name="textAreaBottom" fmla="*/ 172080 h 1717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8906" y="0"/>
                  </a:moveTo>
                  <a:cubicBezTo>
                    <a:pt x="2694" y="0"/>
                    <a:pt x="2694" y="0"/>
                    <a:pt x="2694" y="0"/>
                  </a:cubicBezTo>
                  <a:cubicBezTo>
                    <a:pt x="1372" y="0"/>
                    <a:pt x="0" y="1369"/>
                    <a:pt x="0" y="2687"/>
                  </a:cubicBezTo>
                  <a:cubicBezTo>
                    <a:pt x="0" y="18862"/>
                    <a:pt x="0" y="18862"/>
                    <a:pt x="0" y="18862"/>
                  </a:cubicBezTo>
                  <a:cubicBezTo>
                    <a:pt x="0" y="20231"/>
                    <a:pt x="1372" y="21600"/>
                    <a:pt x="2694" y="21600"/>
                  </a:cubicBezTo>
                  <a:cubicBezTo>
                    <a:pt x="10825" y="21600"/>
                    <a:pt x="10825" y="21600"/>
                    <a:pt x="10825" y="21600"/>
                  </a:cubicBezTo>
                  <a:cubicBezTo>
                    <a:pt x="10825" y="13893"/>
                    <a:pt x="10825" y="13893"/>
                    <a:pt x="10825" y="13893"/>
                  </a:cubicBezTo>
                  <a:cubicBezTo>
                    <a:pt x="8132" y="13893"/>
                    <a:pt x="8132" y="13893"/>
                    <a:pt x="8132" y="13893"/>
                  </a:cubicBezTo>
                  <a:cubicBezTo>
                    <a:pt x="8132" y="10344"/>
                    <a:pt x="8132" y="10344"/>
                    <a:pt x="8132" y="10344"/>
                  </a:cubicBezTo>
                  <a:cubicBezTo>
                    <a:pt x="10825" y="10344"/>
                    <a:pt x="10825" y="10344"/>
                    <a:pt x="10825" y="10344"/>
                  </a:cubicBezTo>
                  <a:cubicBezTo>
                    <a:pt x="10825" y="8518"/>
                    <a:pt x="10825" y="8518"/>
                    <a:pt x="10825" y="8518"/>
                  </a:cubicBezTo>
                  <a:cubicBezTo>
                    <a:pt x="10825" y="6287"/>
                    <a:pt x="13062" y="4056"/>
                    <a:pt x="15298" y="4056"/>
                  </a:cubicBezTo>
                  <a:cubicBezTo>
                    <a:pt x="17585" y="4056"/>
                    <a:pt x="17585" y="4056"/>
                    <a:pt x="17585" y="4056"/>
                  </a:cubicBezTo>
                  <a:cubicBezTo>
                    <a:pt x="17585" y="8113"/>
                    <a:pt x="17585" y="8113"/>
                    <a:pt x="17585" y="8113"/>
                  </a:cubicBezTo>
                  <a:cubicBezTo>
                    <a:pt x="15755" y="8113"/>
                    <a:pt x="15755" y="8113"/>
                    <a:pt x="15755" y="8113"/>
                  </a:cubicBezTo>
                  <a:cubicBezTo>
                    <a:pt x="14840" y="8113"/>
                    <a:pt x="14840" y="8113"/>
                    <a:pt x="14840" y="8518"/>
                  </a:cubicBezTo>
                  <a:cubicBezTo>
                    <a:pt x="14840" y="10344"/>
                    <a:pt x="14840" y="10344"/>
                    <a:pt x="14840" y="10344"/>
                  </a:cubicBezTo>
                  <a:cubicBezTo>
                    <a:pt x="17585" y="10344"/>
                    <a:pt x="17585" y="10344"/>
                    <a:pt x="17585" y="10344"/>
                  </a:cubicBezTo>
                  <a:cubicBezTo>
                    <a:pt x="17585" y="13893"/>
                    <a:pt x="17585" y="13893"/>
                    <a:pt x="17585" y="13893"/>
                  </a:cubicBezTo>
                  <a:cubicBezTo>
                    <a:pt x="14840" y="13893"/>
                    <a:pt x="14840" y="13893"/>
                    <a:pt x="14840" y="13893"/>
                  </a:cubicBezTo>
                  <a:cubicBezTo>
                    <a:pt x="14840" y="21600"/>
                    <a:pt x="14840" y="21600"/>
                    <a:pt x="14840" y="21600"/>
                  </a:cubicBezTo>
                  <a:cubicBezTo>
                    <a:pt x="18906" y="21600"/>
                    <a:pt x="18906" y="21600"/>
                    <a:pt x="18906" y="21600"/>
                  </a:cubicBezTo>
                  <a:cubicBezTo>
                    <a:pt x="20279" y="21600"/>
                    <a:pt x="21600" y="20231"/>
                    <a:pt x="21600" y="18862"/>
                  </a:cubicBezTo>
                  <a:cubicBezTo>
                    <a:pt x="21600" y="2687"/>
                    <a:pt x="21600" y="2687"/>
                    <a:pt x="21600" y="2687"/>
                  </a:cubicBezTo>
                  <a:cubicBezTo>
                    <a:pt x="21600" y="1369"/>
                    <a:pt x="20279" y="0"/>
                    <a:pt x="18906" y="0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782" name="Google Shape;3005;g130e7787a26_1_4599"/>
          <p:cNvSpPr/>
          <p:nvPr/>
        </p:nvSpPr>
        <p:spPr>
          <a:xfrm flipH="1" rot="16200000">
            <a:off x="8142840" y="3843720"/>
            <a:ext cx="234720" cy="1767600"/>
          </a:xfrm>
          <a:custGeom>
            <a:avLst/>
            <a:gdLst>
              <a:gd name="textAreaLeft" fmla="*/ 360 w 234720"/>
              <a:gd name="textAreaRight" fmla="*/ 235440 w 234720"/>
              <a:gd name="textAreaTop" fmla="*/ 0 h 1767600"/>
              <a:gd name="textAreaBottom" fmla="*/ 1767960 h 17676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0800" y="0"/>
                </a:moveTo>
                <a:cubicBezTo>
                  <a:pt x="16765" y="0"/>
                  <a:pt x="21600" y="643"/>
                  <a:pt x="21600" y="1435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1435"/>
                </a:lnTo>
                <a:cubicBezTo>
                  <a:pt x="0" y="643"/>
                  <a:pt x="4835" y="0"/>
                  <a:pt x="10800" y="0"/>
                </a:cubicBez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83" name="Google Shape;3006;g130e7787a26_1_4599"/>
          <p:cNvSpPr/>
          <p:nvPr/>
        </p:nvSpPr>
        <p:spPr>
          <a:xfrm>
            <a:off x="7527240" y="4633920"/>
            <a:ext cx="15404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www.website.com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4" name="PlaceHolder 1"/>
          <p:cNvSpPr>
            <a:spLocks noGrp="1"/>
          </p:cNvSpPr>
          <p:nvPr>
            <p:ph type="sldNum" idx="407"/>
          </p:nvPr>
        </p:nvSpPr>
        <p:spPr>
          <a:xfrm>
            <a:off x="7884000" y="-91440"/>
            <a:ext cx="1085760" cy="10573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BF849E-6780-4F30-8FE6-2FCEC2A0B255}" type="slidenum">
              <a: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6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8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7" name="Google Shape;4264;g130e7787a26_1_586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8" name="Google Shape;4265;g130e7787a26_1_5862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89" name="Google Shape;4266;g130e7787a26_1_5862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0" name="Google Shape;4267;g130e7787a26_1_5862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1" name="Google Shape;4268;g130e7787a26_1_5862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2" name="Google Shape;4269;g130e7787a26_1_5862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3" name="Google Shape;4270;g130e7787a26_1_5862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4" name="Google Shape;4271;g130e7787a26_1_5862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5" name="Google Shape;4272;g130e7787a26_1_5862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6" name="Google Shape;4273;g130e7787a26_1_5862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7" name="Google Shape;4274;g130e7787a26_1_586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8" name="Google Shape;4275;g130e7787a26_1_586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9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Google Shape;4278;g130e7787a26_1_5862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2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3" name="Google Shape;4280;g130e7787a26_1_5862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Google Shape;4281;g130e7787a26_1_5862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5" name="PlaceHolder 4"/>
          <p:cNvSpPr>
            <a:spLocks noGrp="1"/>
          </p:cNvSpPr>
          <p:nvPr>
            <p:ph type="sldNum" idx="408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1375A67-672C-465C-AB08-B09541474F4F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0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8" name="Google Shape;4284;g130e7787a26_1_588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9" name="Google Shape;4285;g130e7787a26_1_5882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10" name="Google Shape;4286;g130e7787a26_1_5882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11" name="Google Shape;4287;g130e7787a26_1_5882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2" name="Google Shape;4288;g130e7787a26_1_5882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Google Shape;4289;g130e7787a26_1_5882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14" name="Google Shape;4290;g130e7787a26_1_5882" descr="Google Shape;1088;g11b39afd45e_0_939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5" name="PlaceHolder 1"/>
          <p:cNvSpPr>
            <a:spLocks noGrp="1"/>
          </p:cNvSpPr>
          <p:nvPr>
            <p:ph type="sldNum" idx="409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5DB8644-11A3-4D95-A74C-D9E09C23F921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1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8" name="Google Shape;4293;g130e7787a26_1_589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Google Shape;4294;g130e7787a26_1_5891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20" name="Google Shape;4295;g130e7787a26_1_5891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21" name="Google Shape;4296;g130e7787a26_1_5891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Google Shape;4297;g130e7787a26_1_5891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3" name="Google Shape;4298;g130e7787a26_1_5891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4" name="PlaceHolder 1"/>
          <p:cNvSpPr>
            <a:spLocks noGrp="1"/>
          </p:cNvSpPr>
          <p:nvPr>
            <p:ph type="sldNum" idx="410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F9D7EE1-C7D4-4FC4-8E8A-BD0B1C6C54F2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2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7" name="Google Shape;4301;g130e7787a26_1_5899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28" name="Google Shape;4302;g130e7787a26_1_5899"/>
          <p:cNvCxnSpPr/>
          <p:nvPr/>
        </p:nvCxnSpPr>
        <p:spPr>
          <a:xfrm flipV="1">
            <a:off x="7164000" y="617760"/>
            <a:ext cx="1980000" cy="1008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2829" name="Google Shape;4303;g130e7787a26_1_5899"/>
          <p:cNvSpPr/>
          <p:nvPr/>
        </p:nvSpPr>
        <p:spPr>
          <a:xfrm>
            <a:off x="8280000" y="123480"/>
            <a:ext cx="863640" cy="503640"/>
          </a:xfrm>
          <a:prstGeom prst="rect">
            <a:avLst/>
          </a:prstGeom>
          <a:solidFill>
            <a:srgbClr val="009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24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30" name="PlaceHolder 1"/>
          <p:cNvSpPr>
            <a:spLocks noGrp="1"/>
          </p:cNvSpPr>
          <p:nvPr>
            <p:ph type="sldNum" idx="411"/>
          </p:nvPr>
        </p:nvSpPr>
        <p:spPr>
          <a:xfrm>
            <a:off x="8599320" y="267480"/>
            <a:ext cx="261360" cy="1954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5CD2EFD-C167-4095-AFB0-0139159CD7E0}" type="slidenum">
              <a: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&lt;number&gt;</a:t>
            </a:fld>
            <a:endParaRPr b="0" lang="ru-RU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31" name="Google Shape;4305;g130e7787a26_1_5899" descr="Google Shape;1101;g11b39afd45e_0_954"/>
          <p:cNvPicPr/>
          <p:nvPr/>
        </p:nvPicPr>
        <p:blipFill>
          <a:blip r:embed="rId2"/>
          <a:stretch/>
        </p:blipFill>
        <p:spPr>
          <a:xfrm>
            <a:off x="7164360" y="299520"/>
            <a:ext cx="1007640" cy="151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3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4" name="Google Shape;4307;g130e7787a26_1_590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5" name="PlaceHolder 1"/>
          <p:cNvSpPr>
            <a:spLocks noGrp="1"/>
          </p:cNvSpPr>
          <p:nvPr>
            <p:ph type="sldNum" idx="41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6AED36B-85AC-4B71-A44F-8923411816E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3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8" name="PlaceHolder 1"/>
          <p:cNvSpPr>
            <a:spLocks noGrp="1"/>
          </p:cNvSpPr>
          <p:nvPr>
            <p:ph type="body"/>
          </p:nvPr>
        </p:nvSpPr>
        <p:spPr>
          <a:xfrm>
            <a:off x="44064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9" name="PlaceHolder 2"/>
          <p:cNvSpPr>
            <a:spLocks noGrp="1"/>
          </p:cNvSpPr>
          <p:nvPr>
            <p:ph type="body"/>
          </p:nvPr>
        </p:nvSpPr>
        <p:spPr>
          <a:xfrm>
            <a:off x="16545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0" name="PlaceHolder 3"/>
          <p:cNvSpPr>
            <a:spLocks noGrp="1"/>
          </p:cNvSpPr>
          <p:nvPr>
            <p:ph type="body"/>
          </p:nvPr>
        </p:nvSpPr>
        <p:spPr>
          <a:xfrm>
            <a:off x="28681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1" name="PlaceHolder 4"/>
          <p:cNvSpPr>
            <a:spLocks noGrp="1"/>
          </p:cNvSpPr>
          <p:nvPr>
            <p:ph type="body"/>
          </p:nvPr>
        </p:nvSpPr>
        <p:spPr>
          <a:xfrm>
            <a:off x="408168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2" name="PlaceHolder 5"/>
          <p:cNvSpPr>
            <a:spLocks noGrp="1"/>
          </p:cNvSpPr>
          <p:nvPr>
            <p:ph type="body"/>
          </p:nvPr>
        </p:nvSpPr>
        <p:spPr>
          <a:xfrm>
            <a:off x="529560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3" name="PlaceHolder 6"/>
          <p:cNvSpPr>
            <a:spLocks noGrp="1"/>
          </p:cNvSpPr>
          <p:nvPr>
            <p:ph type="body"/>
          </p:nvPr>
        </p:nvSpPr>
        <p:spPr>
          <a:xfrm>
            <a:off x="65091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4" name="PlaceHolder 7"/>
          <p:cNvSpPr>
            <a:spLocks noGrp="1"/>
          </p:cNvSpPr>
          <p:nvPr>
            <p:ph type="body"/>
          </p:nvPr>
        </p:nvSpPr>
        <p:spPr>
          <a:xfrm>
            <a:off x="77227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5" name="PlaceHolder 8"/>
          <p:cNvSpPr>
            <a:spLocks noGrp="1"/>
          </p:cNvSpPr>
          <p:nvPr>
            <p:ph type="body"/>
          </p:nvPr>
        </p:nvSpPr>
        <p:spPr>
          <a:xfrm>
            <a:off x="44064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6" name="PlaceHolder 9"/>
          <p:cNvSpPr>
            <a:spLocks noGrp="1"/>
          </p:cNvSpPr>
          <p:nvPr>
            <p:ph type="body"/>
          </p:nvPr>
        </p:nvSpPr>
        <p:spPr>
          <a:xfrm>
            <a:off x="16545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7" name="PlaceHolder 10"/>
          <p:cNvSpPr>
            <a:spLocks noGrp="1"/>
          </p:cNvSpPr>
          <p:nvPr>
            <p:ph type="body"/>
          </p:nvPr>
        </p:nvSpPr>
        <p:spPr>
          <a:xfrm>
            <a:off x="28681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8" name="PlaceHolder 11"/>
          <p:cNvSpPr>
            <a:spLocks noGrp="1"/>
          </p:cNvSpPr>
          <p:nvPr>
            <p:ph type="body"/>
          </p:nvPr>
        </p:nvSpPr>
        <p:spPr>
          <a:xfrm>
            <a:off x="408168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9" name="PlaceHolder 12"/>
          <p:cNvSpPr>
            <a:spLocks noGrp="1"/>
          </p:cNvSpPr>
          <p:nvPr>
            <p:ph type="body"/>
          </p:nvPr>
        </p:nvSpPr>
        <p:spPr>
          <a:xfrm>
            <a:off x="529560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0" name="PlaceHolder 13"/>
          <p:cNvSpPr>
            <a:spLocks noGrp="1"/>
          </p:cNvSpPr>
          <p:nvPr>
            <p:ph type="body"/>
          </p:nvPr>
        </p:nvSpPr>
        <p:spPr>
          <a:xfrm>
            <a:off x="65091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1" name="PlaceHolder 14"/>
          <p:cNvSpPr>
            <a:spLocks noGrp="1"/>
          </p:cNvSpPr>
          <p:nvPr>
            <p:ph type="body"/>
          </p:nvPr>
        </p:nvSpPr>
        <p:spPr>
          <a:xfrm>
            <a:off x="77227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2" name="PlaceHolder 15"/>
          <p:cNvSpPr>
            <a:spLocks noGrp="1"/>
          </p:cNvSpPr>
          <p:nvPr>
            <p:ph type="body"/>
          </p:nvPr>
        </p:nvSpPr>
        <p:spPr>
          <a:xfrm>
            <a:off x="44064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3" name="PlaceHolder 16"/>
          <p:cNvSpPr>
            <a:spLocks noGrp="1"/>
          </p:cNvSpPr>
          <p:nvPr>
            <p:ph type="body"/>
          </p:nvPr>
        </p:nvSpPr>
        <p:spPr>
          <a:xfrm>
            <a:off x="16545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4" name="PlaceHolder 17"/>
          <p:cNvSpPr>
            <a:spLocks noGrp="1"/>
          </p:cNvSpPr>
          <p:nvPr>
            <p:ph type="body"/>
          </p:nvPr>
        </p:nvSpPr>
        <p:spPr>
          <a:xfrm>
            <a:off x="28681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5" name="PlaceHolder 18"/>
          <p:cNvSpPr>
            <a:spLocks noGrp="1"/>
          </p:cNvSpPr>
          <p:nvPr>
            <p:ph type="body"/>
          </p:nvPr>
        </p:nvSpPr>
        <p:spPr>
          <a:xfrm>
            <a:off x="408168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6" name="PlaceHolder 19"/>
          <p:cNvSpPr>
            <a:spLocks noGrp="1"/>
          </p:cNvSpPr>
          <p:nvPr>
            <p:ph type="body"/>
          </p:nvPr>
        </p:nvSpPr>
        <p:spPr>
          <a:xfrm>
            <a:off x="529560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7" name="PlaceHolder 20"/>
          <p:cNvSpPr>
            <a:spLocks noGrp="1"/>
          </p:cNvSpPr>
          <p:nvPr>
            <p:ph type="body"/>
          </p:nvPr>
        </p:nvSpPr>
        <p:spPr>
          <a:xfrm>
            <a:off x="65091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8" name="PlaceHolder 21"/>
          <p:cNvSpPr>
            <a:spLocks noGrp="1"/>
          </p:cNvSpPr>
          <p:nvPr>
            <p:ph type="body"/>
          </p:nvPr>
        </p:nvSpPr>
        <p:spPr>
          <a:xfrm>
            <a:off x="77227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9" name="PlaceHolder 22"/>
          <p:cNvSpPr>
            <a:spLocks noGrp="1"/>
          </p:cNvSpPr>
          <p:nvPr>
            <p:ph type="sldNum" idx="413"/>
          </p:nvPr>
        </p:nvSpPr>
        <p:spPr>
          <a:xfrm>
            <a:off x="4482360" y="4905360"/>
            <a:ext cx="173880" cy="1666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8620617-77B8-426C-A979-EDA73723B5AF}" type="slidenum">
              <a: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6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2" name="Google Shape;3032;g130e7787a26_1_4630"/>
          <p:cNvSpPr/>
          <p:nvPr/>
        </p:nvSpPr>
        <p:spPr>
          <a:xfrm rot="3493800">
            <a:off x="-468720" y="-1000440"/>
            <a:ext cx="1885680" cy="2469960"/>
          </a:xfrm>
          <a:prstGeom prst="roundRect">
            <a:avLst>
              <a:gd name="adj" fmla="val 3557"/>
            </a:avLst>
          </a:prstGeom>
          <a:solidFill>
            <a:srgbClr val="9fb4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63" name="PlaceHolder 1"/>
          <p:cNvSpPr>
            <a:spLocks noGrp="1"/>
          </p:cNvSpPr>
          <p:nvPr>
            <p:ph type="body"/>
          </p:nvPr>
        </p:nvSpPr>
        <p:spPr>
          <a:xfrm>
            <a:off x="-1029240" y="-1136880"/>
            <a:ext cx="3005280" cy="274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4" name="Google Shape;3034;g130e7787a26_1_4630"/>
          <p:cNvSpPr/>
          <p:nvPr/>
        </p:nvSpPr>
        <p:spPr>
          <a:xfrm>
            <a:off x="2390040" y="235080"/>
            <a:ext cx="936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THEME. </a:t>
            </a:r>
            <a:r>
              <a:rPr b="0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multipurpose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5" name="Google Shape;3035;g130e7787a26_1_4630"/>
          <p:cNvSpPr/>
          <p:nvPr/>
        </p:nvSpPr>
        <p:spPr>
          <a:xfrm>
            <a:off x="2197800" y="254880"/>
            <a:ext cx="93600" cy="73440"/>
          </a:xfrm>
          <a:custGeom>
            <a:avLst/>
            <a:gdLst>
              <a:gd name="textAreaLeft" fmla="*/ 0 w 93600"/>
              <a:gd name="textAreaRight" fmla="*/ 93960 w 93600"/>
              <a:gd name="textAreaTop" fmla="*/ 0 h 73440"/>
              <a:gd name="textAreaBottom" fmla="*/ 73800 h 734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5465" y="974"/>
                </a:moveTo>
                <a:cubicBezTo>
                  <a:pt x="15465" y="3086"/>
                  <a:pt x="15465" y="3086"/>
                  <a:pt x="15465" y="3086"/>
                </a:cubicBezTo>
                <a:cubicBezTo>
                  <a:pt x="15465" y="3248"/>
                  <a:pt x="15337" y="3573"/>
                  <a:pt x="15209" y="3735"/>
                </a:cubicBezTo>
                <a:cubicBezTo>
                  <a:pt x="15082" y="3898"/>
                  <a:pt x="14826" y="4060"/>
                  <a:pt x="14698" y="4060"/>
                </a:cubicBezTo>
                <a:cubicBezTo>
                  <a:pt x="767" y="4060"/>
                  <a:pt x="767" y="4060"/>
                  <a:pt x="767" y="4060"/>
                </a:cubicBezTo>
                <a:cubicBezTo>
                  <a:pt x="511" y="4060"/>
                  <a:pt x="383" y="3898"/>
                  <a:pt x="128" y="3735"/>
                </a:cubicBezTo>
                <a:cubicBezTo>
                  <a:pt x="0" y="3573"/>
                  <a:pt x="0" y="3248"/>
                  <a:pt x="0" y="3086"/>
                </a:cubicBezTo>
                <a:cubicBezTo>
                  <a:pt x="0" y="974"/>
                  <a:pt x="0" y="974"/>
                  <a:pt x="0" y="974"/>
                </a:cubicBezTo>
                <a:cubicBezTo>
                  <a:pt x="0" y="812"/>
                  <a:pt x="0" y="487"/>
                  <a:pt x="128" y="325"/>
                </a:cubicBezTo>
                <a:cubicBezTo>
                  <a:pt x="383" y="162"/>
                  <a:pt x="511" y="0"/>
                  <a:pt x="767" y="0"/>
                </a:cubicBezTo>
                <a:cubicBezTo>
                  <a:pt x="14698" y="0"/>
                  <a:pt x="14698" y="0"/>
                  <a:pt x="14698" y="0"/>
                </a:cubicBezTo>
                <a:cubicBezTo>
                  <a:pt x="14826" y="0"/>
                  <a:pt x="15082" y="162"/>
                  <a:pt x="15209" y="325"/>
                </a:cubicBezTo>
                <a:cubicBezTo>
                  <a:pt x="15337" y="487"/>
                  <a:pt x="15465" y="812"/>
                  <a:pt x="15465" y="974"/>
                </a:cubicBezTo>
                <a:close/>
                <a:moveTo>
                  <a:pt x="20066" y="6983"/>
                </a:moveTo>
                <a:cubicBezTo>
                  <a:pt x="20066" y="8932"/>
                  <a:pt x="20066" y="8932"/>
                  <a:pt x="20066" y="8932"/>
                </a:cubicBezTo>
                <a:cubicBezTo>
                  <a:pt x="20066" y="9095"/>
                  <a:pt x="19938" y="9420"/>
                  <a:pt x="19811" y="9582"/>
                </a:cubicBezTo>
                <a:cubicBezTo>
                  <a:pt x="19683" y="9744"/>
                  <a:pt x="19555" y="9907"/>
                  <a:pt x="19299" y="9907"/>
                </a:cubicBezTo>
                <a:cubicBezTo>
                  <a:pt x="767" y="9907"/>
                  <a:pt x="767" y="9907"/>
                  <a:pt x="767" y="9907"/>
                </a:cubicBezTo>
                <a:cubicBezTo>
                  <a:pt x="511" y="9907"/>
                  <a:pt x="383" y="9744"/>
                  <a:pt x="128" y="9582"/>
                </a:cubicBezTo>
                <a:cubicBezTo>
                  <a:pt x="0" y="9420"/>
                  <a:pt x="0" y="9095"/>
                  <a:pt x="0" y="8932"/>
                </a:cubicBezTo>
                <a:cubicBezTo>
                  <a:pt x="0" y="6983"/>
                  <a:pt x="0" y="6983"/>
                  <a:pt x="0" y="6983"/>
                </a:cubicBezTo>
                <a:cubicBezTo>
                  <a:pt x="0" y="6659"/>
                  <a:pt x="0" y="6496"/>
                  <a:pt x="128" y="6171"/>
                </a:cubicBezTo>
                <a:cubicBezTo>
                  <a:pt x="383" y="6009"/>
                  <a:pt x="511" y="6009"/>
                  <a:pt x="767" y="6009"/>
                </a:cubicBezTo>
                <a:cubicBezTo>
                  <a:pt x="19299" y="6009"/>
                  <a:pt x="19299" y="6009"/>
                  <a:pt x="19299" y="6009"/>
                </a:cubicBezTo>
                <a:cubicBezTo>
                  <a:pt x="19555" y="6009"/>
                  <a:pt x="19683" y="6009"/>
                  <a:pt x="19811" y="6171"/>
                </a:cubicBezTo>
                <a:cubicBezTo>
                  <a:pt x="19938" y="6496"/>
                  <a:pt x="20066" y="6659"/>
                  <a:pt x="20066" y="6983"/>
                </a:cubicBezTo>
                <a:close/>
                <a:moveTo>
                  <a:pt x="16999" y="12830"/>
                </a:moveTo>
                <a:cubicBezTo>
                  <a:pt x="16999" y="14779"/>
                  <a:pt x="16999" y="14779"/>
                  <a:pt x="16999" y="14779"/>
                </a:cubicBezTo>
                <a:cubicBezTo>
                  <a:pt x="16999" y="15104"/>
                  <a:pt x="16871" y="15266"/>
                  <a:pt x="16743" y="15429"/>
                </a:cubicBezTo>
                <a:cubicBezTo>
                  <a:pt x="16615" y="15753"/>
                  <a:pt x="16360" y="15753"/>
                  <a:pt x="16232" y="15753"/>
                </a:cubicBezTo>
                <a:cubicBezTo>
                  <a:pt x="767" y="15753"/>
                  <a:pt x="767" y="15753"/>
                  <a:pt x="767" y="15753"/>
                </a:cubicBezTo>
                <a:cubicBezTo>
                  <a:pt x="511" y="15753"/>
                  <a:pt x="383" y="15753"/>
                  <a:pt x="128" y="15429"/>
                </a:cubicBezTo>
                <a:cubicBezTo>
                  <a:pt x="0" y="15266"/>
                  <a:pt x="0" y="15104"/>
                  <a:pt x="0" y="14779"/>
                </a:cubicBezTo>
                <a:cubicBezTo>
                  <a:pt x="0" y="12830"/>
                  <a:pt x="0" y="12830"/>
                  <a:pt x="0" y="12830"/>
                </a:cubicBezTo>
                <a:cubicBezTo>
                  <a:pt x="0" y="12505"/>
                  <a:pt x="0" y="12343"/>
                  <a:pt x="128" y="12180"/>
                </a:cubicBezTo>
                <a:cubicBezTo>
                  <a:pt x="383" y="12018"/>
                  <a:pt x="511" y="11856"/>
                  <a:pt x="767" y="11856"/>
                </a:cubicBezTo>
                <a:cubicBezTo>
                  <a:pt x="16232" y="11856"/>
                  <a:pt x="16232" y="11856"/>
                  <a:pt x="16232" y="11856"/>
                </a:cubicBezTo>
                <a:cubicBezTo>
                  <a:pt x="16360" y="11856"/>
                  <a:pt x="16615" y="12018"/>
                  <a:pt x="16743" y="12180"/>
                </a:cubicBezTo>
                <a:cubicBezTo>
                  <a:pt x="16871" y="12343"/>
                  <a:pt x="16999" y="12505"/>
                  <a:pt x="16999" y="12830"/>
                </a:cubicBezTo>
                <a:close/>
                <a:moveTo>
                  <a:pt x="21600" y="18677"/>
                </a:moveTo>
                <a:cubicBezTo>
                  <a:pt x="21600" y="20626"/>
                  <a:pt x="21600" y="20626"/>
                  <a:pt x="21600" y="20626"/>
                </a:cubicBezTo>
                <a:cubicBezTo>
                  <a:pt x="21600" y="20950"/>
                  <a:pt x="21472" y="21113"/>
                  <a:pt x="21344" y="21438"/>
                </a:cubicBezTo>
                <a:cubicBezTo>
                  <a:pt x="21217" y="21600"/>
                  <a:pt x="21089" y="21600"/>
                  <a:pt x="20833" y="21600"/>
                </a:cubicBezTo>
                <a:cubicBezTo>
                  <a:pt x="767" y="21600"/>
                  <a:pt x="767" y="21600"/>
                  <a:pt x="767" y="21600"/>
                </a:cubicBezTo>
                <a:cubicBezTo>
                  <a:pt x="511" y="21600"/>
                  <a:pt x="383" y="21600"/>
                  <a:pt x="128" y="21438"/>
                </a:cubicBezTo>
                <a:cubicBezTo>
                  <a:pt x="0" y="21113"/>
                  <a:pt x="0" y="20950"/>
                  <a:pt x="0" y="20626"/>
                </a:cubicBezTo>
                <a:cubicBezTo>
                  <a:pt x="0" y="18677"/>
                  <a:pt x="0" y="18677"/>
                  <a:pt x="0" y="18677"/>
                </a:cubicBezTo>
                <a:cubicBezTo>
                  <a:pt x="0" y="18514"/>
                  <a:pt x="0" y="18189"/>
                  <a:pt x="128" y="18027"/>
                </a:cubicBezTo>
                <a:cubicBezTo>
                  <a:pt x="383" y="17865"/>
                  <a:pt x="511" y="17702"/>
                  <a:pt x="767" y="17702"/>
                </a:cubicBezTo>
                <a:cubicBezTo>
                  <a:pt x="20833" y="17702"/>
                  <a:pt x="20833" y="17702"/>
                  <a:pt x="20833" y="17702"/>
                </a:cubicBezTo>
                <a:cubicBezTo>
                  <a:pt x="21089" y="17702"/>
                  <a:pt x="21217" y="17865"/>
                  <a:pt x="21344" y="18027"/>
                </a:cubicBezTo>
                <a:cubicBezTo>
                  <a:pt x="21472" y="18189"/>
                  <a:pt x="21600" y="18514"/>
                  <a:pt x="21600" y="18677"/>
                </a:cubicBezTo>
                <a:close/>
              </a:path>
            </a:pathLst>
          </a:custGeom>
          <a:solidFill>
            <a:srgbClr val="5358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2866" name="Google Shape;3036;g130e7787a26_1_4630"/>
          <p:cNvCxnSpPr/>
          <p:nvPr/>
        </p:nvCxnSpPr>
        <p:spPr>
          <a:xfrm flipV="1">
            <a:off x="7539840" y="243000"/>
            <a:ext cx="360" cy="90720"/>
          </a:xfrm>
          <a:prstGeom prst="straightConnector1">
            <a:avLst/>
          </a:prstGeom>
          <a:ln w="12700">
            <a:solidFill>
              <a:srgbClr val="a6aaa9"/>
            </a:solidFill>
            <a:miter/>
          </a:ln>
        </p:spPr>
      </p:cxnSp>
      <p:sp>
        <p:nvSpPr>
          <p:cNvPr id="2867" name="Google Shape;3037;g130e7787a26_1_4630"/>
          <p:cNvSpPr/>
          <p:nvPr/>
        </p:nvSpPr>
        <p:spPr>
          <a:xfrm>
            <a:off x="7616520" y="196920"/>
            <a:ext cx="1118520" cy="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Creative &amp; Professional Projects.</a:t>
            </a:r>
            <a:endParaRPr b="0" lang="ru-RU" sz="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8" name="PlaceHolder 2"/>
          <p:cNvSpPr>
            <a:spLocks noGrp="1"/>
          </p:cNvSpPr>
          <p:nvPr>
            <p:ph type="sldNum" idx="414"/>
          </p:nvPr>
        </p:nvSpPr>
        <p:spPr>
          <a:xfrm>
            <a:off x="7385760" y="243000"/>
            <a:ext cx="936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48818AD-D331-42DD-AA88-C7D50BE01705}" type="slidenum"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7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1" name="Google Shape;3040;g130e7787a26_1_4638"/>
          <p:cNvSpPr/>
          <p:nvPr/>
        </p:nvSpPr>
        <p:spPr>
          <a:xfrm>
            <a:off x="834048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72" name="Google Shape;3041;g130e7787a26_1_4638"/>
          <p:cNvSpPr/>
          <p:nvPr/>
        </p:nvSpPr>
        <p:spPr>
          <a:xfrm>
            <a:off x="882612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421d5a"/>
          </a:solidFill>
          <a:ln w="0">
            <a:noFill/>
          </a:ln>
          <a:effectLst>
            <a:outerShdw blurRad="127080" dir="2388334" dist="5061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73" name="Google Shape;3042;g130e7787a26_1_4638"/>
          <p:cNvSpPr/>
          <p:nvPr/>
        </p:nvSpPr>
        <p:spPr>
          <a:xfrm>
            <a:off x="8899920" y="4913640"/>
            <a:ext cx="43560" cy="67680"/>
          </a:xfrm>
          <a:custGeom>
            <a:avLst/>
            <a:gdLst>
              <a:gd name="textAreaLeft" fmla="*/ 0 w 43560"/>
              <a:gd name="textAreaRight" fmla="*/ 4392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74" name="Google Shape;3043;g130e7787a26_1_4638"/>
          <p:cNvSpPr/>
          <p:nvPr/>
        </p:nvSpPr>
        <p:spPr>
          <a:xfrm flipH="1">
            <a:off x="8413200" y="4913640"/>
            <a:ext cx="43560" cy="67680"/>
          </a:xfrm>
          <a:custGeom>
            <a:avLst/>
            <a:gdLst>
              <a:gd name="textAreaLeft" fmla="*/ -360 w 43560"/>
              <a:gd name="textAreaRight" fmla="*/ 4356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75" name="Google Shape;3044;g130e7787a26_1_4638"/>
          <p:cNvSpPr/>
          <p:nvPr/>
        </p:nvSpPr>
        <p:spPr>
          <a:xfrm>
            <a:off x="387360" y="265320"/>
            <a:ext cx="49291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2100" strike="noStrike" u="none">
                <a:solidFill>
                  <a:srgbClr val="494949"/>
                </a:solidFill>
                <a:effectLst/>
                <a:uFillTx/>
                <a:latin typeface="Helvetica Neue"/>
                <a:ea typeface="Helvetica Neue"/>
              </a:rPr>
              <a:t>Infographic Collection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76" name="Google Shape;3045;g130e7787a26_1_4638"/>
          <p:cNvCxnSpPr/>
          <p:nvPr/>
        </p:nvCxnSpPr>
        <p:spPr>
          <a:xfrm>
            <a:off x="4228920" y="485640"/>
            <a:ext cx="4415040" cy="360"/>
          </a:xfrm>
          <a:prstGeom prst="straightConnector1">
            <a:avLst/>
          </a:prstGeom>
          <a:ln w="12700">
            <a:solidFill>
              <a:srgbClr val="c2c2c2"/>
            </a:solidFill>
            <a:miter/>
          </a:ln>
        </p:spPr>
      </p:cxnSp>
      <p:sp>
        <p:nvSpPr>
          <p:cNvPr id="2877" name="PlaceHolder 1"/>
          <p:cNvSpPr>
            <a:spLocks noGrp="1"/>
          </p:cNvSpPr>
          <p:nvPr>
            <p:ph type="sldNum" idx="415"/>
          </p:nvPr>
        </p:nvSpPr>
        <p:spPr>
          <a:xfrm>
            <a:off x="8591040" y="486540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676BE1B-00F9-450A-BE65-B179307C5389}" type="slidenum">
              <a: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5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7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80" name="Google Shape;3048;g130e7787a26_1_4646"/>
          <p:cNvCxnSpPr/>
          <p:nvPr/>
        </p:nvCxnSpPr>
        <p:spPr>
          <a:xfrm>
            <a:off x="473040" y="4964400"/>
            <a:ext cx="8271360" cy="6840"/>
          </a:xfrm>
          <a:prstGeom prst="straightConnector1">
            <a:avLst/>
          </a:prstGeom>
          <a:ln w="12700">
            <a:solidFill>
              <a:srgbClr val="d9d9d9"/>
            </a:solidFill>
            <a:miter/>
          </a:ln>
        </p:spPr>
      </p:cxnSp>
      <p:sp>
        <p:nvSpPr>
          <p:cNvPr id="2881" name="PlaceHolder 1"/>
          <p:cNvSpPr>
            <a:spLocks noGrp="1"/>
          </p:cNvSpPr>
          <p:nvPr>
            <p:ph type="body"/>
          </p:nvPr>
        </p:nvSpPr>
        <p:spPr>
          <a:xfrm>
            <a:off x="876240" y="270720"/>
            <a:ext cx="7391160" cy="416520"/>
          </a:xfrm>
          <a:prstGeom prst="rect">
            <a:avLst/>
          </a:prstGeom>
          <a:noFill/>
          <a:ln w="0">
            <a:noFill/>
          </a:ln>
          <a:effectLst>
            <a:outerShdw dist="0" dir="0" blurRad="127080" rotWithShape="0">
              <a:srgbClr val="000000">
                <a:alpha val="40000"/>
              </a:srgbClr>
            </a:outerShdw>
          </a:effectLst>
        </p:spPr>
        <p:txBody>
          <a:bodyPr lIns="25560" rIns="25560" tIns="25560" bIns="2556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2" name="PlaceHolder 2"/>
          <p:cNvSpPr>
            <a:spLocks noGrp="1"/>
          </p:cNvSpPr>
          <p:nvPr>
            <p:ph type="body"/>
          </p:nvPr>
        </p:nvSpPr>
        <p:spPr>
          <a:xfrm>
            <a:off x="876240" y="659520"/>
            <a:ext cx="7391160" cy="236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3" name="PlaceHolder 3"/>
          <p:cNvSpPr>
            <a:spLocks noGrp="1"/>
          </p:cNvSpPr>
          <p:nvPr>
            <p:ph type="sldNum" idx="416"/>
          </p:nvPr>
        </p:nvSpPr>
        <p:spPr>
          <a:xfrm>
            <a:off x="117360" y="4860720"/>
            <a:ext cx="200880" cy="18900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BD79C66-1E4C-4334-AD71-706122C7AB14}" type="slidenum">
              <a: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8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6" name="Google Shape;3053;g130e7787a26_1_4651"/>
          <p:cNvSpPr/>
          <p:nvPr/>
        </p:nvSpPr>
        <p:spPr>
          <a:xfrm>
            <a:off x="198360" y="187920"/>
            <a:ext cx="391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startup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87" name="Google Shape;3054;g130e7787a26_1_4651"/>
          <p:cNvCxnSpPr/>
          <p:nvPr/>
        </p:nvCxnSpPr>
        <p:spPr>
          <a:xfrm>
            <a:off x="8783640" y="459360"/>
            <a:ext cx="360" cy="298440"/>
          </a:xfrm>
          <a:prstGeom prst="straightConnector1">
            <a:avLst/>
          </a:prstGeom>
          <a:ln w="38100">
            <a:solidFill>
              <a:srgbClr val="344046"/>
            </a:solidFill>
            <a:miter/>
          </a:ln>
        </p:spPr>
      </p:cxnSp>
      <p:sp>
        <p:nvSpPr>
          <p:cNvPr id="2888" name="Google Shape;3055;g130e7787a26_1_4651"/>
          <p:cNvSpPr/>
          <p:nvPr/>
        </p:nvSpPr>
        <p:spPr>
          <a:xfrm flipH="1" rot="2700000">
            <a:off x="8732520" y="4778640"/>
            <a:ext cx="99360" cy="99360"/>
          </a:xfrm>
          <a:custGeom>
            <a:avLst/>
            <a:gdLst>
              <a:gd name="textAreaLeft" fmla="*/ 360 w 99360"/>
              <a:gd name="textAreaRight" fmla="*/ 100080 w 99360"/>
              <a:gd name="textAreaTop" fmla="*/ 0 h 99360"/>
              <a:gd name="textAreaBottom" fmla="*/ 99720 h 993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35"/>
                </a:moveTo>
                <a:lnTo>
                  <a:pt x="21565" y="35"/>
                </a:lnTo>
                <a:lnTo>
                  <a:pt x="21565" y="0"/>
                </a:lnTo>
                <a:lnTo>
                  <a:pt x="0" y="0"/>
                </a:lnTo>
                <a:lnTo>
                  <a:pt x="0" y="2875"/>
                </a:lnTo>
                <a:lnTo>
                  <a:pt x="18725" y="2875"/>
                </a:lnTo>
                <a:lnTo>
                  <a:pt x="18725" y="2160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34404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89" name="PlaceHolder 1"/>
          <p:cNvSpPr>
            <a:spLocks noGrp="1"/>
          </p:cNvSpPr>
          <p:nvPr>
            <p:ph type="title"/>
          </p:nvPr>
        </p:nvSpPr>
        <p:spPr>
          <a:xfrm>
            <a:off x="1293480" y="95040"/>
            <a:ext cx="4281840" cy="176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0" name="PlaceHolder 2"/>
          <p:cNvSpPr>
            <a:spLocks noGrp="1"/>
          </p:cNvSpPr>
          <p:nvPr>
            <p:ph type="sldNum" idx="417"/>
          </p:nvPr>
        </p:nvSpPr>
        <p:spPr>
          <a:xfrm>
            <a:off x="8677440" y="197280"/>
            <a:ext cx="209520" cy="206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3478CEA-AD92-4741-B7CB-F6680353034B}" type="slidenum"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9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3" name="Google Shape;3059;g130e7787a26_1_4657"/>
          <p:cNvSpPr/>
          <p:nvPr/>
        </p:nvSpPr>
        <p:spPr>
          <a:xfrm>
            <a:off x="663120" y="1404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4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5" name="PlaceHolder 2"/>
          <p:cNvSpPr>
            <a:spLocks noGrp="1"/>
          </p:cNvSpPr>
          <p:nvPr>
            <p:ph type="body"/>
          </p:nvPr>
        </p:nvSpPr>
        <p:spPr>
          <a:xfrm>
            <a:off x="5610600" y="1436760"/>
            <a:ext cx="2475360" cy="243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6" name="PlaceHolder 3"/>
          <p:cNvSpPr>
            <a:spLocks noGrp="1"/>
          </p:cNvSpPr>
          <p:nvPr>
            <p:ph type="body"/>
          </p:nvPr>
        </p:nvSpPr>
        <p:spPr>
          <a:xfrm>
            <a:off x="642960" y="1436760"/>
            <a:ext cx="2949120" cy="285840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97" name="Google Shape;3063;g130e7787a26_1_4657" descr="Google Shape;158;p76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8" name="PlaceHolder 4"/>
          <p:cNvSpPr>
            <a:spLocks noGrp="1"/>
          </p:cNvSpPr>
          <p:nvPr>
            <p:ph type="sldNum" idx="418"/>
          </p:nvPr>
        </p:nvSpPr>
        <p:spPr>
          <a:xfrm>
            <a:off x="6553080" y="4506120"/>
            <a:ext cx="585360" cy="56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0161BD6-F8D4-46A3-947C-4633957D92F4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0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1" name="Google Shape;2916;g130e7787a26_1_4514"/>
          <p:cNvSpPr/>
          <p:nvPr/>
        </p:nvSpPr>
        <p:spPr>
          <a:xfrm>
            <a:off x="663120" y="1404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2" name="PlaceHolder 1"/>
          <p:cNvSpPr>
            <a:spLocks noGrp="1"/>
          </p:cNvSpPr>
          <p:nvPr>
            <p:ph type="sldNum" idx="419"/>
          </p:nvPr>
        </p:nvSpPr>
        <p:spPr>
          <a:xfrm>
            <a:off x="5463720" y="4777200"/>
            <a:ext cx="585360" cy="56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A41B339-88AB-4E38-B7BB-82D725FD6F07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0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05" name="Google Shape;3066;g130e7787a26_1_4664"/>
          <p:cNvGrpSpPr/>
          <p:nvPr/>
        </p:nvGrpSpPr>
        <p:grpSpPr>
          <a:xfrm>
            <a:off x="444960" y="407520"/>
            <a:ext cx="1466640" cy="222120"/>
            <a:chOff x="444960" y="407520"/>
            <a:chExt cx="1466640" cy="222120"/>
          </a:xfrm>
        </p:grpSpPr>
        <p:sp>
          <p:nvSpPr>
            <p:cNvPr id="2906" name="Google Shape;3067;g130e7787a26_1_4664"/>
            <p:cNvSpPr/>
            <p:nvPr/>
          </p:nvSpPr>
          <p:spPr>
            <a:xfrm>
              <a:off x="727200" y="426600"/>
              <a:ext cx="1184400" cy="12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ctr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000001"/>
                  </a:solidFill>
                  <a:effectLst/>
                  <a:uFillTx/>
                  <a:latin typeface="Open Sans SemiBold"/>
                  <a:ea typeface="Open Sans SemiBold"/>
                </a:rPr>
                <a:t>BUSINESS TOOLS </a:t>
              </a:r>
              <a:r>
                <a:rPr b="1" lang="ru" sz="600" strike="noStrike" u="none">
                  <a:solidFill>
                    <a:srgbClr val="000001"/>
                  </a:solidFill>
                  <a:effectLst/>
                  <a:uFillTx/>
                  <a:latin typeface="Open Sans"/>
                  <a:ea typeface="Open Sans"/>
                </a:rPr>
                <a:t>PRO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7" name="Google Shape;3068;g130e7787a26_1_4664"/>
            <p:cNvSpPr/>
            <p:nvPr/>
          </p:nvSpPr>
          <p:spPr>
            <a:xfrm>
              <a:off x="444960" y="407520"/>
              <a:ext cx="199800" cy="22212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222120"/>
                <a:gd name="textAreaBottom" fmla="*/ 222480 h 222120"/>
              </a:gdLst>
              <a:ahLst/>
              <a:cxnLst/>
              <a:rect l="textAreaLeft" t="textAreaTop" r="textAreaRight" b="textAreaBottom"/>
              <a:pathLst>
                <a:path w="21575" h="21600">
                  <a:moveTo>
                    <a:pt x="5602" y="0"/>
                  </a:moveTo>
                  <a:cubicBezTo>
                    <a:pt x="5252" y="29"/>
                    <a:pt x="4921" y="153"/>
                    <a:pt x="4651" y="356"/>
                  </a:cubicBezTo>
                  <a:cubicBezTo>
                    <a:pt x="4352" y="581"/>
                    <a:pt x="4145" y="891"/>
                    <a:pt x="4064" y="1234"/>
                  </a:cubicBezTo>
                  <a:lnTo>
                    <a:pt x="0" y="21600"/>
                  </a:lnTo>
                  <a:lnTo>
                    <a:pt x="20473" y="15097"/>
                  </a:lnTo>
                  <a:cubicBezTo>
                    <a:pt x="20837" y="14990"/>
                    <a:pt x="21145" y="14768"/>
                    <a:pt x="21343" y="14473"/>
                  </a:cubicBezTo>
                  <a:cubicBezTo>
                    <a:pt x="21502" y="14236"/>
                    <a:pt x="21581" y="13962"/>
                    <a:pt x="21570" y="13685"/>
                  </a:cubicBezTo>
                  <a:lnTo>
                    <a:pt x="21570" y="1341"/>
                  </a:lnTo>
                  <a:cubicBezTo>
                    <a:pt x="21600" y="1015"/>
                    <a:pt x="21487" y="692"/>
                    <a:pt x="21255" y="441"/>
                  </a:cubicBezTo>
                  <a:cubicBezTo>
                    <a:pt x="21028" y="195"/>
                    <a:pt x="20705" y="37"/>
                    <a:pt x="20352" y="0"/>
                  </a:cubicBezTo>
                  <a:lnTo>
                    <a:pt x="5602" y="0"/>
                  </a:lnTo>
                  <a:close/>
                  <a:moveTo>
                    <a:pt x="9446" y="2655"/>
                  </a:moveTo>
                  <a:cubicBezTo>
                    <a:pt x="9939" y="2660"/>
                    <a:pt x="10346" y="3005"/>
                    <a:pt x="10380" y="3449"/>
                  </a:cubicBezTo>
                  <a:lnTo>
                    <a:pt x="10380" y="6492"/>
                  </a:lnTo>
                  <a:cubicBezTo>
                    <a:pt x="13122" y="4877"/>
                    <a:pt x="16786" y="6465"/>
                    <a:pt x="17101" y="9404"/>
                  </a:cubicBezTo>
                  <a:cubicBezTo>
                    <a:pt x="17343" y="11666"/>
                    <a:pt x="15308" y="13594"/>
                    <a:pt x="12765" y="13570"/>
                  </a:cubicBezTo>
                  <a:cubicBezTo>
                    <a:pt x="10462" y="13548"/>
                    <a:pt x="8580" y="11907"/>
                    <a:pt x="8478" y="9832"/>
                  </a:cubicBezTo>
                  <a:lnTo>
                    <a:pt x="8478" y="3496"/>
                  </a:lnTo>
                  <a:cubicBezTo>
                    <a:pt x="8491" y="3024"/>
                    <a:pt x="8922" y="2650"/>
                    <a:pt x="9446" y="2655"/>
                  </a:cubicBezTo>
                  <a:close/>
                  <a:moveTo>
                    <a:pt x="12799" y="7557"/>
                  </a:moveTo>
                  <a:cubicBezTo>
                    <a:pt x="12185" y="7557"/>
                    <a:pt x="11571" y="7768"/>
                    <a:pt x="11102" y="8191"/>
                  </a:cubicBezTo>
                  <a:cubicBezTo>
                    <a:pt x="10165" y="9035"/>
                    <a:pt x="10165" y="10405"/>
                    <a:pt x="11102" y="11250"/>
                  </a:cubicBezTo>
                  <a:cubicBezTo>
                    <a:pt x="12039" y="12095"/>
                    <a:pt x="13558" y="12095"/>
                    <a:pt x="14495" y="11250"/>
                  </a:cubicBezTo>
                  <a:cubicBezTo>
                    <a:pt x="15432" y="10405"/>
                    <a:pt x="15432" y="9035"/>
                    <a:pt x="14495" y="8191"/>
                  </a:cubicBezTo>
                  <a:cubicBezTo>
                    <a:pt x="14027" y="7768"/>
                    <a:pt x="13413" y="7557"/>
                    <a:pt x="12799" y="7557"/>
                  </a:cubicBezTo>
                  <a:close/>
                </a:path>
              </a:pathLst>
            </a:custGeom>
            <a:solidFill>
              <a:srgbClr val="326ec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908" name="PlaceHolder 1"/>
          <p:cNvSpPr>
            <a:spLocks noGrp="1"/>
          </p:cNvSpPr>
          <p:nvPr>
            <p:ph type="sldNum" idx="420"/>
          </p:nvPr>
        </p:nvSpPr>
        <p:spPr>
          <a:xfrm>
            <a:off x="8536320" y="425520"/>
            <a:ext cx="135720" cy="12060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C9DA63D-F382-4D79-AC7A-A76BF0F68792}" type="slidenum">
              <a: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1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11" name="Google Shape;3071;g130e7787a26_1_4669"/>
          <p:cNvGrpSpPr/>
          <p:nvPr/>
        </p:nvGrpSpPr>
        <p:grpSpPr>
          <a:xfrm>
            <a:off x="423360" y="4540320"/>
            <a:ext cx="1568160" cy="320400"/>
            <a:chOff x="423360" y="4540320"/>
            <a:chExt cx="1568160" cy="320400"/>
          </a:xfrm>
        </p:grpSpPr>
        <p:sp>
          <p:nvSpPr>
            <p:cNvPr id="2912" name="Google Shape;3072;g130e7787a26_1_4669"/>
            <p:cNvSpPr/>
            <p:nvPr/>
          </p:nvSpPr>
          <p:spPr>
            <a:xfrm>
              <a:off x="426240" y="4540320"/>
              <a:ext cx="1565280" cy="22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" rIns="10800" tIns="10800" bIns="1080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0077bf"/>
                  </a:solidFill>
                  <a:effectLst/>
                  <a:uFillTx/>
                  <a:latin typeface="Open Sans SemiBold"/>
                  <a:ea typeface="Open Sans SemiBold"/>
                </a:rPr>
                <a:t>Funnel Pack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3" name="Google Shape;3073;g130e7787a26_1_4669"/>
            <p:cNvSpPr/>
            <p:nvPr/>
          </p:nvSpPr>
          <p:spPr>
            <a:xfrm>
              <a:off x="423360" y="4742280"/>
              <a:ext cx="1079280" cy="1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2960" rIns="12960" tIns="12960" bIns="1296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14" name="PlaceHolder 1"/>
          <p:cNvSpPr>
            <a:spLocks noGrp="1"/>
          </p:cNvSpPr>
          <p:nvPr>
            <p:ph type="title"/>
          </p:nvPr>
        </p:nvSpPr>
        <p:spPr>
          <a:xfrm>
            <a:off x="795240" y="854280"/>
            <a:ext cx="7313760" cy="81648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5" name="PlaceHolder 2"/>
          <p:cNvSpPr>
            <a:spLocks noGrp="1"/>
          </p:cNvSpPr>
          <p:nvPr>
            <p:ph type="body"/>
          </p:nvPr>
        </p:nvSpPr>
        <p:spPr>
          <a:xfrm>
            <a:off x="851760" y="1751400"/>
            <a:ext cx="7678440" cy="263232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6" name="PlaceHolder 3"/>
          <p:cNvSpPr>
            <a:spLocks noGrp="1"/>
          </p:cNvSpPr>
          <p:nvPr>
            <p:ph type="sldNum" idx="421"/>
          </p:nvPr>
        </p:nvSpPr>
        <p:spPr>
          <a:xfrm>
            <a:off x="8547480" y="4686480"/>
            <a:ext cx="150120" cy="14364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758E71C-36A1-42FF-A736-76379F2C6550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1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9" name="PlaceHolder 1"/>
          <p:cNvSpPr>
            <a:spLocks noGrp="1"/>
          </p:cNvSpPr>
          <p:nvPr>
            <p:ph type="sldNum" idx="422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500568D-3E00-4C3C-BBB7-8B87033C280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2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2" name="Google Shape;3080;g130e7787a26_1_4678"/>
          <p:cNvSpPr/>
          <p:nvPr/>
        </p:nvSpPr>
        <p:spPr>
          <a:xfrm>
            <a:off x="663120" y="1404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3" name="PlaceHolder 1"/>
          <p:cNvSpPr>
            <a:spLocks noGrp="1"/>
          </p:cNvSpPr>
          <p:nvPr>
            <p:ph type="sldNum" idx="423"/>
          </p:nvPr>
        </p:nvSpPr>
        <p:spPr>
          <a:xfrm>
            <a:off x="5463720" y="4777200"/>
            <a:ext cx="585360" cy="56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C8C5573-2C91-44F9-85EB-C7DE401D1F68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2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6" name="PlaceHolder 1"/>
          <p:cNvSpPr>
            <a:spLocks noGrp="1"/>
          </p:cNvSpPr>
          <p:nvPr>
            <p:ph type="body"/>
          </p:nvPr>
        </p:nvSpPr>
        <p:spPr>
          <a:xfrm>
            <a:off x="450360" y="4447440"/>
            <a:ext cx="8238960" cy="23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7" name="PlaceHolder 2"/>
          <p:cNvSpPr>
            <a:spLocks noGrp="1"/>
          </p:cNvSpPr>
          <p:nvPr>
            <p:ph type="title"/>
          </p:nvPr>
        </p:nvSpPr>
        <p:spPr>
          <a:xfrm>
            <a:off x="452520" y="9655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8" name="PlaceHolder 3"/>
          <p:cNvSpPr>
            <a:spLocks noGrp="1"/>
          </p:cNvSpPr>
          <p:nvPr>
            <p:ph type="body"/>
          </p:nvPr>
        </p:nvSpPr>
        <p:spPr>
          <a:xfrm>
            <a:off x="450360" y="2708640"/>
            <a:ext cx="8238960" cy="7138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9" name="PlaceHolder 4"/>
          <p:cNvSpPr>
            <a:spLocks noGrp="1"/>
          </p:cNvSpPr>
          <p:nvPr>
            <p:ph type="sldNum" idx="424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71495E9-4B9F-4F3B-A02B-33AE9E608C7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3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2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1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3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4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5" name="PlaceHolder 4"/>
          <p:cNvSpPr>
            <a:spLocks noGrp="1"/>
          </p:cNvSpPr>
          <p:nvPr>
            <p:ph type="sldNum" idx="425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1FA0195-4864-4A2E-84A0-C6FF24EAC9B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3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8" name="PlaceHolder 1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9" name="PlaceHolder 2"/>
          <p:cNvSpPr>
            <a:spLocks noGrp="1"/>
          </p:cNvSpPr>
          <p:nvPr>
            <p:ph type="sldNum" idx="426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0677B2D-E60C-455F-990D-BCF40EB4F44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4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2" name="PlaceHolder 1"/>
          <p:cNvSpPr>
            <a:spLocks noGrp="1"/>
          </p:cNvSpPr>
          <p:nvPr>
            <p:ph type="body"/>
          </p:nvPr>
        </p:nvSpPr>
        <p:spPr>
          <a:xfrm>
            <a:off x="452520" y="889920"/>
            <a:ext cx="3666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3" name="PlaceHolder 2"/>
          <p:cNvSpPr>
            <a:spLocks noGrp="1"/>
          </p:cNvSpPr>
          <p:nvPr>
            <p:ph type="body"/>
          </p:nvPr>
        </p:nvSpPr>
        <p:spPr>
          <a:xfrm>
            <a:off x="452520" y="1593360"/>
            <a:ext cx="3666960" cy="309600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4" name="PlaceHolder 3"/>
          <p:cNvSpPr>
            <a:spLocks noGrp="1"/>
          </p:cNvSpPr>
          <p:nvPr>
            <p:ph type="body"/>
          </p:nvPr>
        </p:nvSpPr>
        <p:spPr>
          <a:xfrm>
            <a:off x="4572000" y="-152640"/>
            <a:ext cx="4093560" cy="545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5" name="PlaceHolder 4"/>
          <p:cNvSpPr>
            <a:spLocks noGrp="1"/>
          </p:cNvSpPr>
          <p:nvPr>
            <p:ph type="title"/>
          </p:nvPr>
        </p:nvSpPr>
        <p:spPr>
          <a:xfrm>
            <a:off x="452520" y="404640"/>
            <a:ext cx="3666960" cy="537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62500" lnSpcReduction="19999"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6" name="PlaceHolder 5"/>
          <p:cNvSpPr>
            <a:spLocks noGrp="1"/>
          </p:cNvSpPr>
          <p:nvPr>
            <p:ph type="sldNum" idx="427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5316482-6BC6-4EFF-B15A-CF1494FEC0D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4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9" name="PlaceHolder 1"/>
          <p:cNvSpPr>
            <a:spLocks noGrp="1"/>
          </p:cNvSpPr>
          <p:nvPr>
            <p:ph type="title"/>
          </p:nvPr>
        </p:nvSpPr>
        <p:spPr>
          <a:xfrm>
            <a:off x="452520" y="170028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ctr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0" name="PlaceHolder 2"/>
          <p:cNvSpPr>
            <a:spLocks noGrp="1"/>
          </p:cNvSpPr>
          <p:nvPr>
            <p:ph type="sldNum" idx="428"/>
          </p:nvPr>
        </p:nvSpPr>
        <p:spPr>
          <a:xfrm>
            <a:off x="4500000" y="491688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3BDE818-DE04-4E56-A728-9048FF48FF6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5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3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4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5" name="PlaceHolder 3"/>
          <p:cNvSpPr>
            <a:spLocks noGrp="1"/>
          </p:cNvSpPr>
          <p:nvPr>
            <p:ph type="sldNum" idx="429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5BB1BC6-7F7B-4C8D-8BC6-3018933E96B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5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8" name="Google Shape;2919;g130e7787a26_1_4517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59" name="Google Shape;2920;g130e7787a26_1_451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0" name="Google Shape;2921;g130e7787a26_1_4517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61" name="PlaceHolder 1"/>
          <p:cNvSpPr>
            <a:spLocks noGrp="1"/>
          </p:cNvSpPr>
          <p:nvPr>
            <p:ph type="sldNum" idx="43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931F1A9-6E0A-400A-9767-819448CF650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6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4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5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6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7" name="PlaceHolder 4"/>
          <p:cNvSpPr>
            <a:spLocks noGrp="1"/>
          </p:cNvSpPr>
          <p:nvPr>
            <p:ph type="sldNum" idx="431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28D499A-B7E4-49FE-9A5F-1DF3BB0CB78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6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0" name="PlaceHolder 1"/>
          <p:cNvSpPr>
            <a:spLocks noGrp="1"/>
          </p:cNvSpPr>
          <p:nvPr>
            <p:ph type="body"/>
          </p:nvPr>
        </p:nvSpPr>
        <p:spPr>
          <a:xfrm>
            <a:off x="452520" y="1845360"/>
            <a:ext cx="8238960" cy="145260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1" name="PlaceHolder 2"/>
          <p:cNvSpPr>
            <a:spLocks noGrp="1"/>
          </p:cNvSpPr>
          <p:nvPr>
            <p:ph type="sldNum" idx="432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8D8A253-F421-41DC-AB28-C5BA4760845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7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4" name="PlaceHolder 1"/>
          <p:cNvSpPr>
            <a:spLocks noGrp="1"/>
          </p:cNvSpPr>
          <p:nvPr>
            <p:ph type="body"/>
          </p:nvPr>
        </p:nvSpPr>
        <p:spPr>
          <a:xfrm>
            <a:off x="452520" y="403560"/>
            <a:ext cx="8238960" cy="27151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5" name="PlaceHolder 2"/>
          <p:cNvSpPr>
            <a:spLocks noGrp="1"/>
          </p:cNvSpPr>
          <p:nvPr>
            <p:ph type="body"/>
          </p:nvPr>
        </p:nvSpPr>
        <p:spPr>
          <a:xfrm>
            <a:off x="452520" y="309816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6" name="PlaceHolder 3"/>
          <p:cNvSpPr>
            <a:spLocks noGrp="1"/>
          </p:cNvSpPr>
          <p:nvPr>
            <p:ph type="sldNum" idx="433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82FF2AD-0857-49F7-97C8-CD7FC17AEF6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7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9" name="PlaceHolder 1"/>
          <p:cNvSpPr>
            <a:spLocks noGrp="1"/>
          </p:cNvSpPr>
          <p:nvPr>
            <p:ph type="body"/>
          </p:nvPr>
        </p:nvSpPr>
        <p:spPr>
          <a:xfrm>
            <a:off x="911160" y="4003200"/>
            <a:ext cx="7574760" cy="23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0" name="PlaceHolder 2"/>
          <p:cNvSpPr>
            <a:spLocks noGrp="1"/>
          </p:cNvSpPr>
          <p:nvPr>
            <p:ph type="body"/>
          </p:nvPr>
        </p:nvSpPr>
        <p:spPr>
          <a:xfrm>
            <a:off x="657720" y="1852560"/>
            <a:ext cx="7828200" cy="14385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1" name="PlaceHolder 3"/>
          <p:cNvSpPr>
            <a:spLocks noGrp="1"/>
          </p:cNvSpPr>
          <p:nvPr>
            <p:ph type="sldNum" idx="434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5E26CC6-1FC1-4148-A558-3AAD1B0F6B3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8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4" name="PlaceHolder 1"/>
          <p:cNvSpPr>
            <a:spLocks noGrp="1"/>
          </p:cNvSpPr>
          <p:nvPr>
            <p:ph type="body"/>
          </p:nvPr>
        </p:nvSpPr>
        <p:spPr>
          <a:xfrm>
            <a:off x="5910120" y="380880"/>
            <a:ext cx="2789280" cy="223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5" name="PlaceHolder 2"/>
          <p:cNvSpPr>
            <a:spLocks noGrp="1"/>
          </p:cNvSpPr>
          <p:nvPr>
            <p:ph type="body"/>
          </p:nvPr>
        </p:nvSpPr>
        <p:spPr>
          <a:xfrm>
            <a:off x="5062680" y="1491840"/>
            <a:ext cx="3914280" cy="455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6" name="PlaceHolder 3"/>
          <p:cNvSpPr>
            <a:spLocks noGrp="1"/>
          </p:cNvSpPr>
          <p:nvPr>
            <p:ph type="body"/>
          </p:nvPr>
        </p:nvSpPr>
        <p:spPr>
          <a:xfrm>
            <a:off x="-52560" y="185760"/>
            <a:ext cx="6229080" cy="467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7" name="PlaceHolder 4"/>
          <p:cNvSpPr>
            <a:spLocks noGrp="1"/>
          </p:cNvSpPr>
          <p:nvPr>
            <p:ph type="sldNum" idx="435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8F041D0-01BC-4895-9F73-23F95D1F332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8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0" name="PlaceHolder 1"/>
          <p:cNvSpPr>
            <a:spLocks noGrp="1"/>
          </p:cNvSpPr>
          <p:nvPr>
            <p:ph type="body"/>
          </p:nvPr>
        </p:nvSpPr>
        <p:spPr>
          <a:xfrm>
            <a:off x="-500040" y="-2071800"/>
            <a:ext cx="10143720" cy="811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1" name="PlaceHolder 2"/>
          <p:cNvSpPr>
            <a:spLocks noGrp="1"/>
          </p:cNvSpPr>
          <p:nvPr>
            <p:ph type="sldNum" idx="436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DD46EE2-DDBA-4D6D-B981-54261D6CABC9}" type="slidenum">
              <a:rPr b="0" lang="ru" sz="700" strike="noStrike" u="none"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99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4" name="Google Shape;3133;g130e7787a26_1_4731"/>
          <p:cNvSpPr/>
          <p:nvPr/>
        </p:nvSpPr>
        <p:spPr>
          <a:xfrm>
            <a:off x="8256960" y="4690080"/>
            <a:ext cx="254520" cy="254520"/>
          </a:xfrm>
          <a:prstGeom prst="ellipse">
            <a:avLst/>
          </a:prstGeom>
          <a:solidFill>
            <a:srgbClr val="00af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2995" name="Google Shape;3134;g130e7787a26_1_4731"/>
          <p:cNvCxnSpPr/>
          <p:nvPr/>
        </p:nvCxnSpPr>
        <p:spPr>
          <a:xfrm flipH="1">
            <a:off x="1464480" y="4818600"/>
            <a:ext cx="6652440" cy="360"/>
          </a:xfrm>
          <a:prstGeom prst="straightConnector1">
            <a:avLst/>
          </a:prstGeom>
          <a:ln w="19050">
            <a:solidFill>
              <a:srgbClr val="00afd2"/>
            </a:solidFill>
            <a:miter/>
          </a:ln>
        </p:spPr>
      </p:cxnSp>
      <p:sp>
        <p:nvSpPr>
          <p:cNvPr id="2996" name="Google Shape;3135;g130e7787a26_1_4731"/>
          <p:cNvSpPr/>
          <p:nvPr/>
        </p:nvSpPr>
        <p:spPr>
          <a:xfrm>
            <a:off x="630000" y="4739760"/>
            <a:ext cx="8892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00afd2"/>
                </a:solidFill>
                <a:effectLst/>
                <a:uFillTx/>
                <a:latin typeface="Helvetica Neue"/>
                <a:ea typeface="Helvetica Neue"/>
              </a:rPr>
              <a:t>Business </a:t>
            </a:r>
            <a:r>
              <a:rPr b="0" lang="ru" sz="800" strike="noStrike" u="none">
                <a:solidFill>
                  <a:srgbClr val="050a19"/>
                </a:solidFill>
                <a:effectLst/>
                <a:uFillTx/>
                <a:latin typeface="Helvetica Neue"/>
                <a:ea typeface="Helvetica Neue"/>
              </a:rPr>
              <a:t>Plan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7" name="PlaceHolder 1"/>
          <p:cNvSpPr>
            <a:spLocks noGrp="1"/>
          </p:cNvSpPr>
          <p:nvPr>
            <p:ph type="body"/>
          </p:nvPr>
        </p:nvSpPr>
        <p:spPr>
          <a:xfrm>
            <a:off x="628560" y="685080"/>
            <a:ext cx="7886520" cy="18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8" name="PlaceHolder 2"/>
          <p:cNvSpPr>
            <a:spLocks noGrp="1"/>
          </p:cNvSpPr>
          <p:nvPr>
            <p:ph type="title"/>
          </p:nvPr>
        </p:nvSpPr>
        <p:spPr>
          <a:xfrm>
            <a:off x="625680" y="187920"/>
            <a:ext cx="7891920" cy="5252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9" name="PlaceHolder 3"/>
          <p:cNvSpPr>
            <a:spLocks noGrp="1"/>
          </p:cNvSpPr>
          <p:nvPr>
            <p:ph type="sldNum" idx="437"/>
          </p:nvPr>
        </p:nvSpPr>
        <p:spPr>
          <a:xfrm>
            <a:off x="8305560" y="4721040"/>
            <a:ext cx="157320" cy="1508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EB84DDA-D3C0-49C1-83D3-06E55001E2BB}" type="slidenum">
              <a:rPr b="0" lang="ru" sz="800" strike="noStrike" u="none">
                <a:solidFill>
                  <a:srgbClr val="ffffff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0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2" name="PlaceHolder 1"/>
          <p:cNvSpPr>
            <a:spLocks noGrp="1"/>
          </p:cNvSpPr>
          <p:nvPr>
            <p:ph type="body"/>
          </p:nvPr>
        </p:nvSpPr>
        <p:spPr>
          <a:xfrm>
            <a:off x="757080" y="784080"/>
            <a:ext cx="77576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3" name="PlaceHolder 2"/>
          <p:cNvSpPr>
            <a:spLocks noGrp="1"/>
          </p:cNvSpPr>
          <p:nvPr>
            <p:ph type="title"/>
          </p:nvPr>
        </p:nvSpPr>
        <p:spPr>
          <a:xfrm>
            <a:off x="757080" y="271440"/>
            <a:ext cx="775764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3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04" name="Google Shape;3142;g130e7787a26_1_4738"/>
          <p:cNvCxnSpPr/>
          <p:nvPr/>
        </p:nvCxnSpPr>
        <p:spPr>
          <a:xfrm>
            <a:off x="645840" y="342720"/>
            <a:ext cx="360" cy="60768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cxnSp>
        <p:nvCxnSpPr>
          <p:cNvPr id="3005" name="Google Shape;3143;g130e7787a26_1_4738"/>
          <p:cNvCxnSpPr/>
          <p:nvPr/>
        </p:nvCxnSpPr>
        <p:spPr>
          <a:xfrm>
            <a:off x="8497800" y="4800600"/>
            <a:ext cx="360" cy="149400"/>
          </a:xfrm>
          <a:prstGeom prst="straightConnector1">
            <a:avLst/>
          </a:prstGeom>
          <a:ln w="88900">
            <a:solidFill>
              <a:srgbClr val="83c25a"/>
            </a:solidFill>
            <a:miter/>
          </a:ln>
        </p:spPr>
      </p:cxnSp>
      <p:sp>
        <p:nvSpPr>
          <p:cNvPr id="3006" name="PlaceHolder 3"/>
          <p:cNvSpPr>
            <a:spLocks noGrp="1"/>
          </p:cNvSpPr>
          <p:nvPr>
            <p:ph type="sldNum" idx="438"/>
          </p:nvPr>
        </p:nvSpPr>
        <p:spPr>
          <a:xfrm>
            <a:off x="8291880" y="4795920"/>
            <a:ext cx="129600" cy="13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4EE1AC-9BC3-4F2F-81B6-0EB3E411F5E6}" type="slidenum">
              <a:rPr b="0" lang="ru" sz="900" strike="noStrike" u="none">
                <a:solidFill>
                  <a:srgbClr val="282828"/>
                </a:solidFill>
                <a:effectLst/>
                <a:uFillTx/>
                <a:latin typeface="Lato Light"/>
                <a:ea typeface="Lato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0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09" name="Google Shape;3146;g130e7787a26_1_4744"/>
          <p:cNvGrpSpPr/>
          <p:nvPr/>
        </p:nvGrpSpPr>
        <p:grpSpPr>
          <a:xfrm>
            <a:off x="413640" y="4518000"/>
            <a:ext cx="1565280" cy="309240"/>
            <a:chOff x="413640" y="4518000"/>
            <a:chExt cx="1565280" cy="309240"/>
          </a:xfrm>
        </p:grpSpPr>
        <p:sp>
          <p:nvSpPr>
            <p:cNvPr id="3010" name="Google Shape;3147;g130e7787a26_1_4744"/>
            <p:cNvSpPr/>
            <p:nvPr/>
          </p:nvSpPr>
          <p:spPr>
            <a:xfrm>
              <a:off x="413640" y="4518000"/>
              <a:ext cx="1565280" cy="22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" rIns="10800" tIns="10800" bIns="1080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df797d"/>
                  </a:solidFill>
                  <a:effectLst/>
                  <a:uFillTx/>
                  <a:latin typeface="Open Sans SemiBold"/>
                  <a:ea typeface="Open Sans SemiBold"/>
                </a:rPr>
                <a:t>Business Plan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1" name="Google Shape;3148;g130e7787a26_1_4744"/>
            <p:cNvSpPr/>
            <p:nvPr/>
          </p:nvSpPr>
          <p:spPr>
            <a:xfrm>
              <a:off x="413640" y="4708800"/>
              <a:ext cx="1079280" cy="1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2960" rIns="12960" tIns="12960" bIns="1296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12" name="PlaceHolder 1"/>
          <p:cNvSpPr>
            <a:spLocks noGrp="1"/>
          </p:cNvSpPr>
          <p:nvPr>
            <p:ph type="sldNum" idx="439"/>
          </p:nvPr>
        </p:nvSpPr>
        <p:spPr>
          <a:xfrm>
            <a:off x="8624520" y="4686480"/>
            <a:ext cx="150120" cy="20448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spAutoFit/>
          </a:bodyPr>
          <a:lstStyle>
            <a:lvl1pPr indent="0" algn="just">
              <a:lnSpc>
                <a:spcPct val="15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just">
              <a:lnSpc>
                <a:spcPct val="150000"/>
              </a:lnSpc>
              <a:buNone/>
              <a:tabLst>
                <a:tab algn="l" pos="0"/>
              </a:tabLst>
            </a:pPr>
            <a:fld id="{EF1E7EF0-EFBC-4E08-8597-5C681B0974B0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1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15" name="Google Shape;3151;g130e7787a26_1_4749"/>
          <p:cNvGrpSpPr/>
          <p:nvPr/>
        </p:nvGrpSpPr>
        <p:grpSpPr>
          <a:xfrm>
            <a:off x="502920" y="4627080"/>
            <a:ext cx="974880" cy="174600"/>
            <a:chOff x="502920" y="4627080"/>
            <a:chExt cx="974880" cy="174600"/>
          </a:xfrm>
        </p:grpSpPr>
        <p:sp>
          <p:nvSpPr>
            <p:cNvPr id="3016" name="Google Shape;3152;g130e7787a26_1_4749"/>
            <p:cNvSpPr/>
            <p:nvPr/>
          </p:nvSpPr>
          <p:spPr>
            <a:xfrm>
              <a:off x="1293120" y="4653000"/>
              <a:ext cx="184680" cy="148320"/>
            </a:xfrm>
            <a:custGeom>
              <a:avLst/>
              <a:gdLst>
                <a:gd name="textAreaLeft" fmla="*/ 0 w 184680"/>
                <a:gd name="textAreaRight" fmla="*/ 185040 w 184680"/>
                <a:gd name="textAreaTop" fmla="*/ 0 h 148320"/>
                <a:gd name="textAreaBottom" fmla="*/ 148680 h 148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21600" y="2606"/>
                  </a:moveTo>
                  <a:cubicBezTo>
                    <a:pt x="20757" y="3127"/>
                    <a:pt x="19913" y="3648"/>
                    <a:pt x="19117" y="3648"/>
                  </a:cubicBezTo>
                  <a:cubicBezTo>
                    <a:pt x="19913" y="3127"/>
                    <a:pt x="20757" y="2085"/>
                    <a:pt x="20757" y="579"/>
                  </a:cubicBezTo>
                  <a:cubicBezTo>
                    <a:pt x="19913" y="1100"/>
                    <a:pt x="19117" y="1564"/>
                    <a:pt x="18226" y="2085"/>
                  </a:cubicBezTo>
                  <a:cubicBezTo>
                    <a:pt x="17430" y="1100"/>
                    <a:pt x="16165" y="0"/>
                    <a:pt x="14947" y="0"/>
                  </a:cubicBezTo>
                  <a:cubicBezTo>
                    <a:pt x="12416" y="0"/>
                    <a:pt x="10355" y="2606"/>
                    <a:pt x="10355" y="5675"/>
                  </a:cubicBezTo>
                  <a:cubicBezTo>
                    <a:pt x="10355" y="6196"/>
                    <a:pt x="10355" y="6717"/>
                    <a:pt x="10777" y="6717"/>
                  </a:cubicBezTo>
                  <a:cubicBezTo>
                    <a:pt x="7075" y="6717"/>
                    <a:pt x="3702" y="4691"/>
                    <a:pt x="1640" y="1100"/>
                  </a:cubicBezTo>
                  <a:cubicBezTo>
                    <a:pt x="1218" y="2085"/>
                    <a:pt x="797" y="3127"/>
                    <a:pt x="797" y="4169"/>
                  </a:cubicBezTo>
                  <a:cubicBezTo>
                    <a:pt x="797" y="5675"/>
                    <a:pt x="1640" y="7760"/>
                    <a:pt x="2858" y="8744"/>
                  </a:cubicBezTo>
                  <a:cubicBezTo>
                    <a:pt x="2062" y="8281"/>
                    <a:pt x="1640" y="8281"/>
                    <a:pt x="797" y="7760"/>
                  </a:cubicBezTo>
                  <a:cubicBezTo>
                    <a:pt x="797" y="10308"/>
                    <a:pt x="2483" y="12856"/>
                    <a:pt x="4592" y="13377"/>
                  </a:cubicBezTo>
                  <a:cubicBezTo>
                    <a:pt x="4170" y="13377"/>
                    <a:pt x="3702" y="13377"/>
                    <a:pt x="3280" y="13377"/>
                  </a:cubicBezTo>
                  <a:cubicBezTo>
                    <a:pt x="2858" y="13377"/>
                    <a:pt x="2858" y="13377"/>
                    <a:pt x="2483" y="13377"/>
                  </a:cubicBezTo>
                  <a:cubicBezTo>
                    <a:pt x="2858" y="15404"/>
                    <a:pt x="4592" y="17025"/>
                    <a:pt x="6653" y="17025"/>
                  </a:cubicBezTo>
                  <a:cubicBezTo>
                    <a:pt x="4967" y="18473"/>
                    <a:pt x="3280" y="19573"/>
                    <a:pt x="1218" y="19573"/>
                  </a:cubicBezTo>
                  <a:cubicBezTo>
                    <a:pt x="797" y="19573"/>
                    <a:pt x="375" y="19573"/>
                    <a:pt x="0" y="19573"/>
                  </a:cubicBezTo>
                  <a:cubicBezTo>
                    <a:pt x="2062" y="21079"/>
                    <a:pt x="4170" y="21600"/>
                    <a:pt x="6653" y="21600"/>
                  </a:cubicBezTo>
                  <a:cubicBezTo>
                    <a:pt x="14947" y="21600"/>
                    <a:pt x="19117" y="13377"/>
                    <a:pt x="19117" y="6196"/>
                  </a:cubicBezTo>
                  <a:lnTo>
                    <a:pt x="19117" y="5675"/>
                  </a:lnTo>
                  <a:cubicBezTo>
                    <a:pt x="20335" y="4691"/>
                    <a:pt x="20757" y="4169"/>
                    <a:pt x="21600" y="2606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17" name="Google Shape;3153;g130e7787a26_1_4749"/>
            <p:cNvSpPr/>
            <p:nvPr/>
          </p:nvSpPr>
          <p:spPr>
            <a:xfrm>
              <a:off x="897840" y="4627080"/>
              <a:ext cx="170640" cy="17424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7534" y="10601"/>
                  </a:moveTo>
                  <a:cubicBezTo>
                    <a:pt x="17534" y="14135"/>
                    <a:pt x="14434" y="17220"/>
                    <a:pt x="10825" y="17220"/>
                  </a:cubicBezTo>
                  <a:cubicBezTo>
                    <a:pt x="7217" y="17220"/>
                    <a:pt x="4015" y="14135"/>
                    <a:pt x="4015" y="10601"/>
                  </a:cubicBezTo>
                  <a:cubicBezTo>
                    <a:pt x="4015" y="10103"/>
                    <a:pt x="4472" y="10103"/>
                    <a:pt x="4472" y="9705"/>
                  </a:cubicBezTo>
                  <a:cubicBezTo>
                    <a:pt x="0" y="9705"/>
                    <a:pt x="0" y="9705"/>
                    <a:pt x="0" y="9705"/>
                  </a:cubicBezTo>
                  <a:cubicBezTo>
                    <a:pt x="0" y="18066"/>
                    <a:pt x="0" y="18066"/>
                    <a:pt x="0" y="18066"/>
                  </a:cubicBezTo>
                  <a:cubicBezTo>
                    <a:pt x="0" y="19858"/>
                    <a:pt x="1321" y="21600"/>
                    <a:pt x="3151" y="21600"/>
                  </a:cubicBezTo>
                  <a:cubicBezTo>
                    <a:pt x="18449" y="21600"/>
                    <a:pt x="18449" y="21600"/>
                    <a:pt x="18449" y="21600"/>
                  </a:cubicBezTo>
                  <a:cubicBezTo>
                    <a:pt x="20228" y="21600"/>
                    <a:pt x="21600" y="19858"/>
                    <a:pt x="21600" y="18066"/>
                  </a:cubicBezTo>
                  <a:cubicBezTo>
                    <a:pt x="21600" y="9705"/>
                    <a:pt x="21600" y="9705"/>
                    <a:pt x="21600" y="9705"/>
                  </a:cubicBezTo>
                  <a:cubicBezTo>
                    <a:pt x="17128" y="9705"/>
                    <a:pt x="17128" y="9705"/>
                    <a:pt x="17128" y="9705"/>
                  </a:cubicBezTo>
                  <a:cubicBezTo>
                    <a:pt x="17128" y="10103"/>
                    <a:pt x="17534" y="10103"/>
                    <a:pt x="17534" y="10601"/>
                  </a:cubicBezTo>
                  <a:close/>
                  <a:moveTo>
                    <a:pt x="18449" y="0"/>
                  </a:moveTo>
                  <a:cubicBezTo>
                    <a:pt x="3151" y="0"/>
                    <a:pt x="3151" y="0"/>
                    <a:pt x="3151" y="0"/>
                  </a:cubicBezTo>
                  <a:cubicBezTo>
                    <a:pt x="1321" y="0"/>
                    <a:pt x="0" y="1792"/>
                    <a:pt x="0" y="3534"/>
                  </a:cubicBezTo>
                  <a:cubicBezTo>
                    <a:pt x="0" y="7067"/>
                    <a:pt x="0" y="7067"/>
                    <a:pt x="0" y="7067"/>
                  </a:cubicBezTo>
                  <a:cubicBezTo>
                    <a:pt x="5387" y="7067"/>
                    <a:pt x="5387" y="7067"/>
                    <a:pt x="5387" y="7067"/>
                  </a:cubicBezTo>
                  <a:cubicBezTo>
                    <a:pt x="6709" y="5276"/>
                    <a:pt x="8538" y="4429"/>
                    <a:pt x="10825" y="4429"/>
                  </a:cubicBezTo>
                  <a:cubicBezTo>
                    <a:pt x="13062" y="4429"/>
                    <a:pt x="14840" y="5276"/>
                    <a:pt x="16213" y="7067"/>
                  </a:cubicBezTo>
                  <a:cubicBezTo>
                    <a:pt x="21600" y="7067"/>
                    <a:pt x="21600" y="7067"/>
                    <a:pt x="21600" y="7067"/>
                  </a:cubicBezTo>
                  <a:cubicBezTo>
                    <a:pt x="21600" y="3534"/>
                    <a:pt x="21600" y="3534"/>
                    <a:pt x="21600" y="3534"/>
                  </a:cubicBezTo>
                  <a:cubicBezTo>
                    <a:pt x="21600" y="1792"/>
                    <a:pt x="20228" y="0"/>
                    <a:pt x="18449" y="0"/>
                  </a:cubicBezTo>
                  <a:close/>
                  <a:moveTo>
                    <a:pt x="19821" y="4429"/>
                  </a:moveTo>
                  <a:cubicBezTo>
                    <a:pt x="19821" y="4429"/>
                    <a:pt x="19821" y="4828"/>
                    <a:pt x="19364" y="4828"/>
                  </a:cubicBezTo>
                  <a:cubicBezTo>
                    <a:pt x="17534" y="4828"/>
                    <a:pt x="17534" y="4828"/>
                    <a:pt x="17534" y="4828"/>
                  </a:cubicBezTo>
                  <a:cubicBezTo>
                    <a:pt x="17128" y="4828"/>
                    <a:pt x="16670" y="4429"/>
                    <a:pt x="16670" y="4429"/>
                  </a:cubicBezTo>
                  <a:cubicBezTo>
                    <a:pt x="16670" y="2638"/>
                    <a:pt x="16670" y="2638"/>
                    <a:pt x="16670" y="2638"/>
                  </a:cubicBezTo>
                  <a:cubicBezTo>
                    <a:pt x="16670" y="2190"/>
                    <a:pt x="17128" y="1792"/>
                    <a:pt x="17534" y="1792"/>
                  </a:cubicBezTo>
                  <a:cubicBezTo>
                    <a:pt x="19364" y="1792"/>
                    <a:pt x="19364" y="1792"/>
                    <a:pt x="19364" y="1792"/>
                  </a:cubicBezTo>
                  <a:cubicBezTo>
                    <a:pt x="19821" y="1792"/>
                    <a:pt x="19821" y="2190"/>
                    <a:pt x="19821" y="2638"/>
                  </a:cubicBezTo>
                  <a:lnTo>
                    <a:pt x="19821" y="4429"/>
                  </a:lnTo>
                  <a:close/>
                  <a:moveTo>
                    <a:pt x="14840" y="10601"/>
                  </a:moveTo>
                  <a:cubicBezTo>
                    <a:pt x="14840" y="8361"/>
                    <a:pt x="13062" y="6619"/>
                    <a:pt x="10825" y="6619"/>
                  </a:cubicBezTo>
                  <a:cubicBezTo>
                    <a:pt x="8538" y="6619"/>
                    <a:pt x="6709" y="8361"/>
                    <a:pt x="6709" y="10601"/>
                  </a:cubicBezTo>
                  <a:cubicBezTo>
                    <a:pt x="6709" y="12791"/>
                    <a:pt x="8538" y="14582"/>
                    <a:pt x="10825" y="14582"/>
                  </a:cubicBezTo>
                  <a:cubicBezTo>
                    <a:pt x="13062" y="14582"/>
                    <a:pt x="14840" y="12791"/>
                    <a:pt x="14840" y="10601"/>
                  </a:cubicBezTo>
                  <a:close/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18" name="Google Shape;3154;g130e7787a26_1_4749"/>
            <p:cNvSpPr/>
            <p:nvPr/>
          </p:nvSpPr>
          <p:spPr>
            <a:xfrm>
              <a:off x="502920" y="4629960"/>
              <a:ext cx="170640" cy="171720"/>
            </a:xfrm>
            <a:custGeom>
              <a:avLst/>
              <a:gdLst>
                <a:gd name="textAreaLeft" fmla="*/ 0 w 170640"/>
                <a:gd name="textAreaRight" fmla="*/ 171000 w 170640"/>
                <a:gd name="textAreaTop" fmla="*/ 0 h 171720"/>
                <a:gd name="textAreaBottom" fmla="*/ 172080 h 1717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18906" y="0"/>
                  </a:moveTo>
                  <a:cubicBezTo>
                    <a:pt x="2694" y="0"/>
                    <a:pt x="2694" y="0"/>
                    <a:pt x="2694" y="0"/>
                  </a:cubicBezTo>
                  <a:cubicBezTo>
                    <a:pt x="1372" y="0"/>
                    <a:pt x="0" y="1369"/>
                    <a:pt x="0" y="2687"/>
                  </a:cubicBezTo>
                  <a:cubicBezTo>
                    <a:pt x="0" y="18862"/>
                    <a:pt x="0" y="18862"/>
                    <a:pt x="0" y="18862"/>
                  </a:cubicBezTo>
                  <a:cubicBezTo>
                    <a:pt x="0" y="20231"/>
                    <a:pt x="1372" y="21600"/>
                    <a:pt x="2694" y="21600"/>
                  </a:cubicBezTo>
                  <a:cubicBezTo>
                    <a:pt x="10825" y="21600"/>
                    <a:pt x="10825" y="21600"/>
                    <a:pt x="10825" y="21600"/>
                  </a:cubicBezTo>
                  <a:cubicBezTo>
                    <a:pt x="10825" y="13893"/>
                    <a:pt x="10825" y="13893"/>
                    <a:pt x="10825" y="13893"/>
                  </a:cubicBezTo>
                  <a:cubicBezTo>
                    <a:pt x="8132" y="13893"/>
                    <a:pt x="8132" y="13893"/>
                    <a:pt x="8132" y="13893"/>
                  </a:cubicBezTo>
                  <a:cubicBezTo>
                    <a:pt x="8132" y="10344"/>
                    <a:pt x="8132" y="10344"/>
                    <a:pt x="8132" y="10344"/>
                  </a:cubicBezTo>
                  <a:cubicBezTo>
                    <a:pt x="10825" y="10344"/>
                    <a:pt x="10825" y="10344"/>
                    <a:pt x="10825" y="10344"/>
                  </a:cubicBezTo>
                  <a:cubicBezTo>
                    <a:pt x="10825" y="8518"/>
                    <a:pt x="10825" y="8518"/>
                    <a:pt x="10825" y="8518"/>
                  </a:cubicBezTo>
                  <a:cubicBezTo>
                    <a:pt x="10825" y="6287"/>
                    <a:pt x="13062" y="4056"/>
                    <a:pt x="15298" y="4056"/>
                  </a:cubicBezTo>
                  <a:cubicBezTo>
                    <a:pt x="17585" y="4056"/>
                    <a:pt x="17585" y="4056"/>
                    <a:pt x="17585" y="4056"/>
                  </a:cubicBezTo>
                  <a:cubicBezTo>
                    <a:pt x="17585" y="8113"/>
                    <a:pt x="17585" y="8113"/>
                    <a:pt x="17585" y="8113"/>
                  </a:cubicBezTo>
                  <a:cubicBezTo>
                    <a:pt x="15755" y="8113"/>
                    <a:pt x="15755" y="8113"/>
                    <a:pt x="15755" y="8113"/>
                  </a:cubicBezTo>
                  <a:cubicBezTo>
                    <a:pt x="14840" y="8113"/>
                    <a:pt x="14840" y="8113"/>
                    <a:pt x="14840" y="8518"/>
                  </a:cubicBezTo>
                  <a:cubicBezTo>
                    <a:pt x="14840" y="10344"/>
                    <a:pt x="14840" y="10344"/>
                    <a:pt x="14840" y="10344"/>
                  </a:cubicBezTo>
                  <a:cubicBezTo>
                    <a:pt x="17585" y="10344"/>
                    <a:pt x="17585" y="10344"/>
                    <a:pt x="17585" y="10344"/>
                  </a:cubicBezTo>
                  <a:cubicBezTo>
                    <a:pt x="17585" y="13893"/>
                    <a:pt x="17585" y="13893"/>
                    <a:pt x="17585" y="13893"/>
                  </a:cubicBezTo>
                  <a:cubicBezTo>
                    <a:pt x="14840" y="13893"/>
                    <a:pt x="14840" y="13893"/>
                    <a:pt x="14840" y="13893"/>
                  </a:cubicBezTo>
                  <a:cubicBezTo>
                    <a:pt x="14840" y="21600"/>
                    <a:pt x="14840" y="21600"/>
                    <a:pt x="14840" y="21600"/>
                  </a:cubicBezTo>
                  <a:cubicBezTo>
                    <a:pt x="18906" y="21600"/>
                    <a:pt x="18906" y="21600"/>
                    <a:pt x="18906" y="21600"/>
                  </a:cubicBezTo>
                  <a:cubicBezTo>
                    <a:pt x="20279" y="21600"/>
                    <a:pt x="21600" y="20231"/>
                    <a:pt x="21600" y="18862"/>
                  </a:cubicBezTo>
                  <a:cubicBezTo>
                    <a:pt x="21600" y="2687"/>
                    <a:pt x="21600" y="2687"/>
                    <a:pt x="21600" y="2687"/>
                  </a:cubicBezTo>
                  <a:cubicBezTo>
                    <a:pt x="21600" y="1369"/>
                    <a:pt x="20279" y="0"/>
                    <a:pt x="18906" y="0"/>
                  </a:cubicBezTo>
                </a:path>
              </a:pathLst>
            </a:custGeom>
            <a:solidFill>
              <a:srgbClr val="bfbfbf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019" name="Google Shape;3155;g130e7787a26_1_4749"/>
          <p:cNvSpPr/>
          <p:nvPr/>
        </p:nvSpPr>
        <p:spPr>
          <a:xfrm flipH="1" rot="16200000">
            <a:off x="8142840" y="3843720"/>
            <a:ext cx="234720" cy="1767600"/>
          </a:xfrm>
          <a:custGeom>
            <a:avLst/>
            <a:gdLst>
              <a:gd name="textAreaLeft" fmla="*/ 360 w 234720"/>
              <a:gd name="textAreaRight" fmla="*/ 235440 w 234720"/>
              <a:gd name="textAreaTop" fmla="*/ 0 h 1767600"/>
              <a:gd name="textAreaBottom" fmla="*/ 1767960 h 17676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0800" y="0"/>
                </a:moveTo>
                <a:cubicBezTo>
                  <a:pt x="16765" y="0"/>
                  <a:pt x="21600" y="643"/>
                  <a:pt x="21600" y="1435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1435"/>
                </a:lnTo>
                <a:cubicBezTo>
                  <a:pt x="0" y="643"/>
                  <a:pt x="4835" y="0"/>
                  <a:pt x="10800" y="0"/>
                </a:cubicBez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20" name="Google Shape;3156;g130e7787a26_1_4749"/>
          <p:cNvSpPr/>
          <p:nvPr/>
        </p:nvSpPr>
        <p:spPr>
          <a:xfrm>
            <a:off x="7527240" y="4633920"/>
            <a:ext cx="15404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www.website.com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1" name="PlaceHolder 1"/>
          <p:cNvSpPr>
            <a:spLocks noGrp="1"/>
          </p:cNvSpPr>
          <p:nvPr>
            <p:ph type="sldNum" idx="440"/>
          </p:nvPr>
        </p:nvSpPr>
        <p:spPr>
          <a:xfrm>
            <a:off x="7884000" y="-91440"/>
            <a:ext cx="1085760" cy="10573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FECD60-EA25-4306-AE12-B81E5E360989}" type="slidenum">
              <a:rPr b="0" lang="ru" sz="6600" strike="noStrike" u="non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6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2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4" name="PlaceHolder 1"/>
          <p:cNvSpPr>
            <a:spLocks noGrp="1"/>
          </p:cNvSpPr>
          <p:nvPr>
            <p:ph type="sldNum" idx="441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34A1E40E-6CD0-42FD-BD3F-646188F755E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2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7" name="PlaceHolder 1"/>
          <p:cNvSpPr>
            <a:spLocks noGrp="1"/>
          </p:cNvSpPr>
          <p:nvPr>
            <p:ph type="body"/>
          </p:nvPr>
        </p:nvSpPr>
        <p:spPr>
          <a:xfrm>
            <a:off x="44064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8" name="PlaceHolder 2"/>
          <p:cNvSpPr>
            <a:spLocks noGrp="1"/>
          </p:cNvSpPr>
          <p:nvPr>
            <p:ph type="body"/>
          </p:nvPr>
        </p:nvSpPr>
        <p:spPr>
          <a:xfrm>
            <a:off x="16545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9" name="PlaceHolder 3"/>
          <p:cNvSpPr>
            <a:spLocks noGrp="1"/>
          </p:cNvSpPr>
          <p:nvPr>
            <p:ph type="body"/>
          </p:nvPr>
        </p:nvSpPr>
        <p:spPr>
          <a:xfrm>
            <a:off x="28681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0" name="PlaceHolder 4"/>
          <p:cNvSpPr>
            <a:spLocks noGrp="1"/>
          </p:cNvSpPr>
          <p:nvPr>
            <p:ph type="body"/>
          </p:nvPr>
        </p:nvSpPr>
        <p:spPr>
          <a:xfrm>
            <a:off x="408168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1" name="PlaceHolder 5"/>
          <p:cNvSpPr>
            <a:spLocks noGrp="1"/>
          </p:cNvSpPr>
          <p:nvPr>
            <p:ph type="body"/>
          </p:nvPr>
        </p:nvSpPr>
        <p:spPr>
          <a:xfrm>
            <a:off x="529560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2" name="PlaceHolder 6"/>
          <p:cNvSpPr>
            <a:spLocks noGrp="1"/>
          </p:cNvSpPr>
          <p:nvPr>
            <p:ph type="body"/>
          </p:nvPr>
        </p:nvSpPr>
        <p:spPr>
          <a:xfrm>
            <a:off x="650916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3" name="PlaceHolder 7"/>
          <p:cNvSpPr>
            <a:spLocks noGrp="1"/>
          </p:cNvSpPr>
          <p:nvPr>
            <p:ph type="body"/>
          </p:nvPr>
        </p:nvSpPr>
        <p:spPr>
          <a:xfrm>
            <a:off x="7722720" y="59580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4" name="PlaceHolder 8"/>
          <p:cNvSpPr>
            <a:spLocks noGrp="1"/>
          </p:cNvSpPr>
          <p:nvPr>
            <p:ph type="body"/>
          </p:nvPr>
        </p:nvSpPr>
        <p:spPr>
          <a:xfrm>
            <a:off x="44064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5" name="PlaceHolder 9"/>
          <p:cNvSpPr>
            <a:spLocks noGrp="1"/>
          </p:cNvSpPr>
          <p:nvPr>
            <p:ph type="body"/>
          </p:nvPr>
        </p:nvSpPr>
        <p:spPr>
          <a:xfrm>
            <a:off x="16545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6" name="PlaceHolder 10"/>
          <p:cNvSpPr>
            <a:spLocks noGrp="1"/>
          </p:cNvSpPr>
          <p:nvPr>
            <p:ph type="body"/>
          </p:nvPr>
        </p:nvSpPr>
        <p:spPr>
          <a:xfrm>
            <a:off x="28681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7" name="PlaceHolder 11"/>
          <p:cNvSpPr>
            <a:spLocks noGrp="1"/>
          </p:cNvSpPr>
          <p:nvPr>
            <p:ph type="body"/>
          </p:nvPr>
        </p:nvSpPr>
        <p:spPr>
          <a:xfrm>
            <a:off x="408168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8" name="PlaceHolder 12"/>
          <p:cNvSpPr>
            <a:spLocks noGrp="1"/>
          </p:cNvSpPr>
          <p:nvPr>
            <p:ph type="body"/>
          </p:nvPr>
        </p:nvSpPr>
        <p:spPr>
          <a:xfrm>
            <a:off x="529560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9" name="PlaceHolder 13"/>
          <p:cNvSpPr>
            <a:spLocks noGrp="1"/>
          </p:cNvSpPr>
          <p:nvPr>
            <p:ph type="body"/>
          </p:nvPr>
        </p:nvSpPr>
        <p:spPr>
          <a:xfrm>
            <a:off x="650916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0" name="PlaceHolder 14"/>
          <p:cNvSpPr>
            <a:spLocks noGrp="1"/>
          </p:cNvSpPr>
          <p:nvPr>
            <p:ph type="body"/>
          </p:nvPr>
        </p:nvSpPr>
        <p:spPr>
          <a:xfrm>
            <a:off x="7722720" y="297792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1" name="PlaceHolder 15"/>
          <p:cNvSpPr>
            <a:spLocks noGrp="1"/>
          </p:cNvSpPr>
          <p:nvPr>
            <p:ph type="body"/>
          </p:nvPr>
        </p:nvSpPr>
        <p:spPr>
          <a:xfrm>
            <a:off x="44064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2" name="PlaceHolder 16"/>
          <p:cNvSpPr>
            <a:spLocks noGrp="1"/>
          </p:cNvSpPr>
          <p:nvPr>
            <p:ph type="body"/>
          </p:nvPr>
        </p:nvSpPr>
        <p:spPr>
          <a:xfrm>
            <a:off x="16545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3" name="PlaceHolder 17"/>
          <p:cNvSpPr>
            <a:spLocks noGrp="1"/>
          </p:cNvSpPr>
          <p:nvPr>
            <p:ph type="body"/>
          </p:nvPr>
        </p:nvSpPr>
        <p:spPr>
          <a:xfrm>
            <a:off x="28681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4" name="PlaceHolder 18"/>
          <p:cNvSpPr>
            <a:spLocks noGrp="1"/>
          </p:cNvSpPr>
          <p:nvPr>
            <p:ph type="body"/>
          </p:nvPr>
        </p:nvSpPr>
        <p:spPr>
          <a:xfrm>
            <a:off x="408168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5" name="PlaceHolder 19"/>
          <p:cNvSpPr>
            <a:spLocks noGrp="1"/>
          </p:cNvSpPr>
          <p:nvPr>
            <p:ph type="body"/>
          </p:nvPr>
        </p:nvSpPr>
        <p:spPr>
          <a:xfrm>
            <a:off x="529560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6" name="PlaceHolder 20"/>
          <p:cNvSpPr>
            <a:spLocks noGrp="1"/>
          </p:cNvSpPr>
          <p:nvPr>
            <p:ph type="body"/>
          </p:nvPr>
        </p:nvSpPr>
        <p:spPr>
          <a:xfrm>
            <a:off x="650916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7" name="PlaceHolder 21"/>
          <p:cNvSpPr>
            <a:spLocks noGrp="1"/>
          </p:cNvSpPr>
          <p:nvPr>
            <p:ph type="body"/>
          </p:nvPr>
        </p:nvSpPr>
        <p:spPr>
          <a:xfrm>
            <a:off x="7722720" y="1787040"/>
            <a:ext cx="992160" cy="9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8" name="PlaceHolder 22"/>
          <p:cNvSpPr>
            <a:spLocks noGrp="1"/>
          </p:cNvSpPr>
          <p:nvPr>
            <p:ph type="sldNum" idx="442"/>
          </p:nvPr>
        </p:nvSpPr>
        <p:spPr>
          <a:xfrm>
            <a:off x="4482360" y="4905360"/>
            <a:ext cx="173880" cy="1666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A789B3F-E54B-4720-A1A6-EF426524E352}" type="slidenum">
              <a:rPr b="0" lang="ru" sz="900" strike="noStrike" u="none">
                <a:solidFill>
                  <a:srgbClr val="000000"/>
                </a:solidFill>
                <a:effectLst/>
                <a:uFillTx/>
                <a:latin typeface="Helvetica Neue Light"/>
                <a:ea typeface="Helvetica Neue Light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50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1" name="Google Shape;3182;g130e7787a26_1_4780"/>
          <p:cNvSpPr/>
          <p:nvPr/>
        </p:nvSpPr>
        <p:spPr>
          <a:xfrm rot="3493800">
            <a:off x="-468720" y="-1000440"/>
            <a:ext cx="1885680" cy="2469960"/>
          </a:xfrm>
          <a:prstGeom prst="roundRect">
            <a:avLst>
              <a:gd name="adj" fmla="val 3557"/>
            </a:avLst>
          </a:prstGeom>
          <a:solidFill>
            <a:srgbClr val="9fb4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52" name="PlaceHolder 1"/>
          <p:cNvSpPr>
            <a:spLocks noGrp="1"/>
          </p:cNvSpPr>
          <p:nvPr>
            <p:ph type="body"/>
          </p:nvPr>
        </p:nvSpPr>
        <p:spPr>
          <a:xfrm>
            <a:off x="-1029240" y="-1136880"/>
            <a:ext cx="3005280" cy="2742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3" name="Google Shape;3184;g130e7787a26_1_4780"/>
          <p:cNvSpPr/>
          <p:nvPr/>
        </p:nvSpPr>
        <p:spPr>
          <a:xfrm>
            <a:off x="2390040" y="235080"/>
            <a:ext cx="936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THEME. </a:t>
            </a:r>
            <a:r>
              <a:rPr b="0" lang="ru" sz="8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multipurpose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4" name="Google Shape;3185;g130e7787a26_1_4780"/>
          <p:cNvSpPr/>
          <p:nvPr/>
        </p:nvSpPr>
        <p:spPr>
          <a:xfrm>
            <a:off x="2197800" y="254880"/>
            <a:ext cx="93600" cy="73440"/>
          </a:xfrm>
          <a:custGeom>
            <a:avLst/>
            <a:gdLst>
              <a:gd name="textAreaLeft" fmla="*/ 0 w 93600"/>
              <a:gd name="textAreaRight" fmla="*/ 93960 w 93600"/>
              <a:gd name="textAreaTop" fmla="*/ 0 h 73440"/>
              <a:gd name="textAreaBottom" fmla="*/ 73800 h 734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5465" y="974"/>
                </a:moveTo>
                <a:cubicBezTo>
                  <a:pt x="15465" y="3086"/>
                  <a:pt x="15465" y="3086"/>
                  <a:pt x="15465" y="3086"/>
                </a:cubicBezTo>
                <a:cubicBezTo>
                  <a:pt x="15465" y="3248"/>
                  <a:pt x="15337" y="3573"/>
                  <a:pt x="15209" y="3735"/>
                </a:cubicBezTo>
                <a:cubicBezTo>
                  <a:pt x="15082" y="3898"/>
                  <a:pt x="14826" y="4060"/>
                  <a:pt x="14698" y="4060"/>
                </a:cubicBezTo>
                <a:cubicBezTo>
                  <a:pt x="767" y="4060"/>
                  <a:pt x="767" y="4060"/>
                  <a:pt x="767" y="4060"/>
                </a:cubicBezTo>
                <a:cubicBezTo>
                  <a:pt x="511" y="4060"/>
                  <a:pt x="383" y="3898"/>
                  <a:pt x="128" y="3735"/>
                </a:cubicBezTo>
                <a:cubicBezTo>
                  <a:pt x="0" y="3573"/>
                  <a:pt x="0" y="3248"/>
                  <a:pt x="0" y="3086"/>
                </a:cubicBezTo>
                <a:cubicBezTo>
                  <a:pt x="0" y="974"/>
                  <a:pt x="0" y="974"/>
                  <a:pt x="0" y="974"/>
                </a:cubicBezTo>
                <a:cubicBezTo>
                  <a:pt x="0" y="812"/>
                  <a:pt x="0" y="487"/>
                  <a:pt x="128" y="325"/>
                </a:cubicBezTo>
                <a:cubicBezTo>
                  <a:pt x="383" y="162"/>
                  <a:pt x="511" y="0"/>
                  <a:pt x="767" y="0"/>
                </a:cubicBezTo>
                <a:cubicBezTo>
                  <a:pt x="14698" y="0"/>
                  <a:pt x="14698" y="0"/>
                  <a:pt x="14698" y="0"/>
                </a:cubicBezTo>
                <a:cubicBezTo>
                  <a:pt x="14826" y="0"/>
                  <a:pt x="15082" y="162"/>
                  <a:pt x="15209" y="325"/>
                </a:cubicBezTo>
                <a:cubicBezTo>
                  <a:pt x="15337" y="487"/>
                  <a:pt x="15465" y="812"/>
                  <a:pt x="15465" y="974"/>
                </a:cubicBezTo>
                <a:close/>
                <a:moveTo>
                  <a:pt x="20066" y="6983"/>
                </a:moveTo>
                <a:cubicBezTo>
                  <a:pt x="20066" y="8932"/>
                  <a:pt x="20066" y="8932"/>
                  <a:pt x="20066" y="8932"/>
                </a:cubicBezTo>
                <a:cubicBezTo>
                  <a:pt x="20066" y="9095"/>
                  <a:pt x="19938" y="9420"/>
                  <a:pt x="19811" y="9582"/>
                </a:cubicBezTo>
                <a:cubicBezTo>
                  <a:pt x="19683" y="9744"/>
                  <a:pt x="19555" y="9907"/>
                  <a:pt x="19299" y="9907"/>
                </a:cubicBezTo>
                <a:cubicBezTo>
                  <a:pt x="767" y="9907"/>
                  <a:pt x="767" y="9907"/>
                  <a:pt x="767" y="9907"/>
                </a:cubicBezTo>
                <a:cubicBezTo>
                  <a:pt x="511" y="9907"/>
                  <a:pt x="383" y="9744"/>
                  <a:pt x="128" y="9582"/>
                </a:cubicBezTo>
                <a:cubicBezTo>
                  <a:pt x="0" y="9420"/>
                  <a:pt x="0" y="9095"/>
                  <a:pt x="0" y="8932"/>
                </a:cubicBezTo>
                <a:cubicBezTo>
                  <a:pt x="0" y="6983"/>
                  <a:pt x="0" y="6983"/>
                  <a:pt x="0" y="6983"/>
                </a:cubicBezTo>
                <a:cubicBezTo>
                  <a:pt x="0" y="6659"/>
                  <a:pt x="0" y="6496"/>
                  <a:pt x="128" y="6171"/>
                </a:cubicBezTo>
                <a:cubicBezTo>
                  <a:pt x="383" y="6009"/>
                  <a:pt x="511" y="6009"/>
                  <a:pt x="767" y="6009"/>
                </a:cubicBezTo>
                <a:cubicBezTo>
                  <a:pt x="19299" y="6009"/>
                  <a:pt x="19299" y="6009"/>
                  <a:pt x="19299" y="6009"/>
                </a:cubicBezTo>
                <a:cubicBezTo>
                  <a:pt x="19555" y="6009"/>
                  <a:pt x="19683" y="6009"/>
                  <a:pt x="19811" y="6171"/>
                </a:cubicBezTo>
                <a:cubicBezTo>
                  <a:pt x="19938" y="6496"/>
                  <a:pt x="20066" y="6659"/>
                  <a:pt x="20066" y="6983"/>
                </a:cubicBezTo>
                <a:close/>
                <a:moveTo>
                  <a:pt x="16999" y="12830"/>
                </a:moveTo>
                <a:cubicBezTo>
                  <a:pt x="16999" y="14779"/>
                  <a:pt x="16999" y="14779"/>
                  <a:pt x="16999" y="14779"/>
                </a:cubicBezTo>
                <a:cubicBezTo>
                  <a:pt x="16999" y="15104"/>
                  <a:pt x="16871" y="15266"/>
                  <a:pt x="16743" y="15429"/>
                </a:cubicBezTo>
                <a:cubicBezTo>
                  <a:pt x="16615" y="15753"/>
                  <a:pt x="16360" y="15753"/>
                  <a:pt x="16232" y="15753"/>
                </a:cubicBezTo>
                <a:cubicBezTo>
                  <a:pt x="767" y="15753"/>
                  <a:pt x="767" y="15753"/>
                  <a:pt x="767" y="15753"/>
                </a:cubicBezTo>
                <a:cubicBezTo>
                  <a:pt x="511" y="15753"/>
                  <a:pt x="383" y="15753"/>
                  <a:pt x="128" y="15429"/>
                </a:cubicBezTo>
                <a:cubicBezTo>
                  <a:pt x="0" y="15266"/>
                  <a:pt x="0" y="15104"/>
                  <a:pt x="0" y="14779"/>
                </a:cubicBezTo>
                <a:cubicBezTo>
                  <a:pt x="0" y="12830"/>
                  <a:pt x="0" y="12830"/>
                  <a:pt x="0" y="12830"/>
                </a:cubicBezTo>
                <a:cubicBezTo>
                  <a:pt x="0" y="12505"/>
                  <a:pt x="0" y="12343"/>
                  <a:pt x="128" y="12180"/>
                </a:cubicBezTo>
                <a:cubicBezTo>
                  <a:pt x="383" y="12018"/>
                  <a:pt x="511" y="11856"/>
                  <a:pt x="767" y="11856"/>
                </a:cubicBezTo>
                <a:cubicBezTo>
                  <a:pt x="16232" y="11856"/>
                  <a:pt x="16232" y="11856"/>
                  <a:pt x="16232" y="11856"/>
                </a:cubicBezTo>
                <a:cubicBezTo>
                  <a:pt x="16360" y="11856"/>
                  <a:pt x="16615" y="12018"/>
                  <a:pt x="16743" y="12180"/>
                </a:cubicBezTo>
                <a:cubicBezTo>
                  <a:pt x="16871" y="12343"/>
                  <a:pt x="16999" y="12505"/>
                  <a:pt x="16999" y="12830"/>
                </a:cubicBezTo>
                <a:close/>
                <a:moveTo>
                  <a:pt x="21600" y="18677"/>
                </a:moveTo>
                <a:cubicBezTo>
                  <a:pt x="21600" y="20626"/>
                  <a:pt x="21600" y="20626"/>
                  <a:pt x="21600" y="20626"/>
                </a:cubicBezTo>
                <a:cubicBezTo>
                  <a:pt x="21600" y="20950"/>
                  <a:pt x="21472" y="21113"/>
                  <a:pt x="21344" y="21438"/>
                </a:cubicBezTo>
                <a:cubicBezTo>
                  <a:pt x="21217" y="21600"/>
                  <a:pt x="21089" y="21600"/>
                  <a:pt x="20833" y="21600"/>
                </a:cubicBezTo>
                <a:cubicBezTo>
                  <a:pt x="767" y="21600"/>
                  <a:pt x="767" y="21600"/>
                  <a:pt x="767" y="21600"/>
                </a:cubicBezTo>
                <a:cubicBezTo>
                  <a:pt x="511" y="21600"/>
                  <a:pt x="383" y="21600"/>
                  <a:pt x="128" y="21438"/>
                </a:cubicBezTo>
                <a:cubicBezTo>
                  <a:pt x="0" y="21113"/>
                  <a:pt x="0" y="20950"/>
                  <a:pt x="0" y="20626"/>
                </a:cubicBezTo>
                <a:cubicBezTo>
                  <a:pt x="0" y="18677"/>
                  <a:pt x="0" y="18677"/>
                  <a:pt x="0" y="18677"/>
                </a:cubicBezTo>
                <a:cubicBezTo>
                  <a:pt x="0" y="18514"/>
                  <a:pt x="0" y="18189"/>
                  <a:pt x="128" y="18027"/>
                </a:cubicBezTo>
                <a:cubicBezTo>
                  <a:pt x="383" y="17865"/>
                  <a:pt x="511" y="17702"/>
                  <a:pt x="767" y="17702"/>
                </a:cubicBezTo>
                <a:cubicBezTo>
                  <a:pt x="20833" y="17702"/>
                  <a:pt x="20833" y="17702"/>
                  <a:pt x="20833" y="17702"/>
                </a:cubicBezTo>
                <a:cubicBezTo>
                  <a:pt x="21089" y="17702"/>
                  <a:pt x="21217" y="17865"/>
                  <a:pt x="21344" y="18027"/>
                </a:cubicBezTo>
                <a:cubicBezTo>
                  <a:pt x="21472" y="18189"/>
                  <a:pt x="21600" y="18514"/>
                  <a:pt x="21600" y="18677"/>
                </a:cubicBezTo>
                <a:close/>
              </a:path>
            </a:pathLst>
          </a:custGeom>
          <a:solidFill>
            <a:srgbClr val="53585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3055" name="Google Shape;3186;g130e7787a26_1_4780"/>
          <p:cNvCxnSpPr/>
          <p:nvPr/>
        </p:nvCxnSpPr>
        <p:spPr>
          <a:xfrm flipV="1">
            <a:off x="7539840" y="243000"/>
            <a:ext cx="360" cy="90720"/>
          </a:xfrm>
          <a:prstGeom prst="straightConnector1">
            <a:avLst/>
          </a:prstGeom>
          <a:ln w="12700">
            <a:solidFill>
              <a:srgbClr val="a6aaa9"/>
            </a:solidFill>
            <a:miter/>
          </a:ln>
        </p:spPr>
      </p:cxnSp>
      <p:sp>
        <p:nvSpPr>
          <p:cNvPr id="3056" name="Google Shape;3187;g130e7787a26_1_4780"/>
          <p:cNvSpPr/>
          <p:nvPr/>
        </p:nvSpPr>
        <p:spPr>
          <a:xfrm>
            <a:off x="7616520" y="196920"/>
            <a:ext cx="1118520" cy="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Creative &amp; Professional Projects.</a:t>
            </a:r>
            <a:endParaRPr b="0" lang="ru-RU" sz="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7" name="PlaceHolder 2"/>
          <p:cNvSpPr>
            <a:spLocks noGrp="1"/>
          </p:cNvSpPr>
          <p:nvPr>
            <p:ph type="sldNum" idx="443"/>
          </p:nvPr>
        </p:nvSpPr>
        <p:spPr>
          <a:xfrm>
            <a:off x="7385760" y="243000"/>
            <a:ext cx="936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2F7305D-22CE-4559-908C-5E75A06B204E}" type="slidenum">
              <a:rPr b="0" lang="ru" sz="600" strike="noStrike" u="none">
                <a:solidFill>
                  <a:srgbClr val="53585f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5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0" name="Google Shape;3190;g130e7787a26_1_4788"/>
          <p:cNvSpPr/>
          <p:nvPr/>
        </p:nvSpPr>
        <p:spPr>
          <a:xfrm>
            <a:off x="834048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61" name="Google Shape;3191;g130e7787a26_1_4788"/>
          <p:cNvSpPr/>
          <p:nvPr/>
        </p:nvSpPr>
        <p:spPr>
          <a:xfrm>
            <a:off x="8826120" y="4883040"/>
            <a:ext cx="190800" cy="128520"/>
          </a:xfrm>
          <a:prstGeom prst="roundRect">
            <a:avLst>
              <a:gd name="adj" fmla="val 8975"/>
            </a:avLst>
          </a:prstGeom>
          <a:solidFill>
            <a:srgbClr val="421d5a"/>
          </a:solidFill>
          <a:ln w="0">
            <a:noFill/>
          </a:ln>
          <a:effectLst>
            <a:outerShdw blurRad="127080" dir="2388334" dist="5061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62" name="Google Shape;3192;g130e7787a26_1_4788"/>
          <p:cNvSpPr/>
          <p:nvPr/>
        </p:nvSpPr>
        <p:spPr>
          <a:xfrm>
            <a:off x="8899920" y="4913640"/>
            <a:ext cx="43560" cy="67680"/>
          </a:xfrm>
          <a:custGeom>
            <a:avLst/>
            <a:gdLst>
              <a:gd name="textAreaLeft" fmla="*/ 0 w 43560"/>
              <a:gd name="textAreaRight" fmla="*/ 4392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63" name="Google Shape;3193;g130e7787a26_1_4788"/>
          <p:cNvSpPr/>
          <p:nvPr/>
        </p:nvSpPr>
        <p:spPr>
          <a:xfrm flipH="1">
            <a:off x="8413200" y="4913640"/>
            <a:ext cx="43560" cy="67680"/>
          </a:xfrm>
          <a:custGeom>
            <a:avLst/>
            <a:gdLst>
              <a:gd name="textAreaLeft" fmla="*/ -360 w 43560"/>
              <a:gd name="textAreaRight" fmla="*/ 43560 w 43560"/>
              <a:gd name="textAreaTop" fmla="*/ 0 h 67680"/>
              <a:gd name="textAreaBottom" fmla="*/ 68040 h 67680"/>
            </a:gdLst>
            <a:ahLst/>
            <a:cxnLst/>
            <a:rect l="textAreaLeft" t="textAreaTop" r="textAreaRight" b="textAreaBottom"/>
            <a:pathLst>
              <a:path w="21308" h="21414">
                <a:moveTo>
                  <a:pt x="5692" y="21135"/>
                </a:moveTo>
                <a:cubicBezTo>
                  <a:pt x="5108" y="21507"/>
                  <a:pt x="3940" y="21507"/>
                  <a:pt x="3940" y="21135"/>
                </a:cubicBezTo>
                <a:cubicBezTo>
                  <a:pt x="438" y="18900"/>
                  <a:pt x="438" y="18900"/>
                  <a:pt x="438" y="18900"/>
                </a:cubicBezTo>
                <a:cubicBezTo>
                  <a:pt x="-146" y="18528"/>
                  <a:pt x="-146" y="18155"/>
                  <a:pt x="438" y="17783"/>
                </a:cubicBezTo>
                <a:cubicBezTo>
                  <a:pt x="11530" y="10707"/>
                  <a:pt x="11530" y="10707"/>
                  <a:pt x="11530" y="10707"/>
                </a:cubicBezTo>
                <a:cubicBezTo>
                  <a:pt x="438" y="3631"/>
                  <a:pt x="438" y="3631"/>
                  <a:pt x="438" y="3631"/>
                </a:cubicBezTo>
                <a:cubicBezTo>
                  <a:pt x="-146" y="3259"/>
                  <a:pt x="-146" y="2886"/>
                  <a:pt x="438" y="2514"/>
                </a:cubicBezTo>
                <a:cubicBezTo>
                  <a:pt x="3940" y="279"/>
                  <a:pt x="3940" y="279"/>
                  <a:pt x="3940" y="279"/>
                </a:cubicBezTo>
                <a:cubicBezTo>
                  <a:pt x="3940" y="-93"/>
                  <a:pt x="5108" y="-93"/>
                  <a:pt x="5692" y="279"/>
                </a:cubicBezTo>
                <a:cubicBezTo>
                  <a:pt x="20870" y="9962"/>
                  <a:pt x="20870" y="9962"/>
                  <a:pt x="20870" y="9962"/>
                </a:cubicBezTo>
                <a:cubicBezTo>
                  <a:pt x="21454" y="10335"/>
                  <a:pt x="21454" y="11079"/>
                  <a:pt x="20870" y="11452"/>
                </a:cubicBezTo>
                <a:lnTo>
                  <a:pt x="5692" y="21135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64" name="Google Shape;3194;g130e7787a26_1_4788"/>
          <p:cNvSpPr/>
          <p:nvPr/>
        </p:nvSpPr>
        <p:spPr>
          <a:xfrm>
            <a:off x="387360" y="265320"/>
            <a:ext cx="492912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2100" strike="noStrike" u="none">
                <a:solidFill>
                  <a:srgbClr val="494949"/>
                </a:solidFill>
                <a:effectLst/>
                <a:uFillTx/>
                <a:latin typeface="Helvetica Neue"/>
                <a:ea typeface="Helvetica Neue"/>
              </a:rPr>
              <a:t>Infographic Collection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65" name="Google Shape;3195;g130e7787a26_1_4788"/>
          <p:cNvCxnSpPr/>
          <p:nvPr/>
        </p:nvCxnSpPr>
        <p:spPr>
          <a:xfrm>
            <a:off x="4228920" y="485640"/>
            <a:ext cx="4415040" cy="360"/>
          </a:xfrm>
          <a:prstGeom prst="straightConnector1">
            <a:avLst/>
          </a:prstGeom>
          <a:ln w="12700">
            <a:solidFill>
              <a:srgbClr val="c2c2c2"/>
            </a:solidFill>
            <a:miter/>
          </a:ln>
        </p:spPr>
      </p:cxnSp>
      <p:sp>
        <p:nvSpPr>
          <p:cNvPr id="3066" name="PlaceHolder 1"/>
          <p:cNvSpPr>
            <a:spLocks noGrp="1"/>
          </p:cNvSpPr>
          <p:nvPr>
            <p:ph type="sldNum" idx="444"/>
          </p:nvPr>
        </p:nvSpPr>
        <p:spPr>
          <a:xfrm>
            <a:off x="8591040" y="4865400"/>
            <a:ext cx="175320" cy="17316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8F46545-B64A-466E-933D-1213FC1E30E5}" type="slidenum">
              <a:rPr b="0" lang="ru" sz="800" strike="noStrike" u="none">
                <a:solidFill>
                  <a:srgbClr val="333333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4"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6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69" name="Google Shape;3198;g130e7787a26_1_4796"/>
          <p:cNvCxnSpPr/>
          <p:nvPr/>
        </p:nvCxnSpPr>
        <p:spPr>
          <a:xfrm>
            <a:off x="473040" y="4964400"/>
            <a:ext cx="8271360" cy="6840"/>
          </a:xfrm>
          <a:prstGeom prst="straightConnector1">
            <a:avLst/>
          </a:prstGeom>
          <a:ln w="12700">
            <a:solidFill>
              <a:srgbClr val="d9d9d9"/>
            </a:solidFill>
            <a:miter/>
          </a:ln>
        </p:spPr>
      </p:cxnSp>
      <p:sp>
        <p:nvSpPr>
          <p:cNvPr id="3070" name="PlaceHolder 1"/>
          <p:cNvSpPr>
            <a:spLocks noGrp="1"/>
          </p:cNvSpPr>
          <p:nvPr>
            <p:ph type="body"/>
          </p:nvPr>
        </p:nvSpPr>
        <p:spPr>
          <a:xfrm>
            <a:off x="876240" y="270720"/>
            <a:ext cx="7391160" cy="416520"/>
          </a:xfrm>
          <a:prstGeom prst="rect">
            <a:avLst/>
          </a:prstGeom>
          <a:noFill/>
          <a:ln w="0">
            <a:noFill/>
          </a:ln>
          <a:effectLst>
            <a:outerShdw dist="0" dir="0" blurRad="127080" rotWithShape="0">
              <a:srgbClr val="000000">
                <a:alpha val="40000"/>
              </a:srgbClr>
            </a:outerShdw>
          </a:effectLst>
        </p:spPr>
        <p:txBody>
          <a:bodyPr lIns="25560" rIns="25560" tIns="25560" bIns="2556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1" name="PlaceHolder 2"/>
          <p:cNvSpPr>
            <a:spLocks noGrp="1"/>
          </p:cNvSpPr>
          <p:nvPr>
            <p:ph type="body"/>
          </p:nvPr>
        </p:nvSpPr>
        <p:spPr>
          <a:xfrm>
            <a:off x="876240" y="659520"/>
            <a:ext cx="7391160" cy="236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2" name="PlaceHolder 3"/>
          <p:cNvSpPr>
            <a:spLocks noGrp="1"/>
          </p:cNvSpPr>
          <p:nvPr>
            <p:ph type="sldNum" idx="445"/>
          </p:nvPr>
        </p:nvSpPr>
        <p:spPr>
          <a:xfrm>
            <a:off x="117360" y="4860720"/>
            <a:ext cx="200880" cy="18900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66C24A8-2C17-4E86-8822-8F33B46801CF}" type="slidenum">
              <a:rPr b="0" lang="ru" sz="900" strike="noStrike" u="none">
                <a:solidFill>
                  <a:srgbClr val="595959"/>
                </a:solidFill>
                <a:effectLst/>
                <a:uFillTx/>
                <a:latin typeface="Trebuchet MS"/>
                <a:ea typeface="Trebuchet MS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7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5" name="Google Shape;3203;g130e7787a26_1_4801"/>
          <p:cNvSpPr/>
          <p:nvPr/>
        </p:nvSpPr>
        <p:spPr>
          <a:xfrm>
            <a:off x="198360" y="187920"/>
            <a:ext cx="391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startup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76" name="Google Shape;3204;g130e7787a26_1_4801"/>
          <p:cNvCxnSpPr/>
          <p:nvPr/>
        </p:nvCxnSpPr>
        <p:spPr>
          <a:xfrm>
            <a:off x="8783640" y="459360"/>
            <a:ext cx="360" cy="298440"/>
          </a:xfrm>
          <a:prstGeom prst="straightConnector1">
            <a:avLst/>
          </a:prstGeom>
          <a:ln w="38100">
            <a:solidFill>
              <a:srgbClr val="344046"/>
            </a:solidFill>
            <a:miter/>
          </a:ln>
        </p:spPr>
      </p:cxnSp>
      <p:sp>
        <p:nvSpPr>
          <p:cNvPr id="3077" name="Google Shape;3205;g130e7787a26_1_4801"/>
          <p:cNvSpPr/>
          <p:nvPr/>
        </p:nvSpPr>
        <p:spPr>
          <a:xfrm flipH="1" rot="2700000">
            <a:off x="8732520" y="4778640"/>
            <a:ext cx="99360" cy="99360"/>
          </a:xfrm>
          <a:custGeom>
            <a:avLst/>
            <a:gdLst>
              <a:gd name="textAreaLeft" fmla="*/ 360 w 99360"/>
              <a:gd name="textAreaRight" fmla="*/ 100080 w 99360"/>
              <a:gd name="textAreaTop" fmla="*/ 0 h 99360"/>
              <a:gd name="textAreaBottom" fmla="*/ 99720 h 993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35"/>
                </a:moveTo>
                <a:lnTo>
                  <a:pt x="21565" y="35"/>
                </a:lnTo>
                <a:lnTo>
                  <a:pt x="21565" y="0"/>
                </a:lnTo>
                <a:lnTo>
                  <a:pt x="0" y="0"/>
                </a:lnTo>
                <a:lnTo>
                  <a:pt x="0" y="2875"/>
                </a:lnTo>
                <a:lnTo>
                  <a:pt x="18725" y="2875"/>
                </a:lnTo>
                <a:lnTo>
                  <a:pt x="18725" y="21600"/>
                </a:lnTo>
                <a:lnTo>
                  <a:pt x="21600" y="21600"/>
                </a:lnTo>
                <a:close/>
              </a:path>
            </a:pathLst>
          </a:custGeom>
          <a:solidFill>
            <a:srgbClr val="34404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78" name="PlaceHolder 1"/>
          <p:cNvSpPr>
            <a:spLocks noGrp="1"/>
          </p:cNvSpPr>
          <p:nvPr>
            <p:ph type="title"/>
          </p:nvPr>
        </p:nvSpPr>
        <p:spPr>
          <a:xfrm>
            <a:off x="1293480" y="95040"/>
            <a:ext cx="4281840" cy="176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buNone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9" name="PlaceHolder 2"/>
          <p:cNvSpPr>
            <a:spLocks noGrp="1"/>
          </p:cNvSpPr>
          <p:nvPr>
            <p:ph type="sldNum" idx="446"/>
          </p:nvPr>
        </p:nvSpPr>
        <p:spPr>
          <a:xfrm>
            <a:off x="8677440" y="197280"/>
            <a:ext cx="209520" cy="206280"/>
          </a:xfrm>
          <a:prstGeom prst="rect">
            <a:avLst/>
          </a:prstGeom>
          <a:noFill/>
          <a:ln w="0">
            <a:noFill/>
          </a:ln>
        </p:spPr>
        <p:txBody>
          <a:bodyPr lIns="34200" rIns="34200" tIns="34200" bIns="3420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07905D1-452C-4CB8-9E79-BD2D4901F30C}" type="slidenum">
              <a:rPr b="1" lang="ru" sz="900" strike="noStrike" u="none">
                <a:solidFill>
                  <a:srgbClr val="344046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8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2" name="Google Shape;3209;g130e7787a26_1_4807"/>
          <p:cNvSpPr/>
          <p:nvPr/>
        </p:nvSpPr>
        <p:spPr>
          <a:xfrm>
            <a:off x="663120" y="1404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28.01.2021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3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b">
            <a:normAutofit fontScale="92500" lnSpcReduction="1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4" name="PlaceHolder 2"/>
          <p:cNvSpPr>
            <a:spLocks noGrp="1"/>
          </p:cNvSpPr>
          <p:nvPr>
            <p:ph type="body"/>
          </p:nvPr>
        </p:nvSpPr>
        <p:spPr>
          <a:xfrm>
            <a:off x="5610600" y="1436760"/>
            <a:ext cx="2475360" cy="243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5" name="PlaceHolder 3"/>
          <p:cNvSpPr>
            <a:spLocks noGrp="1"/>
          </p:cNvSpPr>
          <p:nvPr>
            <p:ph type="body"/>
          </p:nvPr>
        </p:nvSpPr>
        <p:spPr>
          <a:xfrm>
            <a:off x="642960" y="1436760"/>
            <a:ext cx="2949120" cy="285840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6" name="Google Shape;3213;g130e7787a26_1_4807" descr="Google Shape;315;g116490451ca_0_1207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7" name="PlaceHolder 4"/>
          <p:cNvSpPr>
            <a:spLocks noGrp="1"/>
          </p:cNvSpPr>
          <p:nvPr>
            <p:ph type="sldNum" idx="447"/>
          </p:nvPr>
        </p:nvSpPr>
        <p:spPr>
          <a:xfrm>
            <a:off x="6553080" y="4506120"/>
            <a:ext cx="585360" cy="569520"/>
          </a:xfrm>
          <a:prstGeom prst="rect">
            <a:avLst/>
          </a:prstGeom>
          <a:noFill/>
          <a:ln w="0">
            <a:noFill/>
          </a:ln>
        </p:spPr>
        <p:txBody>
          <a:bodyPr lIns="25560" rIns="25560" tIns="25560" bIns="2556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217FCF3-7A6B-4C20-B026-95BCBD297968}" type="slidenum">
              <a:rPr b="1" lang="ru" sz="3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3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8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90" name="Google Shape;3216;g130e7787a26_1_4814"/>
          <p:cNvGrpSpPr/>
          <p:nvPr/>
        </p:nvGrpSpPr>
        <p:grpSpPr>
          <a:xfrm>
            <a:off x="444960" y="407520"/>
            <a:ext cx="1466640" cy="222120"/>
            <a:chOff x="444960" y="407520"/>
            <a:chExt cx="1466640" cy="222120"/>
          </a:xfrm>
        </p:grpSpPr>
        <p:sp>
          <p:nvSpPr>
            <p:cNvPr id="3091" name="Google Shape;3217;g130e7787a26_1_4814"/>
            <p:cNvSpPr/>
            <p:nvPr/>
          </p:nvSpPr>
          <p:spPr>
            <a:xfrm>
              <a:off x="727200" y="426600"/>
              <a:ext cx="1184400" cy="12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" rIns="14400" tIns="14400" bIns="14400" anchor="ctr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000001"/>
                  </a:solidFill>
                  <a:effectLst/>
                  <a:uFillTx/>
                  <a:latin typeface="Open Sans SemiBold"/>
                  <a:ea typeface="Open Sans SemiBold"/>
                </a:rPr>
                <a:t>BUSINESS TOOLS </a:t>
              </a:r>
              <a:r>
                <a:rPr b="1" lang="ru" sz="600" strike="noStrike" u="none">
                  <a:solidFill>
                    <a:srgbClr val="000001"/>
                  </a:solidFill>
                  <a:effectLst/>
                  <a:uFillTx/>
                  <a:latin typeface="Open Sans"/>
                  <a:ea typeface="Open Sans"/>
                </a:rPr>
                <a:t>PRO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2" name="Google Shape;3218;g130e7787a26_1_4814"/>
            <p:cNvSpPr/>
            <p:nvPr/>
          </p:nvSpPr>
          <p:spPr>
            <a:xfrm>
              <a:off x="444960" y="407520"/>
              <a:ext cx="199800" cy="22212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222120"/>
                <a:gd name="textAreaBottom" fmla="*/ 222480 h 222120"/>
              </a:gdLst>
              <a:ahLst/>
              <a:cxnLst/>
              <a:rect l="textAreaLeft" t="textAreaTop" r="textAreaRight" b="textAreaBottom"/>
              <a:pathLst>
                <a:path w="21575" h="21600">
                  <a:moveTo>
                    <a:pt x="5602" y="0"/>
                  </a:moveTo>
                  <a:cubicBezTo>
                    <a:pt x="5252" y="29"/>
                    <a:pt x="4921" y="153"/>
                    <a:pt x="4651" y="356"/>
                  </a:cubicBezTo>
                  <a:cubicBezTo>
                    <a:pt x="4352" y="581"/>
                    <a:pt x="4145" y="891"/>
                    <a:pt x="4064" y="1234"/>
                  </a:cubicBezTo>
                  <a:lnTo>
                    <a:pt x="0" y="21600"/>
                  </a:lnTo>
                  <a:lnTo>
                    <a:pt x="20473" y="15097"/>
                  </a:lnTo>
                  <a:cubicBezTo>
                    <a:pt x="20837" y="14990"/>
                    <a:pt x="21145" y="14768"/>
                    <a:pt x="21343" y="14473"/>
                  </a:cubicBezTo>
                  <a:cubicBezTo>
                    <a:pt x="21502" y="14236"/>
                    <a:pt x="21581" y="13962"/>
                    <a:pt x="21570" y="13685"/>
                  </a:cubicBezTo>
                  <a:lnTo>
                    <a:pt x="21570" y="1341"/>
                  </a:lnTo>
                  <a:cubicBezTo>
                    <a:pt x="21600" y="1015"/>
                    <a:pt x="21487" y="692"/>
                    <a:pt x="21255" y="441"/>
                  </a:cubicBezTo>
                  <a:cubicBezTo>
                    <a:pt x="21028" y="195"/>
                    <a:pt x="20705" y="37"/>
                    <a:pt x="20352" y="0"/>
                  </a:cubicBezTo>
                  <a:lnTo>
                    <a:pt x="5602" y="0"/>
                  </a:lnTo>
                  <a:close/>
                  <a:moveTo>
                    <a:pt x="9446" y="2655"/>
                  </a:moveTo>
                  <a:cubicBezTo>
                    <a:pt x="9939" y="2660"/>
                    <a:pt x="10346" y="3005"/>
                    <a:pt x="10380" y="3449"/>
                  </a:cubicBezTo>
                  <a:lnTo>
                    <a:pt x="10380" y="6492"/>
                  </a:lnTo>
                  <a:cubicBezTo>
                    <a:pt x="13122" y="4877"/>
                    <a:pt x="16786" y="6465"/>
                    <a:pt x="17101" y="9404"/>
                  </a:cubicBezTo>
                  <a:cubicBezTo>
                    <a:pt x="17343" y="11666"/>
                    <a:pt x="15308" y="13594"/>
                    <a:pt x="12765" y="13570"/>
                  </a:cubicBezTo>
                  <a:cubicBezTo>
                    <a:pt x="10462" y="13548"/>
                    <a:pt x="8580" y="11907"/>
                    <a:pt x="8478" y="9832"/>
                  </a:cubicBezTo>
                  <a:lnTo>
                    <a:pt x="8478" y="3496"/>
                  </a:lnTo>
                  <a:cubicBezTo>
                    <a:pt x="8491" y="3024"/>
                    <a:pt x="8922" y="2650"/>
                    <a:pt x="9446" y="2655"/>
                  </a:cubicBezTo>
                  <a:close/>
                  <a:moveTo>
                    <a:pt x="12799" y="7557"/>
                  </a:moveTo>
                  <a:cubicBezTo>
                    <a:pt x="12185" y="7557"/>
                    <a:pt x="11571" y="7768"/>
                    <a:pt x="11102" y="8191"/>
                  </a:cubicBezTo>
                  <a:cubicBezTo>
                    <a:pt x="10165" y="9035"/>
                    <a:pt x="10165" y="10405"/>
                    <a:pt x="11102" y="11250"/>
                  </a:cubicBezTo>
                  <a:cubicBezTo>
                    <a:pt x="12039" y="12095"/>
                    <a:pt x="13558" y="12095"/>
                    <a:pt x="14495" y="11250"/>
                  </a:cubicBezTo>
                  <a:cubicBezTo>
                    <a:pt x="15432" y="10405"/>
                    <a:pt x="15432" y="9035"/>
                    <a:pt x="14495" y="8191"/>
                  </a:cubicBezTo>
                  <a:cubicBezTo>
                    <a:pt x="14027" y="7768"/>
                    <a:pt x="13413" y="7557"/>
                    <a:pt x="12799" y="7557"/>
                  </a:cubicBezTo>
                  <a:close/>
                </a:path>
              </a:pathLst>
            </a:custGeom>
            <a:solidFill>
              <a:srgbClr val="326ec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9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093" name="PlaceHolder 1"/>
          <p:cNvSpPr>
            <a:spLocks noGrp="1"/>
          </p:cNvSpPr>
          <p:nvPr>
            <p:ph type="sldNum" idx="448"/>
          </p:nvPr>
        </p:nvSpPr>
        <p:spPr>
          <a:xfrm>
            <a:off x="8536320" y="425520"/>
            <a:ext cx="135720" cy="12060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00B0B19-0D34-4010-8CD4-03C906F91971}" type="slidenum">
              <a:rPr b="1" lang="ru" sz="600" strike="noStrike" u="none">
                <a:solidFill>
                  <a:srgbClr val="000001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9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96" name="Google Shape;3221;g130e7787a26_1_4819"/>
          <p:cNvGrpSpPr/>
          <p:nvPr/>
        </p:nvGrpSpPr>
        <p:grpSpPr>
          <a:xfrm>
            <a:off x="423360" y="4540320"/>
            <a:ext cx="1568160" cy="320400"/>
            <a:chOff x="423360" y="4540320"/>
            <a:chExt cx="1568160" cy="320400"/>
          </a:xfrm>
        </p:grpSpPr>
        <p:sp>
          <p:nvSpPr>
            <p:cNvPr id="3097" name="Google Shape;3222;g130e7787a26_1_4819"/>
            <p:cNvSpPr/>
            <p:nvPr/>
          </p:nvSpPr>
          <p:spPr>
            <a:xfrm>
              <a:off x="426240" y="4540320"/>
              <a:ext cx="1565280" cy="22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800" rIns="10800" tIns="10800" bIns="1080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ru" sz="1300" strike="noStrike" u="none">
                  <a:solidFill>
                    <a:srgbClr val="0077bf"/>
                  </a:solidFill>
                  <a:effectLst/>
                  <a:uFillTx/>
                  <a:latin typeface="Open Sans SemiBold"/>
                  <a:ea typeface="Open Sans SemiBold"/>
                </a:rPr>
                <a:t>Funnel Pack</a:t>
              </a:r>
              <a:endParaRPr b="0" lang="ru-RU" sz="13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8" name="Google Shape;3223;g130e7787a26_1_4819"/>
            <p:cNvSpPr/>
            <p:nvPr/>
          </p:nvSpPr>
          <p:spPr>
            <a:xfrm>
              <a:off x="423360" y="4742280"/>
              <a:ext cx="1079280" cy="11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2960" rIns="12960" tIns="12960" bIns="12960" anchor="t">
              <a:spAutoFit/>
            </a:bodyPr>
            <a:p>
              <a:pPr algn="just">
                <a:lnSpc>
                  <a:spcPct val="150000"/>
                </a:lnSpc>
                <a:tabLst>
                  <a:tab algn="l" pos="0"/>
                </a:tabLst>
              </a:pPr>
              <a:r>
                <a:rPr b="0" lang="ru" sz="600" strike="noStrike" u="none">
                  <a:solidFill>
                    <a:srgbClr val="9b999c"/>
                  </a:solidFill>
                  <a:effectLst/>
                  <a:uFillTx/>
                  <a:latin typeface="Open Sans"/>
                  <a:ea typeface="Open Sans"/>
                </a:rPr>
                <a:t>Marketing &amp; Business Tool</a:t>
              </a:r>
              <a:endParaRPr b="0" lang="ru-RU" sz="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99" name="PlaceHolder 1"/>
          <p:cNvSpPr>
            <a:spLocks noGrp="1"/>
          </p:cNvSpPr>
          <p:nvPr>
            <p:ph type="title"/>
          </p:nvPr>
        </p:nvSpPr>
        <p:spPr>
          <a:xfrm>
            <a:off x="795240" y="854280"/>
            <a:ext cx="7313760" cy="81648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0" name="PlaceHolder 2"/>
          <p:cNvSpPr>
            <a:spLocks noGrp="1"/>
          </p:cNvSpPr>
          <p:nvPr>
            <p:ph type="body"/>
          </p:nvPr>
        </p:nvSpPr>
        <p:spPr>
          <a:xfrm>
            <a:off x="851760" y="1751400"/>
            <a:ext cx="7678440" cy="263232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1" name="PlaceHolder 3"/>
          <p:cNvSpPr>
            <a:spLocks noGrp="1"/>
          </p:cNvSpPr>
          <p:nvPr>
            <p:ph type="sldNum" idx="449"/>
          </p:nvPr>
        </p:nvSpPr>
        <p:spPr>
          <a:xfrm>
            <a:off x="8547480" y="4686480"/>
            <a:ext cx="150120" cy="143640"/>
          </a:xfrm>
          <a:prstGeom prst="rect">
            <a:avLst/>
          </a:prstGeom>
          <a:noFill/>
          <a:ln w="0">
            <a:noFill/>
          </a:ln>
        </p:spPr>
        <p:txBody>
          <a:bodyPr lIns="10800" rIns="10800" tIns="10800" bIns="1080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9F6C2C3-89C6-4909-A6D2-56D9FABB1B74}" type="slidenum">
              <a:rPr b="0" lang="ru" sz="800" strike="noStrike" u="none">
                <a:solidFill>
                  <a:srgbClr val="9b999c"/>
                </a:solidFill>
                <a:effectLst/>
                <a:uFillTx/>
                <a:latin typeface="Open Sans"/>
                <a:ea typeface="Open Sans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0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4" name="Google Shape;3228;g130e7787a26_1_482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5e5e5e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05" name="Google Shape;3229;g130e7787a26_1_482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6" name="Google Shape;3230;g130e7787a26_1_4826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07" name="PlaceHolder 1"/>
          <p:cNvSpPr>
            <a:spLocks noGrp="1"/>
          </p:cNvSpPr>
          <p:nvPr>
            <p:ph type="sldNum" idx="45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4914947-5FC7-466A-90F5-CB662E9CCBF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0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0" name="PlaceHolder 1"/>
          <p:cNvSpPr>
            <a:spLocks noGrp="1"/>
          </p:cNvSpPr>
          <p:nvPr>
            <p:ph type="body"/>
          </p:nvPr>
        </p:nvSpPr>
        <p:spPr>
          <a:xfrm>
            <a:off x="-433440" y="-485640"/>
            <a:ext cx="10029600" cy="600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1" name="PlaceHolder 2"/>
          <p:cNvSpPr>
            <a:spLocks noGrp="1"/>
          </p:cNvSpPr>
          <p:nvPr>
            <p:ph type="title"/>
          </p:nvPr>
        </p:nvSpPr>
        <p:spPr>
          <a:xfrm>
            <a:off x="452520" y="26719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2" name="PlaceHolder 3"/>
          <p:cNvSpPr>
            <a:spLocks noGrp="1"/>
          </p:cNvSpPr>
          <p:nvPr>
            <p:ph type="body"/>
          </p:nvPr>
        </p:nvSpPr>
        <p:spPr>
          <a:xfrm>
            <a:off x="452880" y="414720"/>
            <a:ext cx="8237880" cy="23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3" name="PlaceHolder 4"/>
          <p:cNvSpPr>
            <a:spLocks noGrp="1"/>
          </p:cNvSpPr>
          <p:nvPr>
            <p:ph type="body"/>
          </p:nvPr>
        </p:nvSpPr>
        <p:spPr>
          <a:xfrm>
            <a:off x="452520" y="4353840"/>
            <a:ext cx="8238960" cy="4183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4" name="PlaceHolder 5"/>
          <p:cNvSpPr>
            <a:spLocks noGrp="1"/>
          </p:cNvSpPr>
          <p:nvPr>
            <p:ph type="sldNum" idx="451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5792BE8-9B83-4DA8-BD23-E8E7B4A1603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1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7" name="PlaceHolder 1"/>
          <p:cNvSpPr>
            <a:spLocks noGrp="1"/>
          </p:cNvSpPr>
          <p:nvPr>
            <p:ph type="sldNum" idx="45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18A38D5-1A9E-4047-A537-BAD4E7A3273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1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0" name="PlaceHolder 1"/>
          <p:cNvSpPr>
            <a:spLocks noGrp="1"/>
          </p:cNvSpPr>
          <p:nvPr>
            <p:ph type="body"/>
          </p:nvPr>
        </p:nvSpPr>
        <p:spPr>
          <a:xfrm>
            <a:off x="4114800" y="-76320"/>
            <a:ext cx="4554000" cy="5300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1" name="PlaceHolder 2"/>
          <p:cNvSpPr>
            <a:spLocks noGrp="1"/>
          </p:cNvSpPr>
          <p:nvPr>
            <p:ph type="title"/>
          </p:nvPr>
        </p:nvSpPr>
        <p:spPr>
          <a:xfrm>
            <a:off x="452520" y="476280"/>
            <a:ext cx="3666960" cy="220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2" name="PlaceHolder 3"/>
          <p:cNvSpPr>
            <a:spLocks noGrp="1"/>
          </p:cNvSpPr>
          <p:nvPr>
            <p:ph type="body"/>
          </p:nvPr>
        </p:nvSpPr>
        <p:spPr>
          <a:xfrm>
            <a:off x="452520" y="2647800"/>
            <a:ext cx="3666960" cy="20192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3" name="PlaceHolder 4"/>
          <p:cNvSpPr>
            <a:spLocks noGrp="1"/>
          </p:cNvSpPr>
          <p:nvPr>
            <p:ph type="sldNum" idx="453"/>
          </p:nvPr>
        </p:nvSpPr>
        <p:spPr>
          <a:xfrm>
            <a:off x="4500000" y="491688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04EB8B4-A2AA-43FC-81B9-4AB9085093B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2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6" name="Google Shape;3244;g130e7787a26_1_484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7" name="Google Shape;3245;g130e7787a26_1_4842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28" name="Google Shape;3246;g130e7787a26_1_484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9" name="PlaceHolder 1"/>
          <p:cNvSpPr>
            <a:spLocks noGrp="1"/>
          </p:cNvSpPr>
          <p:nvPr>
            <p:ph type="sldNum" idx="45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2A997DC-D632-4AF5-9C32-F74C721610B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3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2" name="Google Shape;3249;g130e7787a26_1_484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3" name="Google Shape;3250;g130e7787a26_1_4847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34" name="PlaceHolder 1"/>
          <p:cNvSpPr>
            <a:spLocks noGrp="1"/>
          </p:cNvSpPr>
          <p:nvPr>
            <p:ph type="sldNum" idx="45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0B97D13-9E7B-4DC1-8F43-BD1D6DCEE17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3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7" name="Google Shape;3253;g130e7787a26_1_485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8" name="Google Shape;3254;g130e7787a26_1_485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39" name="Google Shape;3255;g130e7787a26_1_485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0" name="PlaceHolder 1"/>
          <p:cNvSpPr>
            <a:spLocks noGrp="1"/>
          </p:cNvSpPr>
          <p:nvPr>
            <p:ph type="sldNum" idx="45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25D32FD-793A-49F1-9EF1-5B74E8B3E0B8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4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3" name="Google Shape;3258;g130e7787a26_1_485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4" name="Google Shape;3259;g130e7787a26_1_4856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00000"/>
          </a:solidFill>
          <a:ln w="9525">
            <a:solidFill>
              <a:srgbClr val="444d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45" name="Google Shape;3260;g130e7787a26_1_485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6" name="Google Shape;3261;g130e7787a26_1_4856"/>
          <p:cNvSpPr/>
          <p:nvPr/>
        </p:nvSpPr>
        <p:spPr>
          <a:xfrm>
            <a:off x="4306320" y="720"/>
            <a:ext cx="4849200" cy="5150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47" name="PlaceHolder 1"/>
          <p:cNvSpPr>
            <a:spLocks noGrp="1"/>
          </p:cNvSpPr>
          <p:nvPr>
            <p:ph type="sldNum" idx="45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6189336-160B-4888-B284-805052B448F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2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4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0" name="Google Shape;3264;g130e7787a26_1_486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1" name="Google Shape;3265;g130e7787a26_1_4862" descr="Google Shape;363;g116490451ca_0_1259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2" name="Google Shape;3266;g130e7787a26_1_486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3" name="PlaceHolder 1"/>
          <p:cNvSpPr>
            <a:spLocks noGrp="1"/>
          </p:cNvSpPr>
          <p:nvPr>
            <p:ph type="sldNum" idx="45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A665477-15BB-4B0F-9B08-00250DDD55F6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5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6" name="Google Shape;3269;g130e7787a26_1_486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7" name="Google Shape;3270;g130e7787a26_1_4867" descr="Google Shape;366;g116490451ca_0_1262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8" name="Google Shape;3271;g130e7787a26_1_486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9" name="PlaceHolder 1"/>
          <p:cNvSpPr>
            <a:spLocks noGrp="1"/>
          </p:cNvSpPr>
          <p:nvPr>
            <p:ph type="sldNum" idx="45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274B053-5F4D-4ED9-8297-4BEE3E7D0CC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6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2" name="Google Shape;3274;g130e7787a26_1_487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3" name="Google Shape;3275;g130e7787a26_1_4872" descr="Google Shape;369;g116490451ca_0_1265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4" name="Google Shape;3276;g130e7787a26_1_487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5" name="PlaceHolder 1"/>
          <p:cNvSpPr>
            <a:spLocks noGrp="1"/>
          </p:cNvSpPr>
          <p:nvPr>
            <p:ph type="sldNum" idx="46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7EE5609-FD23-410D-BEB1-7B9A9FA5FF0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6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8" name="Google Shape;3279;g130e7787a26_1_487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9" name="Google Shape;3280;g130e7787a26_1_4877" descr="Google Shape;372;g116490451ca_0_1268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0" name="Google Shape;3281;g130e7787a26_1_487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1" name="PlaceHolder 1"/>
          <p:cNvSpPr>
            <a:spLocks noGrp="1"/>
          </p:cNvSpPr>
          <p:nvPr>
            <p:ph type="sldNum" idx="46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345E6C4-F633-4C1E-8112-AF2096194B35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7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4" name="Google Shape;3284;g130e7787a26_1_488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5" name="Google Shape;3285;g130e7787a26_1_4882" descr="Google Shape;375;g116490451ca_0_1271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6" name="Google Shape;3286;g130e7787a26_1_488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7" name="PlaceHolder 1"/>
          <p:cNvSpPr>
            <a:spLocks noGrp="1"/>
          </p:cNvSpPr>
          <p:nvPr>
            <p:ph type="sldNum" idx="46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E8EDC63-89C7-4C88-A3FE-11DC0B3CD82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7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0" name="PlaceHolder 1"/>
          <p:cNvSpPr>
            <a:spLocks noGrp="1"/>
          </p:cNvSpPr>
          <p:nvPr>
            <p:ph type="body"/>
          </p:nvPr>
        </p:nvSpPr>
        <p:spPr>
          <a:xfrm>
            <a:off x="450360" y="4447440"/>
            <a:ext cx="8238960" cy="23832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1" name="PlaceHolder 2"/>
          <p:cNvSpPr>
            <a:spLocks noGrp="1"/>
          </p:cNvSpPr>
          <p:nvPr>
            <p:ph type="title"/>
          </p:nvPr>
        </p:nvSpPr>
        <p:spPr>
          <a:xfrm>
            <a:off x="452520" y="965520"/>
            <a:ext cx="8238960" cy="174276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/>
          </a:bodyPr>
          <a:p>
            <a:pPr indent="0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2" name="PlaceHolder 3"/>
          <p:cNvSpPr>
            <a:spLocks noGrp="1"/>
          </p:cNvSpPr>
          <p:nvPr>
            <p:ph type="body"/>
          </p:nvPr>
        </p:nvSpPr>
        <p:spPr>
          <a:xfrm>
            <a:off x="450360" y="2708640"/>
            <a:ext cx="8238960" cy="71388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3" name="PlaceHolder 4"/>
          <p:cNvSpPr>
            <a:spLocks noGrp="1"/>
          </p:cNvSpPr>
          <p:nvPr>
            <p:ph type="sldNum" idx="463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BC7B222-F0A5-4682-9776-A3E6B6BBD23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8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6" name="Google Shape;3289;g130e7787a26_1_488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7" name="Google Shape;3290;g130e7787a26_1_4887" descr="Google Shape;378;g116490451ca_0_127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8" name="Google Shape;3291;g130e7787a26_1_488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9" name="PlaceHolder 1"/>
          <p:cNvSpPr>
            <a:spLocks noGrp="1"/>
          </p:cNvSpPr>
          <p:nvPr>
            <p:ph type="sldNum" idx="46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44F9DB4-C7F8-42D7-A5EA-4A31055710AB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9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2" name="Google Shape;3294;g130e7787a26_1_489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3" name="Google Shape;3295;g130e7787a26_1_4892" descr="Google Shape;381;g116490451ca_0_127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4" name="Google Shape;3296;g130e7787a26_1_489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5" name="PlaceHolder 1"/>
          <p:cNvSpPr>
            <a:spLocks noGrp="1"/>
          </p:cNvSpPr>
          <p:nvPr>
            <p:ph type="sldNum" idx="46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B210E5B1-B8A9-4101-BB7B-847AA76673B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9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8" name="Google Shape;3299;g130e7787a26_1_489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9" name="Google Shape;3300;g130e7787a26_1_4897" descr="Google Shape;384;g116490451ca_0_128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0" name="Google Shape;3301;g130e7787a26_1_489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1" name="PlaceHolder 1"/>
          <p:cNvSpPr>
            <a:spLocks noGrp="1"/>
          </p:cNvSpPr>
          <p:nvPr>
            <p:ph type="sldNum" idx="46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5904E4E3-B8E5-4B36-AE31-C1AD80497AC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0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4" name="Google Shape;3304;g130e7787a26_1_490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5" name="Google Shape;3305;g130e7787a26_1_4902" descr="Google Shape;387;g116490451ca_0_1283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6" name="Google Shape;3306;g130e7787a26_1_490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7" name="PlaceHolder 1"/>
          <p:cNvSpPr>
            <a:spLocks noGrp="1"/>
          </p:cNvSpPr>
          <p:nvPr>
            <p:ph type="sldNum" idx="46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2C5938C-42FD-4E52-AD2A-F7D326A6A28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0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0" name="Google Shape;3309;g130e7787a26_1_490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1" name="Google Shape;3310;g130e7787a26_1_4907" descr="Google Shape;390;g116490451ca_0_128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2" name="Google Shape;3311;g130e7787a26_1_490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3" name="PlaceHolder 1"/>
          <p:cNvSpPr>
            <a:spLocks noGrp="1"/>
          </p:cNvSpPr>
          <p:nvPr>
            <p:ph type="sldNum" idx="46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0D9ABD1-3723-4BD2-99B6-4CFED7AF513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1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6" name="Google Shape;3314;g130e7787a26_1_491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7" name="Google Shape;3315;g130e7787a26_1_4912" descr="Google Shape;393;g116490451ca_0_128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8" name="Google Shape;3316;g130e7787a26_1_491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9" name="PlaceHolder 1"/>
          <p:cNvSpPr>
            <a:spLocks noGrp="1"/>
          </p:cNvSpPr>
          <p:nvPr>
            <p:ph type="sldNum" idx="46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3D5194F-7BFA-4DFF-AFFC-47C84DB7320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2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2" name="Google Shape;3319;g130e7787a26_1_491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3" name="Google Shape;3320;g130e7787a26_1_4917" descr="Google Shape;396;g116490451ca_0_129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4" name="Google Shape;3321;g130e7787a26_1_491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5" name="PlaceHolder 1"/>
          <p:cNvSpPr>
            <a:spLocks noGrp="1"/>
          </p:cNvSpPr>
          <p:nvPr>
            <p:ph type="sldNum" idx="47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FD09076-A71E-49D1-85E0-FA2ED97810E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2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8" name="Google Shape;3324;g130e7787a26_1_492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9" name="Google Shape;3325;g130e7787a26_1_4922" descr="Google Shape;399;g116490451ca_0_1295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30" name="Google Shape;3326;g130e7787a26_1_492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1" name="PlaceHolder 1"/>
          <p:cNvSpPr>
            <a:spLocks noGrp="1"/>
          </p:cNvSpPr>
          <p:nvPr>
            <p:ph type="sldNum" idx="47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B4B55D2-B0E6-4048-BE40-DA9A4066436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3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4" name="Google Shape;3329;g130e7787a26_1_492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5" name="Google Shape;3330;g130e7787a26_1_4927" descr="Google Shape;402;g116490451ca_0_1298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36" name="Google Shape;3331;g130e7787a26_1_492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7" name="PlaceHolder 1"/>
          <p:cNvSpPr>
            <a:spLocks noGrp="1"/>
          </p:cNvSpPr>
          <p:nvPr>
            <p:ph type="sldNum" idx="47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3299E61-7AC4-40EB-BC72-6A5F7F857D7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3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0" name="Google Shape;3334;g130e7787a26_1_493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1" name="Google Shape;3335;g130e7787a26_1_4932" descr="Google Shape;405;g116490451ca_0_1301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2" name="Google Shape;3336;g130e7787a26_1_493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3" name="PlaceHolder 1"/>
          <p:cNvSpPr>
            <a:spLocks noGrp="1"/>
          </p:cNvSpPr>
          <p:nvPr>
            <p:ph type="sldNum" idx="47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4339CE8-71ED-4B30-87CB-70285854AAA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4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6" name="PlaceHolder 1"/>
          <p:cNvSpPr>
            <a:spLocks noGrp="1"/>
          </p:cNvSpPr>
          <p:nvPr>
            <p:ph type="body"/>
          </p:nvPr>
        </p:nvSpPr>
        <p:spPr>
          <a:xfrm>
            <a:off x="4114800" y="-76320"/>
            <a:ext cx="4554000" cy="5300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7" name="PlaceHolder 2"/>
          <p:cNvSpPr>
            <a:spLocks noGrp="1"/>
          </p:cNvSpPr>
          <p:nvPr>
            <p:ph type="title"/>
          </p:nvPr>
        </p:nvSpPr>
        <p:spPr>
          <a:xfrm>
            <a:off x="452520" y="476280"/>
            <a:ext cx="3666960" cy="220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8" name="PlaceHolder 3"/>
          <p:cNvSpPr>
            <a:spLocks noGrp="1"/>
          </p:cNvSpPr>
          <p:nvPr>
            <p:ph type="body"/>
          </p:nvPr>
        </p:nvSpPr>
        <p:spPr>
          <a:xfrm>
            <a:off x="452520" y="2647800"/>
            <a:ext cx="3666960" cy="20192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9" name="PlaceHolder 4"/>
          <p:cNvSpPr>
            <a:spLocks noGrp="1"/>
          </p:cNvSpPr>
          <p:nvPr>
            <p:ph type="sldNum" idx="474"/>
          </p:nvPr>
        </p:nvSpPr>
        <p:spPr>
          <a:xfrm>
            <a:off x="4500000" y="491688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57E9464-6DB1-4C85-887A-DFBA2560E5E3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5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2" name="Google Shape;3339;g130e7787a26_1_493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53" name="Google Shape;3340;g130e7787a26_1_4937" descr="Google Shape;408;g116490451ca_0_1304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4" name="Google Shape;3341;g130e7787a26_1_493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5" name="PlaceHolder 1"/>
          <p:cNvSpPr>
            <a:spLocks noGrp="1"/>
          </p:cNvSpPr>
          <p:nvPr>
            <p:ph type="sldNum" idx="47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02CD3D8-8172-4817-8C94-6F114A708962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5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8" name="Google Shape;3344;g130e7787a26_1_494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59" name="Google Shape;3345;g130e7787a26_1_4942" descr="Google Shape;411;g116490451ca_0_1307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0" name="Google Shape;3346;g130e7787a26_1_494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1" name="PlaceHolder 1"/>
          <p:cNvSpPr>
            <a:spLocks noGrp="1"/>
          </p:cNvSpPr>
          <p:nvPr>
            <p:ph type="sldNum" idx="47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6C7F0C3-BB86-4889-911E-66F8FCA8409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6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4" name="Google Shape;3349;g130e7787a26_1_494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5" name="Google Shape;3350;g130e7787a26_1_4947" descr="Google Shape;414;g116490451ca_0_1310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6" name="Google Shape;3351;g130e7787a26_1_494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7" name="PlaceHolder 1"/>
          <p:cNvSpPr>
            <a:spLocks noGrp="1"/>
          </p:cNvSpPr>
          <p:nvPr>
            <p:ph type="sldNum" idx="477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EE8EE2B9-F9B9-451B-8B3C-F5FAFD222C9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6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0" name="Google Shape;3354;g130e7787a26_1_495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1" name="Google Shape;3355;g130e7787a26_1_4952" descr="Google Shape;417;g116490451ca_0_1313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2" name="Google Shape;3356;g130e7787a26_1_495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3" name="PlaceHolder 1"/>
          <p:cNvSpPr>
            <a:spLocks noGrp="1"/>
          </p:cNvSpPr>
          <p:nvPr>
            <p:ph type="sldNum" idx="478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67002CE-7930-4803-A62E-E9FB0E21905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7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6" name="Google Shape;3359;g130e7787a26_1_495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7" name="Google Shape;3360;g130e7787a26_1_4957" descr="Google Shape;420;g116490451ca_0_1316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8" name="Google Shape;3361;g130e7787a26_1_4957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9" name="PlaceHolder 1"/>
          <p:cNvSpPr>
            <a:spLocks noGrp="1"/>
          </p:cNvSpPr>
          <p:nvPr>
            <p:ph type="sldNum" idx="479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7A4D4BF-6946-46E6-ADEF-359998483890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0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81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2" name="Google Shape;3364;g130e7787a26_1_496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3" name="Google Shape;3365;g130e7787a26_1_4962" descr="Google Shape;423;g116490451ca_0_1319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4" name="Google Shape;3366;g130e7787a26_1_4962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5" name="PlaceHolder 1"/>
          <p:cNvSpPr>
            <a:spLocks noGrp="1"/>
          </p:cNvSpPr>
          <p:nvPr>
            <p:ph type="sldNum" idx="480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14B2BA91-E6BA-4F29-B670-B7A37C321CD1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8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8" name="Google Shape;3369;g130e7787a26_1_496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9" name="Google Shape;3370;g130e7787a26_1_4967" descr="Google Shape;426;g116490451ca_0_132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0" name="PlaceHolder 1"/>
          <p:cNvSpPr>
            <a:spLocks noGrp="1"/>
          </p:cNvSpPr>
          <p:nvPr>
            <p:ph type="sldNum" idx="481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5359817-BE3D-4314-951D-EA4381C53FB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9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3" name="Google Shape;3373;g130e7787a26_1_497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94" name="Google Shape;3374;g130e7787a26_1_4971" descr="Google Shape;428;g116490451ca_0_1324"/>
          <p:cNvPicPr/>
          <p:nvPr/>
        </p:nvPicPr>
        <p:blipFill>
          <a:blip r:embed="rId2"/>
          <a:srcRect l="7234" t="0" r="0" b="0"/>
          <a:stretch/>
        </p:blipFill>
        <p:spPr>
          <a:xfrm>
            <a:off x="0" y="0"/>
            <a:ext cx="69998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5" name="Google Shape;3375;g130e7787a26_1_497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6" name="PlaceHolder 1"/>
          <p:cNvSpPr>
            <a:spLocks noGrp="1"/>
          </p:cNvSpPr>
          <p:nvPr>
            <p:ph type="sldNum" idx="48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53EAAD0-40B6-4920-8B6B-C91A6CF33EB4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98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9" name="Google Shape;3378;g130e7787a26_1_4976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00" name="Google Shape;3379;g130e7787a26_1_4976" descr="Google Shape;431;g116490451ca_0_1327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1" name="Google Shape;3380;g130e7787a26_1_4976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2" name="Google Shape;3381;g130e7787a26_1_4976"/>
          <p:cNvSpPr/>
          <p:nvPr/>
        </p:nvSpPr>
        <p:spPr>
          <a:xfrm>
            <a:off x="0" y="0"/>
            <a:ext cx="2999520" cy="13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https://drive.google.com/drive/folders/1mJARYJL3gRFSIHWAvZaqa1cUm-mtLoAV?usp=sharing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3" name="PlaceHolder 1"/>
          <p:cNvSpPr>
            <a:spLocks noGrp="1"/>
          </p:cNvSpPr>
          <p:nvPr>
            <p:ph type="sldNum" idx="48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98B80EE4-DACA-400F-9FBF-F22A455EF29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4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05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6" name="Google Shape;3384;g130e7787a26_1_498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7" name="PlaceHolder 1"/>
          <p:cNvSpPr>
            <a:spLocks noGrp="1"/>
          </p:cNvSpPr>
          <p:nvPr>
            <p:ph type="title"/>
          </p:nvPr>
        </p:nvSpPr>
        <p:spPr>
          <a:xfrm>
            <a:off x="856800" y="374040"/>
            <a:ext cx="5653080" cy="3751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b">
            <a:normAutofit fontScale="92500" lnSpcReduction="9999"/>
          </a:bodyPr>
          <a:p>
            <a:pPr indent="0">
              <a:buNone/>
            </a:pPr>
            <a:r>
              <a:rPr b="0" lang="ru-RU" sz="2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8" name="PlaceHolder 2"/>
          <p:cNvSpPr>
            <a:spLocks noGrp="1"/>
          </p:cNvSpPr>
          <p:nvPr>
            <p:ph type="body"/>
          </p:nvPr>
        </p:nvSpPr>
        <p:spPr>
          <a:xfrm>
            <a:off x="70110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9" name="PlaceHolder 3"/>
          <p:cNvSpPr>
            <a:spLocks noGrp="1"/>
          </p:cNvSpPr>
          <p:nvPr>
            <p:ph type="body"/>
          </p:nvPr>
        </p:nvSpPr>
        <p:spPr>
          <a:xfrm>
            <a:off x="642960" y="1247400"/>
            <a:ext cx="3255840" cy="304776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0" name="Google Shape;3388;g130e7787a26_1_4982" descr="Google Shape;439;g116490451ca_0_1331"/>
          <p:cNvPicPr/>
          <p:nvPr/>
        </p:nvPicPr>
        <p:blipFill>
          <a:blip r:embed="rId2"/>
          <a:stretch/>
        </p:blipFill>
        <p:spPr>
          <a:xfrm flipH="1">
            <a:off x="408240" y="334080"/>
            <a:ext cx="365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1" name="PlaceHolder 4"/>
          <p:cNvSpPr>
            <a:spLocks noGrp="1"/>
          </p:cNvSpPr>
          <p:nvPr>
            <p:ph type="body"/>
          </p:nvPr>
        </p:nvSpPr>
        <p:spPr>
          <a:xfrm>
            <a:off x="5374800" y="103860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2" name="PlaceHolder 5"/>
          <p:cNvSpPr>
            <a:spLocks noGrp="1"/>
          </p:cNvSpPr>
          <p:nvPr>
            <p:ph type="body"/>
          </p:nvPr>
        </p:nvSpPr>
        <p:spPr>
          <a:xfrm>
            <a:off x="70048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3" name="PlaceHolder 6"/>
          <p:cNvSpPr>
            <a:spLocks noGrp="1"/>
          </p:cNvSpPr>
          <p:nvPr>
            <p:ph type="body"/>
          </p:nvPr>
        </p:nvSpPr>
        <p:spPr>
          <a:xfrm>
            <a:off x="5368680" y="2665080"/>
            <a:ext cx="1499400" cy="148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4" name="PlaceHolder 7"/>
          <p:cNvSpPr>
            <a:spLocks noGrp="1"/>
          </p:cNvSpPr>
          <p:nvPr>
            <p:ph type="sldNum" idx="48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0CEC131-FCBE-47DF-809B-B14991FECDC7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1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7" name="PlaceHolder 1"/>
          <p:cNvSpPr>
            <a:spLocks noGrp="1"/>
          </p:cNvSpPr>
          <p:nvPr>
            <p:ph type="title"/>
          </p:nvPr>
        </p:nvSpPr>
        <p:spPr>
          <a:xfrm>
            <a:off x="452520" y="404640"/>
            <a:ext cx="8238960" cy="5371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8" name="PlaceHolder 2"/>
          <p:cNvSpPr>
            <a:spLocks noGrp="1"/>
          </p:cNvSpPr>
          <p:nvPr>
            <p:ph type="body"/>
          </p:nvPr>
        </p:nvSpPr>
        <p:spPr>
          <a:xfrm>
            <a:off x="452520" y="889920"/>
            <a:ext cx="8238960" cy="3502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9" name="PlaceHolder 3"/>
          <p:cNvSpPr>
            <a:spLocks noGrp="1"/>
          </p:cNvSpPr>
          <p:nvPr>
            <p:ph type="body"/>
          </p:nvPr>
        </p:nvSpPr>
        <p:spPr>
          <a:xfrm>
            <a:off x="452520" y="1593360"/>
            <a:ext cx="8238960" cy="309564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0" name="PlaceHolder 4"/>
          <p:cNvSpPr>
            <a:spLocks noGrp="1"/>
          </p:cNvSpPr>
          <p:nvPr>
            <p:ph type="sldNum" idx="485"/>
          </p:nvPr>
        </p:nvSpPr>
        <p:spPr>
          <a:xfrm>
            <a:off x="4500000" y="49154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81F8058F-CB88-4F67-89D6-B20BF4193A8E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22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3" name="Google Shape;3394;g130e7787a26_1_4992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24" name="Google Shape;3395;g130e7787a26_1_4992"/>
          <p:cNvGrpSpPr/>
          <p:nvPr/>
        </p:nvGrpSpPr>
        <p:grpSpPr>
          <a:xfrm>
            <a:off x="6458040" y="0"/>
            <a:ext cx="2685960" cy="5143320"/>
            <a:chOff x="6458040" y="0"/>
            <a:chExt cx="2685960" cy="5143320"/>
          </a:xfrm>
        </p:grpSpPr>
        <p:sp>
          <p:nvSpPr>
            <p:cNvPr id="3325" name="Google Shape;3396;g130e7787a26_1_4992"/>
            <p:cNvSpPr/>
            <p:nvPr/>
          </p:nvSpPr>
          <p:spPr>
            <a:xfrm>
              <a:off x="6458040" y="0"/>
              <a:ext cx="2685960" cy="5143320"/>
            </a:xfrm>
            <a:prstGeom prst="rect">
              <a:avLst/>
            </a:prstGeom>
            <a:solidFill>
              <a:srgbClr val="a5a5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326" name="Google Shape;3397;g130e7787a26_1_4992"/>
            <p:cNvSpPr/>
            <p:nvPr/>
          </p:nvSpPr>
          <p:spPr>
            <a:xfrm>
              <a:off x="6483600" y="2400120"/>
              <a:ext cx="2634480" cy="34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327" name="Google Shape;3398;g130e7787a26_1_4992"/>
          <p:cNvGrpSpPr/>
          <p:nvPr/>
        </p:nvGrpSpPr>
        <p:grpSpPr>
          <a:xfrm>
            <a:off x="0" y="0"/>
            <a:ext cx="6451200" cy="5143320"/>
            <a:chOff x="0" y="0"/>
            <a:chExt cx="6451200" cy="5143320"/>
          </a:xfrm>
        </p:grpSpPr>
        <p:sp>
          <p:nvSpPr>
            <p:cNvPr id="3328" name="Google Shape;3399;g130e7787a26_1_4992"/>
            <p:cNvSpPr/>
            <p:nvPr/>
          </p:nvSpPr>
          <p:spPr>
            <a:xfrm>
              <a:off x="0" y="0"/>
              <a:ext cx="6451200" cy="5143320"/>
            </a:xfrm>
            <a:prstGeom prst="rect">
              <a:avLst/>
            </a:prstGeom>
            <a:solidFill>
              <a:srgbClr val="d8d8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4200" rIns="342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329" name="Google Shape;3400;g130e7787a26_1_4992"/>
            <p:cNvSpPr/>
            <p:nvPr/>
          </p:nvSpPr>
          <p:spPr>
            <a:xfrm>
              <a:off x="25560" y="2476440"/>
              <a:ext cx="6399720" cy="19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9080" rIns="19080" tIns="19080" bIns="19080" anchor="ctr">
              <a:sp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0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Calibri"/>
                </a:rPr>
                <a:t>Фото или черный фон</a:t>
              </a:r>
              <a:endPara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30" name="PlaceHolder 1"/>
          <p:cNvSpPr>
            <a:spLocks noGrp="1"/>
          </p:cNvSpPr>
          <p:nvPr>
            <p:ph type="title"/>
          </p:nvPr>
        </p:nvSpPr>
        <p:spPr>
          <a:xfrm>
            <a:off x="628560" y="3943440"/>
            <a:ext cx="7772040" cy="48204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b">
            <a:normAutofit/>
          </a:bodyPr>
          <a:p>
            <a:pPr indent="0">
              <a:buNone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1" name="PlaceHolder 2"/>
          <p:cNvSpPr>
            <a:spLocks noGrp="1"/>
          </p:cNvSpPr>
          <p:nvPr>
            <p:ph type="body"/>
          </p:nvPr>
        </p:nvSpPr>
        <p:spPr>
          <a:xfrm>
            <a:off x="628560" y="4466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2" name="PlaceHolder 3"/>
          <p:cNvSpPr>
            <a:spLocks noGrp="1"/>
          </p:cNvSpPr>
          <p:nvPr>
            <p:ph type="sldNum" idx="486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A7814E1-FB24-4392-B131-0E4AB6061DC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3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34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5" name="Google Shape;3405;g130e7787a26_1_500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6" name="Google Shape;3406;g130e7787a26_1_5003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37" name="Google Shape;3407;g130e7787a26_1_500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38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7445880" cy="10483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/>
          </a:bodyPr>
          <a:p>
            <a:pPr indent="0">
              <a:buNone/>
            </a:pPr>
            <a:r>
              <a:rPr b="0" lang="ru-RU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9" name="PlaceHolder 2"/>
          <p:cNvSpPr>
            <a:spLocks noGrp="1"/>
          </p:cNvSpPr>
          <p:nvPr>
            <p:ph type="body"/>
          </p:nvPr>
        </p:nvSpPr>
        <p:spPr>
          <a:xfrm>
            <a:off x="628560" y="1892880"/>
            <a:ext cx="447012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9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0" name="Google Shape;3410;g130e7787a26_1_500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1" name="PlaceHolder 3"/>
          <p:cNvSpPr>
            <a:spLocks noGrp="1"/>
          </p:cNvSpPr>
          <p:nvPr>
            <p:ph type="body"/>
          </p:nvPr>
        </p:nvSpPr>
        <p:spPr>
          <a:xfrm>
            <a:off x="628560" y="2197800"/>
            <a:ext cx="2401560" cy="23821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2" name="Google Shape;3412;g130e7787a26_1_500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3" name="Google Shape;3413;g130e7787a26_1_5003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4" name="PlaceHolder 4"/>
          <p:cNvSpPr>
            <a:spLocks noGrp="1"/>
          </p:cNvSpPr>
          <p:nvPr>
            <p:ph type="sldNum" idx="487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FE5A472-B684-4C65-90C9-8CCBDF6D8D74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4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7" name="Google Shape;3416;g130e7787a26_1_501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8" name="Google Shape;3417;g130e7787a26_1_5014"/>
          <p:cNvSpPr/>
          <p:nvPr/>
        </p:nvSpPr>
        <p:spPr>
          <a:xfrm>
            <a:off x="368424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49" name="Google Shape;3418;g130e7787a26_1_5014"/>
          <p:cNvSpPr/>
          <p:nvPr/>
        </p:nvSpPr>
        <p:spPr>
          <a:xfrm>
            <a:off x="550116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0" name="Google Shape;3419;g130e7787a26_1_5014"/>
          <p:cNvSpPr/>
          <p:nvPr/>
        </p:nvSpPr>
        <p:spPr>
          <a:xfrm>
            <a:off x="7318080" y="3787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1" name="Google Shape;3420;g130e7787a26_1_5014"/>
          <p:cNvSpPr/>
          <p:nvPr/>
        </p:nvSpPr>
        <p:spPr>
          <a:xfrm>
            <a:off x="368424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2" name="Google Shape;3421;g130e7787a26_1_5014"/>
          <p:cNvSpPr/>
          <p:nvPr/>
        </p:nvSpPr>
        <p:spPr>
          <a:xfrm>
            <a:off x="550116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3" name="Google Shape;3422;g130e7787a26_1_5014"/>
          <p:cNvSpPr/>
          <p:nvPr/>
        </p:nvSpPr>
        <p:spPr>
          <a:xfrm>
            <a:off x="7318080" y="183852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4" name="Google Shape;3423;g130e7787a26_1_5014"/>
          <p:cNvSpPr/>
          <p:nvPr/>
        </p:nvSpPr>
        <p:spPr>
          <a:xfrm>
            <a:off x="368424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5" name="Google Shape;3424;g130e7787a26_1_5014"/>
          <p:cNvSpPr/>
          <p:nvPr/>
        </p:nvSpPr>
        <p:spPr>
          <a:xfrm>
            <a:off x="550116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6" name="Google Shape;3425;g130e7787a26_1_5014"/>
          <p:cNvSpPr/>
          <p:nvPr/>
        </p:nvSpPr>
        <p:spPr>
          <a:xfrm>
            <a:off x="7318080" y="3292200"/>
            <a:ext cx="1816920" cy="1459440"/>
          </a:xfrm>
          <a:prstGeom prst="rect">
            <a:avLst/>
          </a:prstGeom>
          <a:solidFill>
            <a:srgbClr val="d8d8d8"/>
          </a:solidFill>
          <a:ln w="12700">
            <a:solidFill>
              <a:srgbClr val="fbef59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7" name="Google Shape;3426;g130e7787a26_1_5014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8" name="Google Shape;3427;g130e7787a26_1_5014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59" name="PlaceHolder 1"/>
          <p:cNvSpPr>
            <a:spLocks noGrp="1"/>
          </p:cNvSpPr>
          <p:nvPr>
            <p:ph type="title"/>
          </p:nvPr>
        </p:nvSpPr>
        <p:spPr>
          <a:xfrm>
            <a:off x="628560" y="749160"/>
            <a:ext cx="2740680" cy="5842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/>
          </a:bodyPr>
          <a:p>
            <a:pPr indent="0">
              <a:buNone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0" name="PlaceHolder 2"/>
          <p:cNvSpPr>
            <a:spLocks noGrp="1"/>
          </p:cNvSpPr>
          <p:nvPr>
            <p:ph type="body"/>
          </p:nvPr>
        </p:nvSpPr>
        <p:spPr>
          <a:xfrm>
            <a:off x="628560" y="1397160"/>
            <a:ext cx="2740680" cy="2095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1" name="Google Shape;3430;g130e7787a26_1_5014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2" name="PlaceHolder 3"/>
          <p:cNvSpPr>
            <a:spLocks noGrp="1"/>
          </p:cNvSpPr>
          <p:nvPr>
            <p:ph type="body"/>
          </p:nvPr>
        </p:nvSpPr>
        <p:spPr>
          <a:xfrm>
            <a:off x="628560" y="1632600"/>
            <a:ext cx="2740680" cy="301032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t">
            <a:normAutofit fontScale="3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3" name="Google Shape;3432;g130e7787a26_1_5014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4" name="Google Shape;3433;g130e7787a26_1_5014"/>
          <p:cNvSpPr/>
          <p:nvPr/>
        </p:nvSpPr>
        <p:spPr>
          <a:xfrm>
            <a:off x="34200" y="45000"/>
            <a:ext cx="539496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5" name="PlaceHolder 4"/>
          <p:cNvSpPr>
            <a:spLocks noGrp="1"/>
          </p:cNvSpPr>
          <p:nvPr>
            <p:ph type="sldNum" idx="488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BB57CE5-4B3D-40E5-82D5-CC64B2A77961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6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8" name="Google Shape;3436;g130e7787a26_1_5034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9" name="Google Shape;3437;g130e7787a26_1_5034"/>
          <p:cNvSpPr/>
          <p:nvPr/>
        </p:nvSpPr>
        <p:spPr>
          <a:xfrm>
            <a:off x="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70" name="Google Shape;3438;g130e7787a26_1_5034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71" name="Google Shape;3439;g130e7787a26_1_5034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2" name="Google Shape;3440;g130e7787a26_1_5034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3" name="Google Shape;3441;g130e7787a26_1_5034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4" name="Google Shape;3442;g130e7787a26_1_5034" descr="Google Shape;483;g116490451ca_0_1374"/>
          <p:cNvPicPr/>
          <p:nvPr/>
        </p:nvPicPr>
        <p:blipFill>
          <a:blip r:embed="rId2"/>
          <a:stretch/>
        </p:blipFill>
        <p:spPr>
          <a:xfrm>
            <a:off x="1428480" y="1118520"/>
            <a:ext cx="6518160" cy="288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5" name="PlaceHolder 1"/>
          <p:cNvSpPr>
            <a:spLocks noGrp="1"/>
          </p:cNvSpPr>
          <p:nvPr>
            <p:ph type="sldNum" idx="489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824428B-25BC-470F-BB6B-DA988EBFEA5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7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8" name="Google Shape;3445;g130e7787a26_1_5043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9" name="Google Shape;3446;g130e7787a26_1_5043"/>
          <p:cNvSpPr/>
          <p:nvPr/>
        </p:nvSpPr>
        <p:spPr>
          <a:xfrm>
            <a:off x="-4320" y="476496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80" name="Google Shape;3447;g130e7787a26_1_5043"/>
          <p:cNvSpPr/>
          <p:nvPr/>
        </p:nvSpPr>
        <p:spPr>
          <a:xfrm>
            <a:off x="0" y="0"/>
            <a:ext cx="9143640" cy="3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81" name="Google Shape;3448;g130e7787a26_1_5043"/>
          <p:cNvSpPr/>
          <p:nvPr/>
        </p:nvSpPr>
        <p:spPr>
          <a:xfrm>
            <a:off x="5497920" y="130680"/>
            <a:ext cx="1493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ithub.ru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2" name="Google Shape;3449;g130e7787a26_1_5043"/>
          <p:cNvSpPr/>
          <p:nvPr/>
        </p:nvSpPr>
        <p:spPr>
          <a:xfrm>
            <a:off x="34200" y="481320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3" name="Google Shape;3450;g130e7787a26_1_5043"/>
          <p:cNvSpPr/>
          <p:nvPr/>
        </p:nvSpPr>
        <p:spPr>
          <a:xfrm>
            <a:off x="34200" y="45000"/>
            <a:ext cx="2882880" cy="3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РАЗДЕЛ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4" name="PlaceHolder 1"/>
          <p:cNvSpPr>
            <a:spLocks noGrp="1"/>
          </p:cNvSpPr>
          <p:nvPr>
            <p:ph type="sldNum" idx="490"/>
          </p:nvPr>
        </p:nvSpPr>
        <p:spPr>
          <a:xfrm>
            <a:off x="5463720" y="4837320"/>
            <a:ext cx="142920" cy="141480"/>
          </a:xfrm>
          <a:prstGeom prst="rect">
            <a:avLst/>
          </a:prstGeom>
          <a:noFill/>
          <a:ln w="0">
            <a:noFill/>
          </a:ln>
        </p:spPr>
        <p:txBody>
          <a:bodyPr lIns="9720" rIns="9720" tIns="9720" bIns="9720" anchor="ctr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6532304-58B0-49D0-A8D1-91DCD6DEC29E}" type="slidenum"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ru-RU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5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86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7" name="Google Shape;3453;g130e7787a26_1_5051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88" name="Google Shape;3454;g130e7787a26_1_5051"/>
          <p:cNvCxnSpPr/>
          <p:nvPr/>
        </p:nvCxnSpPr>
        <p:spPr>
          <a:xfrm flipV="1">
            <a:off x="7164000" y="617760"/>
            <a:ext cx="1980000" cy="1008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3389" name="Google Shape;3455;g130e7787a26_1_5051"/>
          <p:cNvSpPr/>
          <p:nvPr/>
        </p:nvSpPr>
        <p:spPr>
          <a:xfrm>
            <a:off x="8280000" y="123480"/>
            <a:ext cx="863640" cy="503640"/>
          </a:xfrm>
          <a:prstGeom prst="rect">
            <a:avLst/>
          </a:prstGeom>
          <a:solidFill>
            <a:srgbClr val="009fe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24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90" name="PlaceHolder 1"/>
          <p:cNvSpPr>
            <a:spLocks noGrp="1"/>
          </p:cNvSpPr>
          <p:nvPr>
            <p:ph type="sldNum" idx="491"/>
          </p:nvPr>
        </p:nvSpPr>
        <p:spPr>
          <a:xfrm>
            <a:off x="8599320" y="267480"/>
            <a:ext cx="261360" cy="195480"/>
          </a:xfrm>
          <a:prstGeom prst="rect">
            <a:avLst/>
          </a:prstGeom>
          <a:noFill/>
          <a:ln w="0">
            <a:noFill/>
          </a:ln>
        </p:spPr>
        <p:txBody>
          <a:bodyPr lIns="12960" rIns="12960" tIns="12960" bIns="1296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2DB922B8-9DF0-4DF9-888E-9E2AAB7B7889}" type="slidenum">
              <a:rPr b="1" lang="ru" sz="1100" strike="noStrike" u="non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&lt;number&gt;</a:t>
            </a:fld>
            <a:endParaRPr b="0" lang="ru-RU" sz="1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91" name="Google Shape;3457;g130e7787a26_1_5051" descr="Google Shape;496;g116490451ca_0_1389"/>
          <p:cNvPicPr/>
          <p:nvPr/>
        </p:nvPicPr>
        <p:blipFill>
          <a:blip r:embed="rId2"/>
          <a:stretch/>
        </p:blipFill>
        <p:spPr>
          <a:xfrm>
            <a:off x="7164360" y="299520"/>
            <a:ext cx="1007640" cy="1519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9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4" name="Google Shape;3459;g130e7787a26_1_5057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5" name="PlaceHolder 1"/>
          <p:cNvSpPr>
            <a:spLocks noGrp="1"/>
          </p:cNvSpPr>
          <p:nvPr>
            <p:ph type="sldNum" idx="492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D06F554A-2F83-4FBA-BC35-45B81C31DEA9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6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397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8" name="Google Shape;3462;g130e7787a26_1_506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9" name="Google Shape;3463;g130e7787a26_1_5060" descr="Google Shape;508;p20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0" name="Google Shape;3464;g130e7787a26_1_506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1" name="PlaceHolder 1"/>
          <p:cNvSpPr>
            <a:spLocks noGrp="1"/>
          </p:cNvSpPr>
          <p:nvPr>
            <p:ph type="sldNum" idx="493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7A33285D-2934-440D-9AC8-6536D3E6AD1D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2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03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4" name="Google Shape;3467;g130e7787a26_1_5065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5" name="Google Shape;3468;g130e7787a26_1_5065" descr="Google Shape;511;p21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6" name="Google Shape;3469;g130e7787a26_1_5065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7" name="PlaceHolder 1"/>
          <p:cNvSpPr>
            <a:spLocks noGrp="1"/>
          </p:cNvSpPr>
          <p:nvPr>
            <p:ph type="sldNum" idx="494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4AF6B6E4-BDE2-4D5E-9CA9-A8C7B6F1B1CF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8" name="Google Shape;2899;g130e7787a26_1_4497" hidden="1"/>
          <p:cNvSpPr/>
          <p:nvPr/>
        </p:nvSpPr>
        <p:spPr>
          <a:xfrm>
            <a:off x="0" y="-6840"/>
            <a:ext cx="9143640" cy="5150160"/>
          </a:xfrm>
          <a:prstGeom prst="rect">
            <a:avLst/>
          </a:prstGeom>
          <a:solidFill>
            <a:srgbClr val="080808"/>
          </a:solidFill>
          <a:ln w="9525">
            <a:solidFill>
              <a:srgbClr val="a7a7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rIns="45720" tIns="34200" bIns="34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900" strike="noStrike" u="none">
              <a:solidFill>
                <a:schemeClr val="dk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09" name="Google Shape;2900;g130e7787a26_1_4497" hidden="1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 РФ Москва   ithub.ru   2022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0" name="Google Shape;3472;g130e7787a26_1_5070"/>
          <p:cNvSpPr/>
          <p:nvPr/>
        </p:nvSpPr>
        <p:spPr>
          <a:xfrm>
            <a:off x="663120" y="131760"/>
            <a:ext cx="19882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10.08.2021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11" name="Google Shape;3473;g130e7787a26_1_5070" descr="Google Shape;514;p22"/>
          <p:cNvPicPr/>
          <p:nvPr/>
        </p:nvPicPr>
        <p:blipFill>
          <a:blip r:embed="rId2"/>
          <a:stretch/>
        </p:blipFill>
        <p:spPr>
          <a:xfrm>
            <a:off x="0" y="0"/>
            <a:ext cx="9143640" cy="514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2" name="Google Shape;3474;g130e7787a26_1_5070"/>
          <p:cNvSpPr/>
          <p:nvPr/>
        </p:nvSpPr>
        <p:spPr>
          <a:xfrm>
            <a:off x="327600" y="4792320"/>
            <a:ext cx="309384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Готовим лидеров цифрового рынка       ithub.ru       2021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3" name="PlaceHolder 1"/>
          <p:cNvSpPr>
            <a:spLocks noGrp="1"/>
          </p:cNvSpPr>
          <p:nvPr>
            <p:ph type="sldNum" idx="495"/>
          </p:nvPr>
        </p:nvSpPr>
        <p:spPr>
          <a:xfrm>
            <a:off x="6483600" y="4631040"/>
            <a:ext cx="139320" cy="135720"/>
          </a:xfrm>
          <a:prstGeom prst="rect">
            <a:avLst/>
          </a:prstGeom>
          <a:noFill/>
          <a:ln w="0">
            <a:noFill/>
          </a:ln>
        </p:spPr>
        <p:txBody>
          <a:bodyPr lIns="14400" rIns="14400" tIns="14400" bIns="1440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7C4BE69-D4C4-4603-8BEF-855D8028158C}" type="slidenum">
              <a:rPr b="0" lang="ru" sz="7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&lt;number&gt;</a:t>
            </a:fld>
            <a:endParaRPr b="0" lang="ru-RU" sz="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46.xml"/><Relationship Id="rId19" Type="http://schemas.openxmlformats.org/officeDocument/2006/relationships/slideLayout" Target="../slideLayouts/slideLayout47.xml"/><Relationship Id="rId20" Type="http://schemas.openxmlformats.org/officeDocument/2006/relationships/slideLayout" Target="../slideLayouts/slideLayout48.xml"/><Relationship Id="rId21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1.xml"/><Relationship Id="rId24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54.xml"/><Relationship Id="rId27" Type="http://schemas.openxmlformats.org/officeDocument/2006/relationships/slideLayout" Target="../slideLayouts/slideLayout55.xml"/><Relationship Id="rId28" Type="http://schemas.openxmlformats.org/officeDocument/2006/relationships/slideLayout" Target="../slideLayouts/slideLayout56.xml"/><Relationship Id="rId29" Type="http://schemas.openxmlformats.org/officeDocument/2006/relationships/slideLayout" Target="../slideLayouts/slideLayout57.xml"/><Relationship Id="rId30" Type="http://schemas.openxmlformats.org/officeDocument/2006/relationships/slideLayout" Target="../slideLayouts/slideLayout58.xml"/><Relationship Id="rId31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1.xml"/><Relationship Id="rId34" Type="http://schemas.openxmlformats.org/officeDocument/2006/relationships/slideLayout" Target="../slideLayouts/slideLayout62.xml"/><Relationship Id="rId35" Type="http://schemas.openxmlformats.org/officeDocument/2006/relationships/slideLayout" Target="../slideLayouts/slideLayout63.xml"/><Relationship Id="rId36" Type="http://schemas.openxmlformats.org/officeDocument/2006/relationships/slideLayout" Target="../slideLayouts/slideLayout64.xml"/><Relationship Id="rId37" Type="http://schemas.openxmlformats.org/officeDocument/2006/relationships/slideLayout" Target="../slideLayouts/slideLayout65.xml"/><Relationship Id="rId38" Type="http://schemas.openxmlformats.org/officeDocument/2006/relationships/slideLayout" Target="../slideLayouts/slideLayout66.xml"/><Relationship Id="rId39" Type="http://schemas.openxmlformats.org/officeDocument/2006/relationships/slideLayout" Target="../slideLayouts/slideLayout67.xml"/><Relationship Id="rId40" Type="http://schemas.openxmlformats.org/officeDocument/2006/relationships/slideLayout" Target="../slideLayouts/slideLayout68.xml"/><Relationship Id="rId41" Type="http://schemas.openxmlformats.org/officeDocument/2006/relationships/slideLayout" Target="../slideLayouts/slideLayout69.xml"/><Relationship Id="rId42" Type="http://schemas.openxmlformats.org/officeDocument/2006/relationships/slideLayout" Target="../slideLayouts/slideLayout70.xml"/><Relationship Id="rId43" Type="http://schemas.openxmlformats.org/officeDocument/2006/relationships/slideLayout" Target="../slideLayouts/slideLayout71.xml"/><Relationship Id="rId44" Type="http://schemas.openxmlformats.org/officeDocument/2006/relationships/slideLayout" Target="../slideLayouts/slideLayout72.xml"/><Relationship Id="rId45" Type="http://schemas.openxmlformats.org/officeDocument/2006/relationships/slideLayout" Target="../slideLayouts/slideLayout73.xml"/><Relationship Id="rId46" Type="http://schemas.openxmlformats.org/officeDocument/2006/relationships/slideLayout" Target="../slideLayouts/slideLayout74.xml"/><Relationship Id="rId47" Type="http://schemas.openxmlformats.org/officeDocument/2006/relationships/slideLayout" Target="../slideLayouts/slideLayout75.xml"/><Relationship Id="rId48" Type="http://schemas.openxmlformats.org/officeDocument/2006/relationships/slideLayout" Target="../slideLayouts/slideLayout76.xml"/><Relationship Id="rId49" Type="http://schemas.openxmlformats.org/officeDocument/2006/relationships/slideLayout" Target="../slideLayouts/slideLayout77.xml"/><Relationship Id="rId50" Type="http://schemas.openxmlformats.org/officeDocument/2006/relationships/slideLayout" Target="../slideLayouts/slideLayout78.xml"/><Relationship Id="rId51" Type="http://schemas.openxmlformats.org/officeDocument/2006/relationships/slideLayout" Target="../slideLayouts/slideLayout79.xml"/><Relationship Id="rId52" Type="http://schemas.openxmlformats.org/officeDocument/2006/relationships/slideLayout" Target="../slideLayouts/slideLayout80.xml"/><Relationship Id="rId53" Type="http://schemas.openxmlformats.org/officeDocument/2006/relationships/slideLayout" Target="../slideLayouts/slideLayout81.xml"/><Relationship Id="rId54" Type="http://schemas.openxmlformats.org/officeDocument/2006/relationships/slideLayout" Target="../slideLayouts/slideLayout82.xml"/><Relationship Id="rId55" Type="http://schemas.openxmlformats.org/officeDocument/2006/relationships/slideLayout" Target="../slideLayouts/slideLayout83.xml"/><Relationship Id="rId56" Type="http://schemas.openxmlformats.org/officeDocument/2006/relationships/slideLayout" Target="../slideLayouts/slideLayout84.xml"/><Relationship Id="rId57" Type="http://schemas.openxmlformats.org/officeDocument/2006/relationships/slideLayout" Target="../slideLayouts/slideLayout85.xml"/><Relationship Id="rId58" Type="http://schemas.openxmlformats.org/officeDocument/2006/relationships/slideLayout" Target="../slideLayouts/slideLayout86.xml"/><Relationship Id="rId59" Type="http://schemas.openxmlformats.org/officeDocument/2006/relationships/slideLayout" Target="../slideLayouts/slideLayout87.xml"/><Relationship Id="rId60" Type="http://schemas.openxmlformats.org/officeDocument/2006/relationships/slideLayout" Target="../slideLayouts/slideLayout88.xml"/><Relationship Id="rId61" Type="http://schemas.openxmlformats.org/officeDocument/2006/relationships/slideLayout" Target="../slideLayouts/slideLayout89.xml"/><Relationship Id="rId62" Type="http://schemas.openxmlformats.org/officeDocument/2006/relationships/slideLayout" Target="../slideLayouts/slideLayout90.xml"/><Relationship Id="rId63" Type="http://schemas.openxmlformats.org/officeDocument/2006/relationships/slideLayout" Target="../slideLayouts/slideLayout91.xml"/><Relationship Id="rId64" Type="http://schemas.openxmlformats.org/officeDocument/2006/relationships/slideLayout" Target="../slideLayouts/slideLayout92.xml"/><Relationship Id="rId65" Type="http://schemas.openxmlformats.org/officeDocument/2006/relationships/slideLayout" Target="../slideLayouts/slideLayout93.xml"/><Relationship Id="rId66" Type="http://schemas.openxmlformats.org/officeDocument/2006/relationships/slideLayout" Target="../slideLayouts/slideLayout94.xml"/><Relationship Id="rId67" Type="http://schemas.openxmlformats.org/officeDocument/2006/relationships/slideLayout" Target="../slideLayouts/slideLayout95.xml"/><Relationship Id="rId68" Type="http://schemas.openxmlformats.org/officeDocument/2006/relationships/slideLayout" Target="../slideLayouts/slideLayout96.xml"/><Relationship Id="rId69" Type="http://schemas.openxmlformats.org/officeDocument/2006/relationships/slideLayout" Target="../slideLayouts/slideLayout97.xml"/><Relationship Id="rId70" Type="http://schemas.openxmlformats.org/officeDocument/2006/relationships/slideLayout" Target="../slideLayouts/slideLayout98.xml"/><Relationship Id="rId71" Type="http://schemas.openxmlformats.org/officeDocument/2006/relationships/slideLayout" Target="../slideLayouts/slideLayout99.xml"/><Relationship Id="rId72" Type="http://schemas.openxmlformats.org/officeDocument/2006/relationships/slideLayout" Target="../slideLayouts/slideLayout100.xml"/><Relationship Id="rId73" Type="http://schemas.openxmlformats.org/officeDocument/2006/relationships/slideLayout" Target="../slideLayouts/slideLayout101.xml"/><Relationship Id="rId74" Type="http://schemas.openxmlformats.org/officeDocument/2006/relationships/slideLayout" Target="../slideLayouts/slideLayout102.xml"/><Relationship Id="rId75" Type="http://schemas.openxmlformats.org/officeDocument/2006/relationships/slideLayout" Target="../slideLayouts/slideLayout103.xml"/><Relationship Id="rId76" Type="http://schemas.openxmlformats.org/officeDocument/2006/relationships/slideLayout" Target="../slideLayouts/slideLayout104.xml"/><Relationship Id="rId77" Type="http://schemas.openxmlformats.org/officeDocument/2006/relationships/slideLayout" Target="../slideLayouts/slideLayout105.xml"/><Relationship Id="rId78" Type="http://schemas.openxmlformats.org/officeDocument/2006/relationships/slideLayout" Target="../slideLayouts/slideLayout106.xml"/><Relationship Id="rId79" Type="http://schemas.openxmlformats.org/officeDocument/2006/relationships/slideLayout" Target="../slideLayouts/slideLayout107.xml"/><Relationship Id="rId80" Type="http://schemas.openxmlformats.org/officeDocument/2006/relationships/slideLayout" Target="../slideLayouts/slideLayout108.xml"/><Relationship Id="rId81" Type="http://schemas.openxmlformats.org/officeDocument/2006/relationships/slideLayout" Target="../slideLayouts/slideLayout109.xml"/><Relationship Id="rId82" Type="http://schemas.openxmlformats.org/officeDocument/2006/relationships/slideLayout" Target="../slideLayouts/slideLayout110.xml"/><Relationship Id="rId83" Type="http://schemas.openxmlformats.org/officeDocument/2006/relationships/slideLayout" Target="../slideLayouts/slideLayout111.xml"/><Relationship Id="rId84" Type="http://schemas.openxmlformats.org/officeDocument/2006/relationships/slideLayout" Target="../slideLayouts/slideLayout112.xml"/><Relationship Id="rId85" Type="http://schemas.openxmlformats.org/officeDocument/2006/relationships/slideLayout" Target="../slideLayouts/slideLayout113.xml"/><Relationship Id="rId86" Type="http://schemas.openxmlformats.org/officeDocument/2006/relationships/slideLayout" Target="../slideLayouts/slideLayout114.xml"/><Relationship Id="rId87" Type="http://schemas.openxmlformats.org/officeDocument/2006/relationships/slideLayout" Target="../slideLayouts/slideLayout115.xml"/><Relationship Id="rId88" Type="http://schemas.openxmlformats.org/officeDocument/2006/relationships/slideLayout" Target="../slideLayouts/slideLayout116.xml"/><Relationship Id="rId89" Type="http://schemas.openxmlformats.org/officeDocument/2006/relationships/slideLayout" Target="../slideLayouts/slideLayout117.xml"/><Relationship Id="rId90" Type="http://schemas.openxmlformats.org/officeDocument/2006/relationships/slideLayout" Target="../slideLayouts/slideLayout118.xml"/><Relationship Id="rId91" Type="http://schemas.openxmlformats.org/officeDocument/2006/relationships/slideLayout" Target="../slideLayouts/slideLayout119.xml"/><Relationship Id="rId92" Type="http://schemas.openxmlformats.org/officeDocument/2006/relationships/slideLayout" Target="../slideLayouts/slideLayout120.xml"/><Relationship Id="rId93" Type="http://schemas.openxmlformats.org/officeDocument/2006/relationships/slideLayout" Target="../slideLayouts/slideLayout121.xml"/><Relationship Id="rId94" Type="http://schemas.openxmlformats.org/officeDocument/2006/relationships/slideLayout" Target="../slideLayouts/slideLayout122.xml"/><Relationship Id="rId95" Type="http://schemas.openxmlformats.org/officeDocument/2006/relationships/slideLayout" Target="../slideLayouts/slideLayout123.xml"/><Relationship Id="rId96" Type="http://schemas.openxmlformats.org/officeDocument/2006/relationships/slideLayout" Target="../slideLayouts/slideLayout124.xml"/><Relationship Id="rId97" Type="http://schemas.openxmlformats.org/officeDocument/2006/relationships/slideLayout" Target="../slideLayouts/slideLayout125.xml"/><Relationship Id="rId98" Type="http://schemas.openxmlformats.org/officeDocument/2006/relationships/slideLayout" Target="../slideLayouts/slideLayout126.xml"/><Relationship Id="rId99" Type="http://schemas.openxmlformats.org/officeDocument/2006/relationships/slideLayout" Target="../slideLayouts/slideLayout127.xml"/><Relationship Id="rId100" Type="http://schemas.openxmlformats.org/officeDocument/2006/relationships/slideLayout" Target="../slideLayouts/slideLayout128.xml"/><Relationship Id="rId101" Type="http://schemas.openxmlformats.org/officeDocument/2006/relationships/slideLayout" Target="../slideLayouts/slideLayout129.xml"/><Relationship Id="rId102" Type="http://schemas.openxmlformats.org/officeDocument/2006/relationships/slideLayout" Target="../slideLayouts/slideLayout130.xml"/><Relationship Id="rId103" Type="http://schemas.openxmlformats.org/officeDocument/2006/relationships/slideLayout" Target="../slideLayouts/slideLayout131.xml"/><Relationship Id="rId104" Type="http://schemas.openxmlformats.org/officeDocument/2006/relationships/slideLayout" Target="../slideLayouts/slideLayout132.xml"/><Relationship Id="rId105" Type="http://schemas.openxmlformats.org/officeDocument/2006/relationships/slideLayout" Target="../slideLayouts/slideLayout133.xml"/><Relationship Id="rId106" Type="http://schemas.openxmlformats.org/officeDocument/2006/relationships/slideLayout" Target="../slideLayouts/slideLayout134.xml"/><Relationship Id="rId107" Type="http://schemas.openxmlformats.org/officeDocument/2006/relationships/slideLayout" Target="../slideLayouts/slideLayout135.xml"/><Relationship Id="rId108" Type="http://schemas.openxmlformats.org/officeDocument/2006/relationships/slideLayout" Target="../slideLayouts/slideLayout136.xml"/><Relationship Id="rId109" Type="http://schemas.openxmlformats.org/officeDocument/2006/relationships/slideLayout" Target="../slideLayouts/slideLayout137.xml"/><Relationship Id="rId110" Type="http://schemas.openxmlformats.org/officeDocument/2006/relationships/slideLayout" Target="../slideLayouts/slideLayout138.xml"/><Relationship Id="rId111" Type="http://schemas.openxmlformats.org/officeDocument/2006/relationships/slideLayout" Target="../slideLayouts/slideLayout139.xml"/><Relationship Id="rId112" Type="http://schemas.openxmlformats.org/officeDocument/2006/relationships/slideLayout" Target="../slideLayouts/slideLayout140.xml"/><Relationship Id="rId113" Type="http://schemas.openxmlformats.org/officeDocument/2006/relationships/slideLayout" Target="../slideLayouts/slideLayout141.xml"/><Relationship Id="rId114" Type="http://schemas.openxmlformats.org/officeDocument/2006/relationships/slideLayout" Target="../slideLayouts/slideLayout142.xml"/><Relationship Id="rId115" Type="http://schemas.openxmlformats.org/officeDocument/2006/relationships/slideLayout" Target="../slideLayouts/slideLayout143.xml"/><Relationship Id="rId116" Type="http://schemas.openxmlformats.org/officeDocument/2006/relationships/slideLayout" Target="../slideLayouts/slideLayout144.xml"/><Relationship Id="rId117" Type="http://schemas.openxmlformats.org/officeDocument/2006/relationships/slideLayout" Target="../slideLayouts/slideLayout145.xml"/><Relationship Id="rId118" Type="http://schemas.openxmlformats.org/officeDocument/2006/relationships/slideLayout" Target="../slideLayouts/slideLayout146.xml"/><Relationship Id="rId119" Type="http://schemas.openxmlformats.org/officeDocument/2006/relationships/slideLayout" Target="../slideLayouts/slideLayout147.xml"/><Relationship Id="rId120" Type="http://schemas.openxmlformats.org/officeDocument/2006/relationships/slideLayout" Target="../slideLayouts/slideLayout148.xml"/><Relationship Id="rId121" Type="http://schemas.openxmlformats.org/officeDocument/2006/relationships/slideLayout" Target="../slideLayouts/slideLayout149.xml"/><Relationship Id="rId122" Type="http://schemas.openxmlformats.org/officeDocument/2006/relationships/slideLayout" Target="../slideLayouts/slideLayout150.xml"/><Relationship Id="rId123" Type="http://schemas.openxmlformats.org/officeDocument/2006/relationships/slideLayout" Target="../slideLayouts/slideLayout151.xml"/><Relationship Id="rId124" Type="http://schemas.openxmlformats.org/officeDocument/2006/relationships/slideLayout" Target="../slideLayouts/slideLayout152.xml"/><Relationship Id="rId125" Type="http://schemas.openxmlformats.org/officeDocument/2006/relationships/slideLayout" Target="../slideLayouts/slideLayout153.xml"/><Relationship Id="rId126" Type="http://schemas.openxmlformats.org/officeDocument/2006/relationships/slideLayout" Target="../slideLayouts/slideLayout154.xml"/><Relationship Id="rId127" Type="http://schemas.openxmlformats.org/officeDocument/2006/relationships/slideLayout" Target="../slideLayouts/slideLayout155.xml"/><Relationship Id="rId128" Type="http://schemas.openxmlformats.org/officeDocument/2006/relationships/slideLayout" Target="../slideLayouts/slideLayout156.xml"/><Relationship Id="rId129" Type="http://schemas.openxmlformats.org/officeDocument/2006/relationships/slideLayout" Target="../slideLayouts/slideLayout157.xml"/><Relationship Id="rId130" Type="http://schemas.openxmlformats.org/officeDocument/2006/relationships/slideLayout" Target="../slideLayouts/slideLayout158.xml"/><Relationship Id="rId131" Type="http://schemas.openxmlformats.org/officeDocument/2006/relationships/slideLayout" Target="../slideLayouts/slideLayout159.xml"/><Relationship Id="rId132" Type="http://schemas.openxmlformats.org/officeDocument/2006/relationships/slideLayout" Target="../slideLayouts/slideLayout160.xml"/><Relationship Id="rId133" Type="http://schemas.openxmlformats.org/officeDocument/2006/relationships/slideLayout" Target="../slideLayouts/slideLayout161.xml"/><Relationship Id="rId134" Type="http://schemas.openxmlformats.org/officeDocument/2006/relationships/slideLayout" Target="../slideLayouts/slideLayout162.xml"/><Relationship Id="rId135" Type="http://schemas.openxmlformats.org/officeDocument/2006/relationships/slideLayout" Target="../slideLayouts/slideLayout163.xml"/><Relationship Id="rId136" Type="http://schemas.openxmlformats.org/officeDocument/2006/relationships/slideLayout" Target="../slideLayouts/slideLayout164.xml"/><Relationship Id="rId137" Type="http://schemas.openxmlformats.org/officeDocument/2006/relationships/slideLayout" Target="../slideLayouts/slideLayout165.xml"/><Relationship Id="rId138" Type="http://schemas.openxmlformats.org/officeDocument/2006/relationships/slideLayout" Target="../slideLayouts/slideLayout166.xml"/><Relationship Id="rId139" Type="http://schemas.openxmlformats.org/officeDocument/2006/relationships/slideLayout" Target="../slideLayouts/slideLayout167.xml"/><Relationship Id="rId140" Type="http://schemas.openxmlformats.org/officeDocument/2006/relationships/slideLayout" Target="../slideLayouts/slideLayout168.xml"/><Relationship Id="rId141" Type="http://schemas.openxmlformats.org/officeDocument/2006/relationships/slideLayout" Target="../slideLayouts/slideLayout169.xml"/><Relationship Id="rId142" Type="http://schemas.openxmlformats.org/officeDocument/2006/relationships/slideLayout" Target="../slideLayouts/slideLayout170.xml"/><Relationship Id="rId143" Type="http://schemas.openxmlformats.org/officeDocument/2006/relationships/slideLayout" Target="../slideLayouts/slideLayout171.xml"/><Relationship Id="rId144" Type="http://schemas.openxmlformats.org/officeDocument/2006/relationships/slideLayout" Target="../slideLayouts/slideLayout172.xml"/><Relationship Id="rId145" Type="http://schemas.openxmlformats.org/officeDocument/2006/relationships/slideLayout" Target="../slideLayouts/slideLayout173.xml"/><Relationship Id="rId146" Type="http://schemas.openxmlformats.org/officeDocument/2006/relationships/slideLayout" Target="../slideLayouts/slideLayout174.xml"/><Relationship Id="rId147" Type="http://schemas.openxmlformats.org/officeDocument/2006/relationships/slideLayout" Target="../slideLayouts/slideLayout175.xml"/><Relationship Id="rId148" Type="http://schemas.openxmlformats.org/officeDocument/2006/relationships/slideLayout" Target="../slideLayouts/slideLayout176.xml"/><Relationship Id="rId149" Type="http://schemas.openxmlformats.org/officeDocument/2006/relationships/slideLayout" Target="../slideLayouts/slideLayout177.xml"/><Relationship Id="rId150" Type="http://schemas.openxmlformats.org/officeDocument/2006/relationships/slideLayout" Target="../slideLayouts/slideLayout178.xml"/><Relationship Id="rId151" Type="http://schemas.openxmlformats.org/officeDocument/2006/relationships/slideLayout" Target="../slideLayouts/slideLayout179.xml"/><Relationship Id="rId152" Type="http://schemas.openxmlformats.org/officeDocument/2006/relationships/slideLayout" Target="../slideLayouts/slideLayout180.xml"/><Relationship Id="rId153" Type="http://schemas.openxmlformats.org/officeDocument/2006/relationships/slideLayout" Target="../slideLayouts/slideLayout181.xml"/><Relationship Id="rId154" Type="http://schemas.openxmlformats.org/officeDocument/2006/relationships/slideLayout" Target="../slideLayouts/slideLayout182.xml"/><Relationship Id="rId155" Type="http://schemas.openxmlformats.org/officeDocument/2006/relationships/slideLayout" Target="../slideLayouts/slideLayout183.xml"/><Relationship Id="rId156" Type="http://schemas.openxmlformats.org/officeDocument/2006/relationships/slideLayout" Target="../slideLayouts/slideLayout184.xml"/><Relationship Id="rId157" Type="http://schemas.openxmlformats.org/officeDocument/2006/relationships/slideLayout" Target="../slideLayouts/slideLayout185.xml"/><Relationship Id="rId158" Type="http://schemas.openxmlformats.org/officeDocument/2006/relationships/slideLayout" Target="../slideLayouts/slideLayout186.xml"/><Relationship Id="rId159" Type="http://schemas.openxmlformats.org/officeDocument/2006/relationships/slideLayout" Target="../slideLayouts/slideLayout187.xml"/><Relationship Id="rId160" Type="http://schemas.openxmlformats.org/officeDocument/2006/relationships/slideLayout" Target="../slideLayouts/slideLayout188.xml"/><Relationship Id="rId161" Type="http://schemas.openxmlformats.org/officeDocument/2006/relationships/slideLayout" Target="../slideLayouts/slideLayout189.xml"/><Relationship Id="rId162" Type="http://schemas.openxmlformats.org/officeDocument/2006/relationships/slideLayout" Target="../slideLayouts/slideLayout190.xml"/><Relationship Id="rId163" Type="http://schemas.openxmlformats.org/officeDocument/2006/relationships/slideLayout" Target="../slideLayouts/slideLayout191.xml"/><Relationship Id="rId164" Type="http://schemas.openxmlformats.org/officeDocument/2006/relationships/slideLayout" Target="../slideLayouts/slideLayout192.xml"/><Relationship Id="rId165" Type="http://schemas.openxmlformats.org/officeDocument/2006/relationships/slideLayout" Target="../slideLayouts/slideLayout193.xml"/><Relationship Id="rId166" Type="http://schemas.openxmlformats.org/officeDocument/2006/relationships/slideLayout" Target="../slideLayouts/slideLayout194.xml"/><Relationship Id="rId167" Type="http://schemas.openxmlformats.org/officeDocument/2006/relationships/slideLayout" Target="../slideLayouts/slideLayout195.xml"/><Relationship Id="rId168" Type="http://schemas.openxmlformats.org/officeDocument/2006/relationships/slideLayout" Target="../slideLayouts/slideLayout196.xml"/><Relationship Id="rId169" Type="http://schemas.openxmlformats.org/officeDocument/2006/relationships/slideLayout" Target="../slideLayouts/slideLayout197.xml"/><Relationship Id="rId170" Type="http://schemas.openxmlformats.org/officeDocument/2006/relationships/slideLayout" Target="../slideLayouts/slideLayout198.xml"/><Relationship Id="rId171" Type="http://schemas.openxmlformats.org/officeDocument/2006/relationships/slideLayout" Target="../slideLayouts/slideLayout199.xml"/><Relationship Id="rId172" Type="http://schemas.openxmlformats.org/officeDocument/2006/relationships/slideLayout" Target="../slideLayouts/slideLayout200.xml"/><Relationship Id="rId173" Type="http://schemas.openxmlformats.org/officeDocument/2006/relationships/slideLayout" Target="../slideLayouts/slideLayout201.xml"/><Relationship Id="rId174" Type="http://schemas.openxmlformats.org/officeDocument/2006/relationships/slideLayout" Target="../slideLayouts/slideLayout202.xml"/><Relationship Id="rId175" Type="http://schemas.openxmlformats.org/officeDocument/2006/relationships/slideLayout" Target="../slideLayouts/slideLayout203.xml"/><Relationship Id="rId176" Type="http://schemas.openxmlformats.org/officeDocument/2006/relationships/slideLayout" Target="../slideLayouts/slideLayout204.xml"/><Relationship Id="rId177" Type="http://schemas.openxmlformats.org/officeDocument/2006/relationships/slideLayout" Target="../slideLayouts/slideLayout205.xml"/><Relationship Id="rId178" Type="http://schemas.openxmlformats.org/officeDocument/2006/relationships/slideLayout" Target="../slideLayouts/slideLayout206.xml"/><Relationship Id="rId179" Type="http://schemas.openxmlformats.org/officeDocument/2006/relationships/slideLayout" Target="../slideLayouts/slideLayout207.xml"/><Relationship Id="rId180" Type="http://schemas.openxmlformats.org/officeDocument/2006/relationships/slideLayout" Target="../slideLayouts/slideLayout208.xml"/><Relationship Id="rId181" Type="http://schemas.openxmlformats.org/officeDocument/2006/relationships/slideLayout" Target="../slideLayouts/slideLayout209.xml"/><Relationship Id="rId182" Type="http://schemas.openxmlformats.org/officeDocument/2006/relationships/slideLayout" Target="../slideLayouts/slideLayout210.xml"/><Relationship Id="rId183" Type="http://schemas.openxmlformats.org/officeDocument/2006/relationships/slideLayout" Target="../slideLayouts/slideLayout211.xml"/><Relationship Id="rId184" Type="http://schemas.openxmlformats.org/officeDocument/2006/relationships/slideLayout" Target="../slideLayouts/slideLayout212.xml"/><Relationship Id="rId185" Type="http://schemas.openxmlformats.org/officeDocument/2006/relationships/slideLayout" Target="../slideLayouts/slideLayout213.xml"/><Relationship Id="rId186" Type="http://schemas.openxmlformats.org/officeDocument/2006/relationships/slideLayout" Target="../slideLayouts/slideLayout214.xml"/><Relationship Id="rId187" Type="http://schemas.openxmlformats.org/officeDocument/2006/relationships/slideLayout" Target="../slideLayouts/slideLayout215.xml"/><Relationship Id="rId188" Type="http://schemas.openxmlformats.org/officeDocument/2006/relationships/slideLayout" Target="../slideLayouts/slideLayout216.xml"/><Relationship Id="rId189" Type="http://schemas.openxmlformats.org/officeDocument/2006/relationships/slideLayout" Target="../slideLayouts/slideLayout217.xml"/><Relationship Id="rId190" Type="http://schemas.openxmlformats.org/officeDocument/2006/relationships/slideLayout" Target="../slideLayouts/slideLayout218.xml"/><Relationship Id="rId191" Type="http://schemas.openxmlformats.org/officeDocument/2006/relationships/slideLayout" Target="../slideLayouts/slideLayout219.xml"/><Relationship Id="rId192" Type="http://schemas.openxmlformats.org/officeDocument/2006/relationships/slideLayout" Target="../slideLayouts/slideLayout220.xml"/><Relationship Id="rId193" Type="http://schemas.openxmlformats.org/officeDocument/2006/relationships/slideLayout" Target="../slideLayouts/slideLayout221.xml"/><Relationship Id="rId194" Type="http://schemas.openxmlformats.org/officeDocument/2006/relationships/slideLayout" Target="../slideLayouts/slideLayout222.xml"/><Relationship Id="rId195" Type="http://schemas.openxmlformats.org/officeDocument/2006/relationships/slideLayout" Target="../slideLayouts/slideLayout223.xml"/><Relationship Id="rId196" Type="http://schemas.openxmlformats.org/officeDocument/2006/relationships/slideLayout" Target="../slideLayouts/slideLayout224.xml"/><Relationship Id="rId197" Type="http://schemas.openxmlformats.org/officeDocument/2006/relationships/slideLayout" Target="../slideLayouts/slideLayout225.xml"/><Relationship Id="rId198" Type="http://schemas.openxmlformats.org/officeDocument/2006/relationships/slideLayout" Target="../slideLayouts/slideLayout226.xml"/><Relationship Id="rId199" Type="http://schemas.openxmlformats.org/officeDocument/2006/relationships/slideLayout" Target="../slideLayouts/slideLayout227.xml"/><Relationship Id="rId200" Type="http://schemas.openxmlformats.org/officeDocument/2006/relationships/slideLayout" Target="../slideLayouts/slideLayout228.xml"/><Relationship Id="rId201" Type="http://schemas.openxmlformats.org/officeDocument/2006/relationships/slideLayout" Target="../slideLayouts/slideLayout229.xml"/><Relationship Id="rId202" Type="http://schemas.openxmlformats.org/officeDocument/2006/relationships/slideLayout" Target="../slideLayouts/slideLayout230.xml"/><Relationship Id="rId203" Type="http://schemas.openxmlformats.org/officeDocument/2006/relationships/slideLayout" Target="../slideLayouts/slideLayout231.xml"/><Relationship Id="rId204" Type="http://schemas.openxmlformats.org/officeDocument/2006/relationships/slideLayout" Target="../slideLayouts/slideLayout232.xml"/><Relationship Id="rId205" Type="http://schemas.openxmlformats.org/officeDocument/2006/relationships/slideLayout" Target="../slideLayouts/slideLayout233.xml"/><Relationship Id="rId206" Type="http://schemas.openxmlformats.org/officeDocument/2006/relationships/slideLayout" Target="../slideLayouts/slideLayout234.xml"/><Relationship Id="rId207" Type="http://schemas.openxmlformats.org/officeDocument/2006/relationships/slideLayout" Target="../slideLayouts/slideLayout235.xml"/><Relationship Id="rId208" Type="http://schemas.openxmlformats.org/officeDocument/2006/relationships/slideLayout" Target="../slideLayouts/slideLayout236.xml"/><Relationship Id="rId209" Type="http://schemas.openxmlformats.org/officeDocument/2006/relationships/slideLayout" Target="../slideLayouts/slideLayout237.xml"/><Relationship Id="rId210" Type="http://schemas.openxmlformats.org/officeDocument/2006/relationships/slideLayout" Target="../slideLayouts/slideLayout238.xml"/><Relationship Id="rId211" Type="http://schemas.openxmlformats.org/officeDocument/2006/relationships/slideLayout" Target="../slideLayouts/slideLayout239.xml"/><Relationship Id="rId212" Type="http://schemas.openxmlformats.org/officeDocument/2006/relationships/slideLayout" Target="../slideLayouts/slideLayout240.xml"/><Relationship Id="rId213" Type="http://schemas.openxmlformats.org/officeDocument/2006/relationships/slideLayout" Target="../slideLayouts/slideLayout241.xml"/><Relationship Id="rId214" Type="http://schemas.openxmlformats.org/officeDocument/2006/relationships/slideLayout" Target="../slideLayouts/slideLayout242.xml"/><Relationship Id="rId215" Type="http://schemas.openxmlformats.org/officeDocument/2006/relationships/slideLayout" Target="../slideLayouts/slideLayout243.xml"/><Relationship Id="rId216" Type="http://schemas.openxmlformats.org/officeDocument/2006/relationships/slideLayout" Target="../slideLayouts/slideLayout244.xml"/><Relationship Id="rId217" Type="http://schemas.openxmlformats.org/officeDocument/2006/relationships/slideLayout" Target="../slideLayouts/slideLayout245.xml"/><Relationship Id="rId218" Type="http://schemas.openxmlformats.org/officeDocument/2006/relationships/slideLayout" Target="../slideLayouts/slideLayout246.xml"/><Relationship Id="rId219" Type="http://schemas.openxmlformats.org/officeDocument/2006/relationships/slideLayout" Target="../slideLayouts/slideLayout247.xml"/><Relationship Id="rId220" Type="http://schemas.openxmlformats.org/officeDocument/2006/relationships/slideLayout" Target="../slideLayouts/slideLayout248.xml"/><Relationship Id="rId221" Type="http://schemas.openxmlformats.org/officeDocument/2006/relationships/slideLayout" Target="../slideLayouts/slideLayout249.xml"/><Relationship Id="rId222" Type="http://schemas.openxmlformats.org/officeDocument/2006/relationships/slideLayout" Target="../slideLayouts/slideLayout250.xml"/><Relationship Id="rId223" Type="http://schemas.openxmlformats.org/officeDocument/2006/relationships/slideLayout" Target="../slideLayouts/slideLayout251.xml"/><Relationship Id="rId224" Type="http://schemas.openxmlformats.org/officeDocument/2006/relationships/slideLayout" Target="../slideLayouts/slideLayout252.xml"/><Relationship Id="rId225" Type="http://schemas.openxmlformats.org/officeDocument/2006/relationships/slideLayout" Target="../slideLayouts/slideLayout253.xml"/><Relationship Id="rId226" Type="http://schemas.openxmlformats.org/officeDocument/2006/relationships/slideLayout" Target="../slideLayouts/slideLayout254.xml"/><Relationship Id="rId227" Type="http://schemas.openxmlformats.org/officeDocument/2006/relationships/slideLayout" Target="../slideLayouts/slideLayout255.xml"/><Relationship Id="rId228" Type="http://schemas.openxmlformats.org/officeDocument/2006/relationships/slideLayout" Target="../slideLayouts/slideLayout256.xml"/><Relationship Id="rId229" Type="http://schemas.openxmlformats.org/officeDocument/2006/relationships/slideLayout" Target="../slideLayouts/slideLayout257.xml"/><Relationship Id="rId230" Type="http://schemas.openxmlformats.org/officeDocument/2006/relationships/slideLayout" Target="../slideLayouts/slideLayout258.xml"/><Relationship Id="rId231" Type="http://schemas.openxmlformats.org/officeDocument/2006/relationships/slideLayout" Target="../slideLayouts/slideLayout259.xml"/><Relationship Id="rId232" Type="http://schemas.openxmlformats.org/officeDocument/2006/relationships/slideLayout" Target="../slideLayouts/slideLayout260.xml"/><Relationship Id="rId233" Type="http://schemas.openxmlformats.org/officeDocument/2006/relationships/slideLayout" Target="../slideLayouts/slideLayout261.xml"/><Relationship Id="rId234" Type="http://schemas.openxmlformats.org/officeDocument/2006/relationships/slideLayout" Target="../slideLayouts/slideLayout262.xml"/><Relationship Id="rId235" Type="http://schemas.openxmlformats.org/officeDocument/2006/relationships/slideLayout" Target="../slideLayouts/slideLayout263.xml"/><Relationship Id="rId236" Type="http://schemas.openxmlformats.org/officeDocument/2006/relationships/slideLayout" Target="../slideLayouts/slideLayout264.xml"/><Relationship Id="rId237" Type="http://schemas.openxmlformats.org/officeDocument/2006/relationships/slideLayout" Target="../slideLayouts/slideLayout265.xml"/>
</Relationships>
</file>

<file path=ppt/slideMasters/_rels/slideMaster26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66.xml"/><Relationship Id="rId3" Type="http://schemas.openxmlformats.org/officeDocument/2006/relationships/slideLayout" Target="../slideLayouts/slideLayout267.xml"/><Relationship Id="rId4" Type="http://schemas.openxmlformats.org/officeDocument/2006/relationships/slideLayout" Target="../slideLayouts/slideLayout268.xml"/><Relationship Id="rId5" Type="http://schemas.openxmlformats.org/officeDocument/2006/relationships/slideLayout" Target="../slideLayouts/slideLayout269.xml"/><Relationship Id="rId6" Type="http://schemas.openxmlformats.org/officeDocument/2006/relationships/slideLayout" Target="../slideLayouts/slideLayout270.xml"/><Relationship Id="rId7" Type="http://schemas.openxmlformats.org/officeDocument/2006/relationships/slideLayout" Target="../slideLayouts/slideLayout271.xml"/><Relationship Id="rId8" Type="http://schemas.openxmlformats.org/officeDocument/2006/relationships/slideLayout" Target="../slideLayouts/slideLayout272.xml"/><Relationship Id="rId9" Type="http://schemas.openxmlformats.org/officeDocument/2006/relationships/slideLayout" Target="../slideLayouts/slideLayout273.xml"/><Relationship Id="rId10" Type="http://schemas.openxmlformats.org/officeDocument/2006/relationships/slideLayout" Target="../slideLayouts/slideLayout274.xml"/><Relationship Id="rId11" Type="http://schemas.openxmlformats.org/officeDocument/2006/relationships/slideLayout" Target="../slideLayouts/slideLayout275.xml"/><Relationship Id="rId12" Type="http://schemas.openxmlformats.org/officeDocument/2006/relationships/slideLayout" Target="../slideLayouts/slideLayout276.xml"/><Relationship Id="rId13" Type="http://schemas.openxmlformats.org/officeDocument/2006/relationships/slideLayout" Target="../slideLayouts/slideLayout277.xml"/><Relationship Id="rId14" Type="http://schemas.openxmlformats.org/officeDocument/2006/relationships/slideLayout" Target="../slideLayouts/slideLayout278.xml"/><Relationship Id="rId15" Type="http://schemas.openxmlformats.org/officeDocument/2006/relationships/slideLayout" Target="../slideLayouts/slideLayout279.xml"/><Relationship Id="rId16" Type="http://schemas.openxmlformats.org/officeDocument/2006/relationships/slideLayout" Target="../slideLayouts/slideLayout280.xml"/><Relationship Id="rId17" Type="http://schemas.openxmlformats.org/officeDocument/2006/relationships/slideLayout" Target="../slideLayouts/slideLayout281.xml"/><Relationship Id="rId18" Type="http://schemas.openxmlformats.org/officeDocument/2006/relationships/slideLayout" Target="../slideLayouts/slideLayout282.xml"/><Relationship Id="rId19" Type="http://schemas.openxmlformats.org/officeDocument/2006/relationships/slideLayout" Target="../slideLayouts/slideLayout283.xml"/><Relationship Id="rId20" Type="http://schemas.openxmlformats.org/officeDocument/2006/relationships/slideLayout" Target="../slideLayouts/slideLayout284.xml"/><Relationship Id="rId21" Type="http://schemas.openxmlformats.org/officeDocument/2006/relationships/slideLayout" Target="../slideLayouts/slideLayout285.xml"/><Relationship Id="rId22" Type="http://schemas.openxmlformats.org/officeDocument/2006/relationships/slideLayout" Target="../slideLayouts/slideLayout286.xml"/><Relationship Id="rId23" Type="http://schemas.openxmlformats.org/officeDocument/2006/relationships/slideLayout" Target="../slideLayouts/slideLayout287.xml"/><Relationship Id="rId24" Type="http://schemas.openxmlformats.org/officeDocument/2006/relationships/slideLayout" Target="../slideLayouts/slideLayout288.xml"/><Relationship Id="rId25" Type="http://schemas.openxmlformats.org/officeDocument/2006/relationships/slideLayout" Target="../slideLayouts/slideLayout289.xml"/><Relationship Id="rId26" Type="http://schemas.openxmlformats.org/officeDocument/2006/relationships/slideLayout" Target="../slideLayouts/slideLayout290.xml"/><Relationship Id="rId27" Type="http://schemas.openxmlformats.org/officeDocument/2006/relationships/slideLayout" Target="../slideLayouts/slideLayout291.xml"/><Relationship Id="rId28" Type="http://schemas.openxmlformats.org/officeDocument/2006/relationships/slideLayout" Target="../slideLayouts/slideLayout292.xml"/><Relationship Id="rId29" Type="http://schemas.openxmlformats.org/officeDocument/2006/relationships/slideLayout" Target="../slideLayouts/slideLayout293.xml"/><Relationship Id="rId30" Type="http://schemas.openxmlformats.org/officeDocument/2006/relationships/slideLayout" Target="../slideLayouts/slideLayout294.xml"/><Relationship Id="rId31" Type="http://schemas.openxmlformats.org/officeDocument/2006/relationships/slideLayout" Target="../slideLayouts/slideLayout295.xml"/><Relationship Id="rId32" Type="http://schemas.openxmlformats.org/officeDocument/2006/relationships/slideLayout" Target="../slideLayouts/slideLayout296.xml"/><Relationship Id="rId33" Type="http://schemas.openxmlformats.org/officeDocument/2006/relationships/slideLayout" Target="../slideLayouts/slideLayout297.xml"/><Relationship Id="rId34" Type="http://schemas.openxmlformats.org/officeDocument/2006/relationships/slideLayout" Target="../slideLayouts/slideLayout298.xml"/><Relationship Id="rId35" Type="http://schemas.openxmlformats.org/officeDocument/2006/relationships/slideLayout" Target="../slideLayouts/slideLayout299.xml"/><Relationship Id="rId36" Type="http://schemas.openxmlformats.org/officeDocument/2006/relationships/slideLayout" Target="../slideLayouts/slideLayout300.xml"/><Relationship Id="rId37" Type="http://schemas.openxmlformats.org/officeDocument/2006/relationships/slideLayout" Target="../slideLayouts/slideLayout301.xml"/><Relationship Id="rId38" Type="http://schemas.openxmlformats.org/officeDocument/2006/relationships/slideLayout" Target="../slideLayouts/slideLayout302.xml"/><Relationship Id="rId39" Type="http://schemas.openxmlformats.org/officeDocument/2006/relationships/slideLayout" Target="../slideLayouts/slideLayout303.xml"/><Relationship Id="rId40" Type="http://schemas.openxmlformats.org/officeDocument/2006/relationships/slideLayout" Target="../slideLayouts/slideLayout304.xml"/><Relationship Id="rId41" Type="http://schemas.openxmlformats.org/officeDocument/2006/relationships/slideLayout" Target="../slideLayouts/slideLayout305.xml"/><Relationship Id="rId42" Type="http://schemas.openxmlformats.org/officeDocument/2006/relationships/slideLayout" Target="../slideLayouts/slideLayout306.xml"/><Relationship Id="rId43" Type="http://schemas.openxmlformats.org/officeDocument/2006/relationships/slideLayout" Target="../slideLayouts/slideLayout307.xml"/><Relationship Id="rId44" Type="http://schemas.openxmlformats.org/officeDocument/2006/relationships/slideLayout" Target="../slideLayouts/slideLayout308.xml"/><Relationship Id="rId45" Type="http://schemas.openxmlformats.org/officeDocument/2006/relationships/slideLayout" Target="../slideLayouts/slideLayout309.xml"/><Relationship Id="rId46" Type="http://schemas.openxmlformats.org/officeDocument/2006/relationships/slideLayout" Target="../slideLayouts/slideLayout310.xml"/><Relationship Id="rId47" Type="http://schemas.openxmlformats.org/officeDocument/2006/relationships/slideLayout" Target="../slideLayouts/slideLayout311.xml"/><Relationship Id="rId48" Type="http://schemas.openxmlformats.org/officeDocument/2006/relationships/slideLayout" Target="../slideLayouts/slideLayout312.xml"/><Relationship Id="rId49" Type="http://schemas.openxmlformats.org/officeDocument/2006/relationships/slideLayout" Target="../slideLayouts/slideLayout313.xml"/><Relationship Id="rId50" Type="http://schemas.openxmlformats.org/officeDocument/2006/relationships/slideLayout" Target="../slideLayouts/slideLayout314.xml"/><Relationship Id="rId51" Type="http://schemas.openxmlformats.org/officeDocument/2006/relationships/slideLayout" Target="../slideLayouts/slideLayout315.xml"/><Relationship Id="rId52" Type="http://schemas.openxmlformats.org/officeDocument/2006/relationships/slideLayout" Target="../slideLayouts/slideLayout316.xml"/><Relationship Id="rId53" Type="http://schemas.openxmlformats.org/officeDocument/2006/relationships/slideLayout" Target="../slideLayouts/slideLayout317.xml"/><Relationship Id="rId54" Type="http://schemas.openxmlformats.org/officeDocument/2006/relationships/slideLayout" Target="../slideLayouts/slideLayout318.xml"/><Relationship Id="rId55" Type="http://schemas.openxmlformats.org/officeDocument/2006/relationships/slideLayout" Target="../slideLayouts/slideLayout319.xml"/><Relationship Id="rId56" Type="http://schemas.openxmlformats.org/officeDocument/2006/relationships/slideLayout" Target="../slideLayouts/slideLayout320.xml"/><Relationship Id="rId57" Type="http://schemas.openxmlformats.org/officeDocument/2006/relationships/slideLayout" Target="../slideLayouts/slideLayout321.xml"/><Relationship Id="rId58" Type="http://schemas.openxmlformats.org/officeDocument/2006/relationships/slideLayout" Target="../slideLayouts/slideLayout322.xml"/><Relationship Id="rId59" Type="http://schemas.openxmlformats.org/officeDocument/2006/relationships/slideLayout" Target="../slideLayouts/slideLayout323.xml"/><Relationship Id="rId60" Type="http://schemas.openxmlformats.org/officeDocument/2006/relationships/slideLayout" Target="../slideLayouts/slideLayout324.xml"/><Relationship Id="rId61" Type="http://schemas.openxmlformats.org/officeDocument/2006/relationships/slideLayout" Target="../slideLayouts/slideLayout325.xml"/><Relationship Id="rId62" Type="http://schemas.openxmlformats.org/officeDocument/2006/relationships/slideLayout" Target="../slideLayouts/slideLayout326.xml"/><Relationship Id="rId63" Type="http://schemas.openxmlformats.org/officeDocument/2006/relationships/slideLayout" Target="../slideLayouts/slideLayout327.xml"/><Relationship Id="rId64" Type="http://schemas.openxmlformats.org/officeDocument/2006/relationships/slideLayout" Target="../slideLayouts/slideLayout328.xml"/><Relationship Id="rId65" Type="http://schemas.openxmlformats.org/officeDocument/2006/relationships/slideLayout" Target="../slideLayouts/slideLayout329.xml"/><Relationship Id="rId66" Type="http://schemas.openxmlformats.org/officeDocument/2006/relationships/slideLayout" Target="../slideLayouts/slideLayout330.xml"/><Relationship Id="rId67" Type="http://schemas.openxmlformats.org/officeDocument/2006/relationships/slideLayout" Target="../slideLayouts/slideLayout331.xml"/><Relationship Id="rId68" Type="http://schemas.openxmlformats.org/officeDocument/2006/relationships/slideLayout" Target="../slideLayouts/slideLayout332.xml"/><Relationship Id="rId69" Type="http://schemas.openxmlformats.org/officeDocument/2006/relationships/slideLayout" Target="../slideLayouts/slideLayout333.xml"/><Relationship Id="rId70" Type="http://schemas.openxmlformats.org/officeDocument/2006/relationships/slideLayout" Target="../slideLayouts/slideLayout334.xml"/><Relationship Id="rId71" Type="http://schemas.openxmlformats.org/officeDocument/2006/relationships/slideLayout" Target="../slideLayouts/slideLayout335.xml"/><Relationship Id="rId72" Type="http://schemas.openxmlformats.org/officeDocument/2006/relationships/slideLayout" Target="../slideLayouts/slideLayout336.xml"/><Relationship Id="rId73" Type="http://schemas.openxmlformats.org/officeDocument/2006/relationships/slideLayout" Target="../slideLayouts/slideLayout337.xml"/><Relationship Id="rId74" Type="http://schemas.openxmlformats.org/officeDocument/2006/relationships/slideLayout" Target="../slideLayouts/slideLayout338.xml"/><Relationship Id="rId75" Type="http://schemas.openxmlformats.org/officeDocument/2006/relationships/slideLayout" Target="../slideLayouts/slideLayout339.xml"/><Relationship Id="rId76" Type="http://schemas.openxmlformats.org/officeDocument/2006/relationships/slideLayout" Target="../slideLayouts/slideLayout340.xml"/><Relationship Id="rId77" Type="http://schemas.openxmlformats.org/officeDocument/2006/relationships/slideLayout" Target="../slideLayouts/slideLayout341.xml"/><Relationship Id="rId78" Type="http://schemas.openxmlformats.org/officeDocument/2006/relationships/slideLayout" Target="../slideLayouts/slideLayout342.xml"/><Relationship Id="rId79" Type="http://schemas.openxmlformats.org/officeDocument/2006/relationships/slideLayout" Target="../slideLayouts/slideLayout343.xml"/><Relationship Id="rId80" Type="http://schemas.openxmlformats.org/officeDocument/2006/relationships/slideLayout" Target="../slideLayouts/slideLayout344.xml"/><Relationship Id="rId81" Type="http://schemas.openxmlformats.org/officeDocument/2006/relationships/slideLayout" Target="../slideLayouts/slideLayout345.xml"/><Relationship Id="rId82" Type="http://schemas.openxmlformats.org/officeDocument/2006/relationships/slideLayout" Target="../slideLayouts/slideLayout346.xml"/><Relationship Id="rId83" Type="http://schemas.openxmlformats.org/officeDocument/2006/relationships/slideLayout" Target="../slideLayouts/slideLayout347.xml"/><Relationship Id="rId84" Type="http://schemas.openxmlformats.org/officeDocument/2006/relationships/slideLayout" Target="../slideLayouts/slideLayout348.xml"/><Relationship Id="rId85" Type="http://schemas.openxmlformats.org/officeDocument/2006/relationships/slideLayout" Target="../slideLayouts/slideLayout349.xml"/><Relationship Id="rId86" Type="http://schemas.openxmlformats.org/officeDocument/2006/relationships/slideLayout" Target="../slideLayouts/slideLayout350.xml"/><Relationship Id="rId87" Type="http://schemas.openxmlformats.org/officeDocument/2006/relationships/slideLayout" Target="../slideLayouts/slideLayout351.xml"/><Relationship Id="rId88" Type="http://schemas.openxmlformats.org/officeDocument/2006/relationships/slideLayout" Target="../slideLayouts/slideLayout352.xml"/><Relationship Id="rId89" Type="http://schemas.openxmlformats.org/officeDocument/2006/relationships/slideLayout" Target="../slideLayouts/slideLayout353.xml"/><Relationship Id="rId90" Type="http://schemas.openxmlformats.org/officeDocument/2006/relationships/slideLayout" Target="../slideLayouts/slideLayout354.xml"/><Relationship Id="rId91" Type="http://schemas.openxmlformats.org/officeDocument/2006/relationships/slideLayout" Target="../slideLayouts/slideLayout355.xml"/><Relationship Id="rId92" Type="http://schemas.openxmlformats.org/officeDocument/2006/relationships/slideLayout" Target="../slideLayouts/slideLayout356.xml"/><Relationship Id="rId93" Type="http://schemas.openxmlformats.org/officeDocument/2006/relationships/slideLayout" Target="../slideLayouts/slideLayout357.xml"/><Relationship Id="rId94" Type="http://schemas.openxmlformats.org/officeDocument/2006/relationships/slideLayout" Target="../slideLayouts/slideLayout358.xml"/><Relationship Id="rId95" Type="http://schemas.openxmlformats.org/officeDocument/2006/relationships/slideLayout" Target="../slideLayouts/slideLayout359.xml"/><Relationship Id="rId96" Type="http://schemas.openxmlformats.org/officeDocument/2006/relationships/slideLayout" Target="../slideLayouts/slideLayout360.xml"/><Relationship Id="rId97" Type="http://schemas.openxmlformats.org/officeDocument/2006/relationships/slideLayout" Target="../slideLayouts/slideLayout361.xml"/><Relationship Id="rId98" Type="http://schemas.openxmlformats.org/officeDocument/2006/relationships/slideLayout" Target="../slideLayouts/slideLayout362.xml"/><Relationship Id="rId99" Type="http://schemas.openxmlformats.org/officeDocument/2006/relationships/slideLayout" Target="../slideLayouts/slideLayout363.xml"/><Relationship Id="rId100" Type="http://schemas.openxmlformats.org/officeDocument/2006/relationships/slideLayout" Target="../slideLayouts/slideLayout364.xml"/><Relationship Id="rId101" Type="http://schemas.openxmlformats.org/officeDocument/2006/relationships/slideLayout" Target="../slideLayouts/slideLayout365.xml"/><Relationship Id="rId102" Type="http://schemas.openxmlformats.org/officeDocument/2006/relationships/slideLayout" Target="../slideLayouts/slideLayout366.xml"/><Relationship Id="rId103" Type="http://schemas.openxmlformats.org/officeDocument/2006/relationships/slideLayout" Target="../slideLayouts/slideLayout367.xml"/><Relationship Id="rId104" Type="http://schemas.openxmlformats.org/officeDocument/2006/relationships/slideLayout" Target="../slideLayouts/slideLayout368.xml"/><Relationship Id="rId105" Type="http://schemas.openxmlformats.org/officeDocument/2006/relationships/slideLayout" Target="../slideLayouts/slideLayout369.xml"/><Relationship Id="rId106" Type="http://schemas.openxmlformats.org/officeDocument/2006/relationships/slideLayout" Target="../slideLayouts/slideLayout370.xml"/><Relationship Id="rId107" Type="http://schemas.openxmlformats.org/officeDocument/2006/relationships/slideLayout" Target="../slideLayouts/slideLayout371.xml"/><Relationship Id="rId108" Type="http://schemas.openxmlformats.org/officeDocument/2006/relationships/slideLayout" Target="../slideLayouts/slideLayout372.xml"/><Relationship Id="rId109" Type="http://schemas.openxmlformats.org/officeDocument/2006/relationships/slideLayout" Target="../slideLayouts/slideLayout373.xml"/><Relationship Id="rId110" Type="http://schemas.openxmlformats.org/officeDocument/2006/relationships/slideLayout" Target="../slideLayouts/slideLayout374.xml"/><Relationship Id="rId111" Type="http://schemas.openxmlformats.org/officeDocument/2006/relationships/slideLayout" Target="../slideLayouts/slideLayout375.xml"/><Relationship Id="rId112" Type="http://schemas.openxmlformats.org/officeDocument/2006/relationships/slideLayout" Target="../slideLayouts/slideLayout376.xml"/><Relationship Id="rId113" Type="http://schemas.openxmlformats.org/officeDocument/2006/relationships/slideLayout" Target="../slideLayouts/slideLayout377.xml"/><Relationship Id="rId114" Type="http://schemas.openxmlformats.org/officeDocument/2006/relationships/slideLayout" Target="../slideLayouts/slideLayout378.xml"/><Relationship Id="rId115" Type="http://schemas.openxmlformats.org/officeDocument/2006/relationships/slideLayout" Target="../slideLayouts/slideLayout379.xml"/><Relationship Id="rId116" Type="http://schemas.openxmlformats.org/officeDocument/2006/relationships/slideLayout" Target="../slideLayouts/slideLayout380.xml"/><Relationship Id="rId117" Type="http://schemas.openxmlformats.org/officeDocument/2006/relationships/slideLayout" Target="../slideLayouts/slideLayout381.xml"/><Relationship Id="rId118" Type="http://schemas.openxmlformats.org/officeDocument/2006/relationships/slideLayout" Target="../slideLayouts/slideLayout382.xml"/><Relationship Id="rId119" Type="http://schemas.openxmlformats.org/officeDocument/2006/relationships/slideLayout" Target="../slideLayouts/slideLayout383.xml"/><Relationship Id="rId120" Type="http://schemas.openxmlformats.org/officeDocument/2006/relationships/slideLayout" Target="../slideLayouts/slideLayout384.xml"/><Relationship Id="rId121" Type="http://schemas.openxmlformats.org/officeDocument/2006/relationships/slideLayout" Target="../slideLayouts/slideLayout385.xml"/><Relationship Id="rId122" Type="http://schemas.openxmlformats.org/officeDocument/2006/relationships/slideLayout" Target="../slideLayouts/slideLayout386.xml"/><Relationship Id="rId123" Type="http://schemas.openxmlformats.org/officeDocument/2006/relationships/slideLayout" Target="../slideLayouts/slideLayout387.xml"/><Relationship Id="rId124" Type="http://schemas.openxmlformats.org/officeDocument/2006/relationships/slideLayout" Target="../slideLayouts/slideLayout388.xml"/><Relationship Id="rId125" Type="http://schemas.openxmlformats.org/officeDocument/2006/relationships/slideLayout" Target="../slideLayouts/slideLayout389.xml"/><Relationship Id="rId126" Type="http://schemas.openxmlformats.org/officeDocument/2006/relationships/slideLayout" Target="../slideLayouts/slideLayout390.xml"/><Relationship Id="rId127" Type="http://schemas.openxmlformats.org/officeDocument/2006/relationships/slideLayout" Target="../slideLayouts/slideLayout391.xml"/><Relationship Id="rId128" Type="http://schemas.openxmlformats.org/officeDocument/2006/relationships/slideLayout" Target="../slideLayouts/slideLayout392.xml"/><Relationship Id="rId129" Type="http://schemas.openxmlformats.org/officeDocument/2006/relationships/slideLayout" Target="../slideLayouts/slideLayout393.xml"/><Relationship Id="rId130" Type="http://schemas.openxmlformats.org/officeDocument/2006/relationships/slideLayout" Target="../slideLayouts/slideLayout394.xml"/><Relationship Id="rId131" Type="http://schemas.openxmlformats.org/officeDocument/2006/relationships/slideLayout" Target="../slideLayouts/slideLayout395.xml"/><Relationship Id="rId132" Type="http://schemas.openxmlformats.org/officeDocument/2006/relationships/slideLayout" Target="../slideLayouts/slideLayout396.xml"/><Relationship Id="rId133" Type="http://schemas.openxmlformats.org/officeDocument/2006/relationships/slideLayout" Target="../slideLayouts/slideLayout397.xml"/><Relationship Id="rId134" Type="http://schemas.openxmlformats.org/officeDocument/2006/relationships/slideLayout" Target="../slideLayouts/slideLayout398.xml"/><Relationship Id="rId135" Type="http://schemas.openxmlformats.org/officeDocument/2006/relationships/slideLayout" Target="../slideLayouts/slideLayout399.xml"/><Relationship Id="rId136" Type="http://schemas.openxmlformats.org/officeDocument/2006/relationships/slideLayout" Target="../slideLayouts/slideLayout400.xml"/><Relationship Id="rId137" Type="http://schemas.openxmlformats.org/officeDocument/2006/relationships/slideLayout" Target="../slideLayouts/slideLayout401.xml"/><Relationship Id="rId138" Type="http://schemas.openxmlformats.org/officeDocument/2006/relationships/slideLayout" Target="../slideLayouts/slideLayout402.xml"/><Relationship Id="rId139" Type="http://schemas.openxmlformats.org/officeDocument/2006/relationships/slideLayout" Target="../slideLayouts/slideLayout403.xml"/><Relationship Id="rId140" Type="http://schemas.openxmlformats.org/officeDocument/2006/relationships/slideLayout" Target="../slideLayouts/slideLayout404.xml"/><Relationship Id="rId141" Type="http://schemas.openxmlformats.org/officeDocument/2006/relationships/slideLayout" Target="../slideLayouts/slideLayout405.xml"/><Relationship Id="rId142" Type="http://schemas.openxmlformats.org/officeDocument/2006/relationships/slideLayout" Target="../slideLayouts/slideLayout406.xml"/><Relationship Id="rId143" Type="http://schemas.openxmlformats.org/officeDocument/2006/relationships/slideLayout" Target="../slideLayouts/slideLayout407.xml"/><Relationship Id="rId144" Type="http://schemas.openxmlformats.org/officeDocument/2006/relationships/slideLayout" Target="../slideLayouts/slideLayout408.xml"/><Relationship Id="rId145" Type="http://schemas.openxmlformats.org/officeDocument/2006/relationships/slideLayout" Target="../slideLayouts/slideLayout409.xml"/><Relationship Id="rId146" Type="http://schemas.openxmlformats.org/officeDocument/2006/relationships/slideLayout" Target="../slideLayouts/slideLayout410.xml"/><Relationship Id="rId147" Type="http://schemas.openxmlformats.org/officeDocument/2006/relationships/slideLayout" Target="../slideLayouts/slideLayout411.xml"/><Relationship Id="rId148" Type="http://schemas.openxmlformats.org/officeDocument/2006/relationships/slideLayout" Target="../slideLayouts/slideLayout412.xml"/><Relationship Id="rId149" Type="http://schemas.openxmlformats.org/officeDocument/2006/relationships/slideLayout" Target="../slideLayouts/slideLayout413.xml"/><Relationship Id="rId150" Type="http://schemas.openxmlformats.org/officeDocument/2006/relationships/slideLayout" Target="../slideLayouts/slideLayout414.xml"/><Relationship Id="rId151" Type="http://schemas.openxmlformats.org/officeDocument/2006/relationships/slideLayout" Target="../slideLayouts/slideLayout415.xml"/><Relationship Id="rId152" Type="http://schemas.openxmlformats.org/officeDocument/2006/relationships/slideLayout" Target="../slideLayouts/slideLayout416.xml"/><Relationship Id="rId153" Type="http://schemas.openxmlformats.org/officeDocument/2006/relationships/slideLayout" Target="../slideLayouts/slideLayout417.xml"/><Relationship Id="rId154" Type="http://schemas.openxmlformats.org/officeDocument/2006/relationships/slideLayout" Target="../slideLayouts/slideLayout418.xml"/><Relationship Id="rId155" Type="http://schemas.openxmlformats.org/officeDocument/2006/relationships/slideLayout" Target="../slideLayouts/slideLayout419.xml"/><Relationship Id="rId156" Type="http://schemas.openxmlformats.org/officeDocument/2006/relationships/slideLayout" Target="../slideLayouts/slideLayout420.xml"/><Relationship Id="rId157" Type="http://schemas.openxmlformats.org/officeDocument/2006/relationships/slideLayout" Target="../slideLayouts/slideLayout421.xml"/><Relationship Id="rId158" Type="http://schemas.openxmlformats.org/officeDocument/2006/relationships/slideLayout" Target="../slideLayouts/slideLayout422.xml"/><Relationship Id="rId159" Type="http://schemas.openxmlformats.org/officeDocument/2006/relationships/slideLayout" Target="../slideLayouts/slideLayout423.xml"/><Relationship Id="rId160" Type="http://schemas.openxmlformats.org/officeDocument/2006/relationships/slideLayout" Target="../slideLayouts/slideLayout424.xml"/><Relationship Id="rId161" Type="http://schemas.openxmlformats.org/officeDocument/2006/relationships/slideLayout" Target="../slideLayouts/slideLayout425.xml"/><Relationship Id="rId162" Type="http://schemas.openxmlformats.org/officeDocument/2006/relationships/slideLayout" Target="../slideLayouts/slideLayout426.xml"/><Relationship Id="rId163" Type="http://schemas.openxmlformats.org/officeDocument/2006/relationships/slideLayout" Target="../slideLayouts/slideLayout427.xml"/><Relationship Id="rId164" Type="http://schemas.openxmlformats.org/officeDocument/2006/relationships/slideLayout" Target="../slideLayouts/slideLayout428.xml"/><Relationship Id="rId165" Type="http://schemas.openxmlformats.org/officeDocument/2006/relationships/slideLayout" Target="../slideLayouts/slideLayout429.xml"/><Relationship Id="rId166" Type="http://schemas.openxmlformats.org/officeDocument/2006/relationships/slideLayout" Target="../slideLayouts/slideLayout430.xml"/><Relationship Id="rId167" Type="http://schemas.openxmlformats.org/officeDocument/2006/relationships/slideLayout" Target="../slideLayouts/slideLayout431.xml"/><Relationship Id="rId168" Type="http://schemas.openxmlformats.org/officeDocument/2006/relationships/slideLayout" Target="../slideLayouts/slideLayout432.xml"/><Relationship Id="rId169" Type="http://schemas.openxmlformats.org/officeDocument/2006/relationships/slideLayout" Target="../slideLayouts/slideLayout433.xml"/><Relationship Id="rId170" Type="http://schemas.openxmlformats.org/officeDocument/2006/relationships/slideLayout" Target="../slideLayouts/slideLayout434.xml"/><Relationship Id="rId171" Type="http://schemas.openxmlformats.org/officeDocument/2006/relationships/slideLayout" Target="../slideLayouts/slideLayout435.xml"/><Relationship Id="rId172" Type="http://schemas.openxmlformats.org/officeDocument/2006/relationships/slideLayout" Target="../slideLayouts/slideLayout436.xml"/><Relationship Id="rId173" Type="http://schemas.openxmlformats.org/officeDocument/2006/relationships/slideLayout" Target="../slideLayouts/slideLayout437.xml"/><Relationship Id="rId174" Type="http://schemas.openxmlformats.org/officeDocument/2006/relationships/slideLayout" Target="../slideLayouts/slideLayout438.xml"/><Relationship Id="rId175" Type="http://schemas.openxmlformats.org/officeDocument/2006/relationships/slideLayout" Target="../slideLayouts/slideLayout439.xml"/><Relationship Id="rId176" Type="http://schemas.openxmlformats.org/officeDocument/2006/relationships/slideLayout" Target="../slideLayouts/slideLayout440.xml"/><Relationship Id="rId177" Type="http://schemas.openxmlformats.org/officeDocument/2006/relationships/slideLayout" Target="../slideLayouts/slideLayout441.xml"/><Relationship Id="rId178" Type="http://schemas.openxmlformats.org/officeDocument/2006/relationships/slideLayout" Target="../slideLayouts/slideLayout442.xml"/><Relationship Id="rId179" Type="http://schemas.openxmlformats.org/officeDocument/2006/relationships/slideLayout" Target="../slideLayouts/slideLayout443.xml"/><Relationship Id="rId180" Type="http://schemas.openxmlformats.org/officeDocument/2006/relationships/slideLayout" Target="../slideLayouts/slideLayout444.xml"/><Relationship Id="rId181" Type="http://schemas.openxmlformats.org/officeDocument/2006/relationships/slideLayout" Target="../slideLayouts/slideLayout445.xml"/><Relationship Id="rId182" Type="http://schemas.openxmlformats.org/officeDocument/2006/relationships/slideLayout" Target="../slideLayouts/slideLayout446.xml"/><Relationship Id="rId183" Type="http://schemas.openxmlformats.org/officeDocument/2006/relationships/slideLayout" Target="../slideLayouts/slideLayout447.xml"/><Relationship Id="rId184" Type="http://schemas.openxmlformats.org/officeDocument/2006/relationships/slideLayout" Target="../slideLayouts/slideLayout448.xml"/><Relationship Id="rId185" Type="http://schemas.openxmlformats.org/officeDocument/2006/relationships/slideLayout" Target="../slideLayouts/slideLayout449.xml"/><Relationship Id="rId186" Type="http://schemas.openxmlformats.org/officeDocument/2006/relationships/slideLayout" Target="../slideLayouts/slideLayout450.xml"/><Relationship Id="rId187" Type="http://schemas.openxmlformats.org/officeDocument/2006/relationships/slideLayout" Target="../slideLayouts/slideLayout451.xml"/><Relationship Id="rId188" Type="http://schemas.openxmlformats.org/officeDocument/2006/relationships/slideLayout" Target="../slideLayouts/slideLayout452.xml"/><Relationship Id="rId189" Type="http://schemas.openxmlformats.org/officeDocument/2006/relationships/slideLayout" Target="../slideLayouts/slideLayout453.xml"/><Relationship Id="rId190" Type="http://schemas.openxmlformats.org/officeDocument/2006/relationships/slideLayout" Target="../slideLayouts/slideLayout454.xml"/><Relationship Id="rId191" Type="http://schemas.openxmlformats.org/officeDocument/2006/relationships/slideLayout" Target="../slideLayouts/slideLayout455.xml"/><Relationship Id="rId192" Type="http://schemas.openxmlformats.org/officeDocument/2006/relationships/slideLayout" Target="../slideLayouts/slideLayout456.xml"/><Relationship Id="rId193" Type="http://schemas.openxmlformats.org/officeDocument/2006/relationships/slideLayout" Target="../slideLayouts/slideLayout457.xml"/><Relationship Id="rId194" Type="http://schemas.openxmlformats.org/officeDocument/2006/relationships/slideLayout" Target="../slideLayouts/slideLayout458.xml"/><Relationship Id="rId195" Type="http://schemas.openxmlformats.org/officeDocument/2006/relationships/slideLayout" Target="../slideLayouts/slideLayout459.xml"/><Relationship Id="rId196" Type="http://schemas.openxmlformats.org/officeDocument/2006/relationships/slideLayout" Target="../slideLayouts/slideLayout460.xml"/><Relationship Id="rId197" Type="http://schemas.openxmlformats.org/officeDocument/2006/relationships/slideLayout" Target="../slideLayouts/slideLayout461.xml"/><Relationship Id="rId198" Type="http://schemas.openxmlformats.org/officeDocument/2006/relationships/slideLayout" Target="../slideLayouts/slideLayout462.xml"/><Relationship Id="rId199" Type="http://schemas.openxmlformats.org/officeDocument/2006/relationships/slideLayout" Target="../slideLayouts/slideLayout463.xml"/><Relationship Id="rId200" Type="http://schemas.openxmlformats.org/officeDocument/2006/relationships/slideLayout" Target="../slideLayouts/slideLayout464.xml"/><Relationship Id="rId201" Type="http://schemas.openxmlformats.org/officeDocument/2006/relationships/slideLayout" Target="../slideLayouts/slideLayout465.xml"/><Relationship Id="rId202" Type="http://schemas.openxmlformats.org/officeDocument/2006/relationships/slideLayout" Target="../slideLayouts/slideLayout466.xml"/><Relationship Id="rId203" Type="http://schemas.openxmlformats.org/officeDocument/2006/relationships/slideLayout" Target="../slideLayouts/slideLayout467.xml"/><Relationship Id="rId204" Type="http://schemas.openxmlformats.org/officeDocument/2006/relationships/slideLayout" Target="../slideLayouts/slideLayout468.xml"/><Relationship Id="rId205" Type="http://schemas.openxmlformats.org/officeDocument/2006/relationships/slideLayout" Target="../slideLayouts/slideLayout469.xml"/><Relationship Id="rId206" Type="http://schemas.openxmlformats.org/officeDocument/2006/relationships/slideLayout" Target="../slideLayouts/slideLayout470.xml"/><Relationship Id="rId207" Type="http://schemas.openxmlformats.org/officeDocument/2006/relationships/slideLayout" Target="../slideLayouts/slideLayout471.xml"/><Relationship Id="rId208" Type="http://schemas.openxmlformats.org/officeDocument/2006/relationships/slideLayout" Target="../slideLayouts/slideLayout472.xml"/><Relationship Id="rId209" Type="http://schemas.openxmlformats.org/officeDocument/2006/relationships/slideLayout" Target="../slideLayouts/slideLayout473.xml"/><Relationship Id="rId210" Type="http://schemas.openxmlformats.org/officeDocument/2006/relationships/slideLayout" Target="../slideLayouts/slideLayout474.xml"/><Relationship Id="rId211" Type="http://schemas.openxmlformats.org/officeDocument/2006/relationships/slideLayout" Target="../slideLayouts/slideLayout475.xml"/><Relationship Id="rId212" Type="http://schemas.openxmlformats.org/officeDocument/2006/relationships/slideLayout" Target="../slideLayouts/slideLayout476.xml"/><Relationship Id="rId213" Type="http://schemas.openxmlformats.org/officeDocument/2006/relationships/slideLayout" Target="../slideLayouts/slideLayout477.xml"/><Relationship Id="rId214" Type="http://schemas.openxmlformats.org/officeDocument/2006/relationships/slideLayout" Target="../slideLayouts/slideLayout478.xml"/><Relationship Id="rId215" Type="http://schemas.openxmlformats.org/officeDocument/2006/relationships/slideLayout" Target="../slideLayouts/slideLayout479.xml"/><Relationship Id="rId216" Type="http://schemas.openxmlformats.org/officeDocument/2006/relationships/slideLayout" Target="../slideLayouts/slideLayout480.xml"/><Relationship Id="rId217" Type="http://schemas.openxmlformats.org/officeDocument/2006/relationships/slideLayout" Target="../slideLayouts/slideLayout481.xml"/><Relationship Id="rId218" Type="http://schemas.openxmlformats.org/officeDocument/2006/relationships/slideLayout" Target="../slideLayouts/slideLayout482.xml"/><Relationship Id="rId219" Type="http://schemas.openxmlformats.org/officeDocument/2006/relationships/slideLayout" Target="../slideLayouts/slideLayout483.xml"/><Relationship Id="rId220" Type="http://schemas.openxmlformats.org/officeDocument/2006/relationships/slideLayout" Target="../slideLayouts/slideLayout484.xml"/><Relationship Id="rId221" Type="http://schemas.openxmlformats.org/officeDocument/2006/relationships/slideLayout" Target="../slideLayouts/slideLayout485.xml"/><Relationship Id="rId222" Type="http://schemas.openxmlformats.org/officeDocument/2006/relationships/slideLayout" Target="../slideLayouts/slideLayout486.xml"/><Relationship Id="rId223" Type="http://schemas.openxmlformats.org/officeDocument/2006/relationships/slideLayout" Target="../slideLayouts/slideLayout487.xml"/><Relationship Id="rId224" Type="http://schemas.openxmlformats.org/officeDocument/2006/relationships/slideLayout" Target="../slideLayouts/slideLayout488.xml"/><Relationship Id="rId225" Type="http://schemas.openxmlformats.org/officeDocument/2006/relationships/slideLayout" Target="../slideLayouts/slideLayout489.xml"/><Relationship Id="rId226" Type="http://schemas.openxmlformats.org/officeDocument/2006/relationships/slideLayout" Target="../slideLayouts/slideLayout490.xml"/><Relationship Id="rId227" Type="http://schemas.openxmlformats.org/officeDocument/2006/relationships/slideLayout" Target="../slideLayouts/slideLayout491.xml"/><Relationship Id="rId228" Type="http://schemas.openxmlformats.org/officeDocument/2006/relationships/slideLayout" Target="../slideLayouts/slideLayout492.xml"/><Relationship Id="rId229" Type="http://schemas.openxmlformats.org/officeDocument/2006/relationships/slideLayout" Target="../slideLayouts/slideLayout493.xml"/><Relationship Id="rId230" Type="http://schemas.openxmlformats.org/officeDocument/2006/relationships/slideLayout" Target="../slideLayouts/slideLayout494.xml"/><Relationship Id="rId231" Type="http://schemas.openxmlformats.org/officeDocument/2006/relationships/slideLayout" Target="../slideLayouts/slideLayout495.xml"/><Relationship Id="rId232" Type="http://schemas.openxmlformats.org/officeDocument/2006/relationships/slideLayout" Target="../slideLayouts/slideLayout496.xml"/><Relationship Id="rId233" Type="http://schemas.openxmlformats.org/officeDocument/2006/relationships/slideLayout" Target="../slideLayouts/slideLayout497.xml"/><Relationship Id="rId234" Type="http://schemas.openxmlformats.org/officeDocument/2006/relationships/slideLayout" Target="../slideLayouts/slideLayout498.xml"/><Relationship Id="rId235" Type="http://schemas.openxmlformats.org/officeDocument/2006/relationships/slideLayout" Target="../slideLayouts/slideLayout49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1" r:id="rId24"/>
    <p:sldLayoutId id="2147483702" r:id="rId25"/>
    <p:sldLayoutId id="2147483703" r:id="rId26"/>
    <p:sldLayoutId id="2147483704" r:id="rId27"/>
    <p:sldLayoutId id="2147483705" r:id="rId28"/>
    <p:sldLayoutId id="2147483706" r:id="rId29"/>
    <p:sldLayoutId id="2147483707" r:id="rId30"/>
    <p:sldLayoutId id="2147483708" r:id="rId31"/>
    <p:sldLayoutId id="2147483709" r:id="rId32"/>
    <p:sldLayoutId id="2147483710" r:id="rId33"/>
    <p:sldLayoutId id="2147483711" r:id="rId34"/>
    <p:sldLayoutId id="2147483712" r:id="rId35"/>
    <p:sldLayoutId id="2147483713" r:id="rId36"/>
    <p:sldLayoutId id="2147483714" r:id="rId37"/>
    <p:sldLayoutId id="2147483715" r:id="rId38"/>
    <p:sldLayoutId id="2147483716" r:id="rId39"/>
    <p:sldLayoutId id="2147483717" r:id="rId40"/>
    <p:sldLayoutId id="2147483718" r:id="rId41"/>
    <p:sldLayoutId id="2147483719" r:id="rId42"/>
    <p:sldLayoutId id="2147483720" r:id="rId43"/>
    <p:sldLayoutId id="2147483721" r:id="rId44"/>
    <p:sldLayoutId id="2147483722" r:id="rId45"/>
    <p:sldLayoutId id="2147483723" r:id="rId46"/>
    <p:sldLayoutId id="2147483724" r:id="rId47"/>
    <p:sldLayoutId id="2147483725" r:id="rId48"/>
    <p:sldLayoutId id="2147483726" r:id="rId49"/>
    <p:sldLayoutId id="2147483727" r:id="rId50"/>
    <p:sldLayoutId id="2147483728" r:id="rId51"/>
    <p:sldLayoutId id="2147483729" r:id="rId52"/>
    <p:sldLayoutId id="2147483730" r:id="rId53"/>
    <p:sldLayoutId id="2147483731" r:id="rId54"/>
    <p:sldLayoutId id="2147483732" r:id="rId55"/>
    <p:sldLayoutId id="2147483733" r:id="rId56"/>
    <p:sldLayoutId id="2147483734" r:id="rId57"/>
    <p:sldLayoutId id="2147483735" r:id="rId58"/>
    <p:sldLayoutId id="2147483736" r:id="rId59"/>
    <p:sldLayoutId id="2147483737" r:id="rId60"/>
    <p:sldLayoutId id="2147483738" r:id="rId61"/>
    <p:sldLayoutId id="2147483739" r:id="rId62"/>
    <p:sldLayoutId id="2147483740" r:id="rId63"/>
    <p:sldLayoutId id="2147483741" r:id="rId64"/>
    <p:sldLayoutId id="2147483742" r:id="rId65"/>
    <p:sldLayoutId id="2147483743" r:id="rId66"/>
    <p:sldLayoutId id="2147483744" r:id="rId67"/>
    <p:sldLayoutId id="2147483745" r:id="rId68"/>
    <p:sldLayoutId id="2147483746" r:id="rId69"/>
    <p:sldLayoutId id="2147483747" r:id="rId70"/>
    <p:sldLayoutId id="2147483748" r:id="rId71"/>
    <p:sldLayoutId id="2147483749" r:id="rId72"/>
    <p:sldLayoutId id="2147483750" r:id="rId73"/>
    <p:sldLayoutId id="2147483751" r:id="rId74"/>
    <p:sldLayoutId id="2147483752" r:id="rId75"/>
    <p:sldLayoutId id="2147483753" r:id="rId76"/>
    <p:sldLayoutId id="2147483754" r:id="rId77"/>
    <p:sldLayoutId id="2147483755" r:id="rId78"/>
    <p:sldLayoutId id="2147483756" r:id="rId79"/>
    <p:sldLayoutId id="2147483757" r:id="rId80"/>
    <p:sldLayoutId id="2147483758" r:id="rId81"/>
    <p:sldLayoutId id="2147483759" r:id="rId82"/>
    <p:sldLayoutId id="2147483760" r:id="rId83"/>
    <p:sldLayoutId id="2147483761" r:id="rId84"/>
    <p:sldLayoutId id="2147483762" r:id="rId85"/>
    <p:sldLayoutId id="2147483763" r:id="rId86"/>
    <p:sldLayoutId id="2147483764" r:id="rId87"/>
    <p:sldLayoutId id="2147483765" r:id="rId88"/>
    <p:sldLayoutId id="2147483766" r:id="rId89"/>
    <p:sldLayoutId id="2147483767" r:id="rId90"/>
    <p:sldLayoutId id="2147483768" r:id="rId91"/>
    <p:sldLayoutId id="2147483769" r:id="rId92"/>
    <p:sldLayoutId id="2147483770" r:id="rId93"/>
    <p:sldLayoutId id="2147483771" r:id="rId94"/>
    <p:sldLayoutId id="2147483772" r:id="rId95"/>
    <p:sldLayoutId id="2147483773" r:id="rId96"/>
    <p:sldLayoutId id="2147483774" r:id="rId97"/>
    <p:sldLayoutId id="2147483775" r:id="rId98"/>
    <p:sldLayoutId id="2147483776" r:id="rId99"/>
    <p:sldLayoutId id="2147483777" r:id="rId100"/>
    <p:sldLayoutId id="2147483778" r:id="rId101"/>
    <p:sldLayoutId id="2147483779" r:id="rId102"/>
    <p:sldLayoutId id="2147483780" r:id="rId103"/>
    <p:sldLayoutId id="2147483781" r:id="rId104"/>
    <p:sldLayoutId id="2147483782" r:id="rId105"/>
    <p:sldLayoutId id="2147483783" r:id="rId106"/>
    <p:sldLayoutId id="2147483784" r:id="rId107"/>
    <p:sldLayoutId id="2147483785" r:id="rId108"/>
    <p:sldLayoutId id="2147483786" r:id="rId109"/>
    <p:sldLayoutId id="2147483787" r:id="rId110"/>
    <p:sldLayoutId id="2147483788" r:id="rId111"/>
    <p:sldLayoutId id="2147483789" r:id="rId112"/>
    <p:sldLayoutId id="2147483790" r:id="rId113"/>
    <p:sldLayoutId id="2147483791" r:id="rId114"/>
    <p:sldLayoutId id="2147483792" r:id="rId115"/>
    <p:sldLayoutId id="2147483793" r:id="rId116"/>
    <p:sldLayoutId id="2147483794" r:id="rId117"/>
    <p:sldLayoutId id="2147483795" r:id="rId118"/>
    <p:sldLayoutId id="2147483796" r:id="rId119"/>
    <p:sldLayoutId id="2147483797" r:id="rId120"/>
    <p:sldLayoutId id="2147483798" r:id="rId121"/>
    <p:sldLayoutId id="2147483799" r:id="rId122"/>
    <p:sldLayoutId id="2147483800" r:id="rId123"/>
    <p:sldLayoutId id="2147483801" r:id="rId124"/>
    <p:sldLayoutId id="2147483802" r:id="rId125"/>
    <p:sldLayoutId id="2147483803" r:id="rId126"/>
    <p:sldLayoutId id="2147483804" r:id="rId127"/>
    <p:sldLayoutId id="2147483805" r:id="rId128"/>
    <p:sldLayoutId id="2147483806" r:id="rId129"/>
    <p:sldLayoutId id="2147483807" r:id="rId130"/>
    <p:sldLayoutId id="2147483808" r:id="rId131"/>
    <p:sldLayoutId id="2147483809" r:id="rId132"/>
    <p:sldLayoutId id="2147483810" r:id="rId133"/>
    <p:sldLayoutId id="2147483811" r:id="rId134"/>
    <p:sldLayoutId id="2147483812" r:id="rId135"/>
    <p:sldLayoutId id="2147483813" r:id="rId136"/>
    <p:sldLayoutId id="2147483814" r:id="rId137"/>
    <p:sldLayoutId id="2147483815" r:id="rId138"/>
    <p:sldLayoutId id="2147483816" r:id="rId139"/>
    <p:sldLayoutId id="2147483817" r:id="rId140"/>
    <p:sldLayoutId id="2147483818" r:id="rId141"/>
    <p:sldLayoutId id="2147483819" r:id="rId142"/>
    <p:sldLayoutId id="2147483820" r:id="rId143"/>
    <p:sldLayoutId id="2147483821" r:id="rId144"/>
    <p:sldLayoutId id="2147483822" r:id="rId145"/>
    <p:sldLayoutId id="2147483823" r:id="rId146"/>
    <p:sldLayoutId id="2147483824" r:id="rId147"/>
    <p:sldLayoutId id="2147483825" r:id="rId148"/>
    <p:sldLayoutId id="2147483826" r:id="rId149"/>
    <p:sldLayoutId id="2147483827" r:id="rId150"/>
    <p:sldLayoutId id="2147483828" r:id="rId151"/>
    <p:sldLayoutId id="2147483829" r:id="rId152"/>
    <p:sldLayoutId id="2147483830" r:id="rId153"/>
    <p:sldLayoutId id="2147483831" r:id="rId154"/>
    <p:sldLayoutId id="2147483832" r:id="rId155"/>
    <p:sldLayoutId id="2147483833" r:id="rId156"/>
    <p:sldLayoutId id="2147483834" r:id="rId157"/>
    <p:sldLayoutId id="2147483835" r:id="rId158"/>
    <p:sldLayoutId id="2147483836" r:id="rId159"/>
    <p:sldLayoutId id="2147483837" r:id="rId160"/>
    <p:sldLayoutId id="2147483838" r:id="rId161"/>
    <p:sldLayoutId id="2147483839" r:id="rId162"/>
    <p:sldLayoutId id="2147483840" r:id="rId163"/>
    <p:sldLayoutId id="2147483841" r:id="rId164"/>
    <p:sldLayoutId id="2147483842" r:id="rId165"/>
    <p:sldLayoutId id="2147483843" r:id="rId166"/>
    <p:sldLayoutId id="2147483844" r:id="rId167"/>
    <p:sldLayoutId id="2147483845" r:id="rId168"/>
    <p:sldLayoutId id="2147483846" r:id="rId169"/>
    <p:sldLayoutId id="2147483847" r:id="rId170"/>
    <p:sldLayoutId id="2147483848" r:id="rId171"/>
    <p:sldLayoutId id="2147483849" r:id="rId172"/>
    <p:sldLayoutId id="2147483850" r:id="rId173"/>
    <p:sldLayoutId id="2147483851" r:id="rId174"/>
    <p:sldLayoutId id="2147483852" r:id="rId175"/>
    <p:sldLayoutId id="2147483853" r:id="rId176"/>
    <p:sldLayoutId id="2147483854" r:id="rId177"/>
    <p:sldLayoutId id="2147483855" r:id="rId178"/>
    <p:sldLayoutId id="2147483856" r:id="rId179"/>
    <p:sldLayoutId id="2147483857" r:id="rId180"/>
    <p:sldLayoutId id="2147483858" r:id="rId181"/>
    <p:sldLayoutId id="2147483859" r:id="rId182"/>
    <p:sldLayoutId id="2147483860" r:id="rId183"/>
    <p:sldLayoutId id="2147483861" r:id="rId184"/>
    <p:sldLayoutId id="2147483862" r:id="rId185"/>
    <p:sldLayoutId id="2147483863" r:id="rId186"/>
    <p:sldLayoutId id="2147483864" r:id="rId187"/>
    <p:sldLayoutId id="2147483865" r:id="rId188"/>
    <p:sldLayoutId id="2147483866" r:id="rId189"/>
    <p:sldLayoutId id="2147483867" r:id="rId190"/>
    <p:sldLayoutId id="2147483868" r:id="rId191"/>
    <p:sldLayoutId id="2147483869" r:id="rId192"/>
    <p:sldLayoutId id="2147483870" r:id="rId193"/>
    <p:sldLayoutId id="2147483871" r:id="rId194"/>
    <p:sldLayoutId id="2147483872" r:id="rId195"/>
    <p:sldLayoutId id="2147483873" r:id="rId196"/>
    <p:sldLayoutId id="2147483874" r:id="rId197"/>
    <p:sldLayoutId id="2147483875" r:id="rId198"/>
    <p:sldLayoutId id="2147483876" r:id="rId199"/>
    <p:sldLayoutId id="2147483877" r:id="rId200"/>
    <p:sldLayoutId id="2147483878" r:id="rId201"/>
    <p:sldLayoutId id="2147483879" r:id="rId202"/>
    <p:sldLayoutId id="2147483880" r:id="rId203"/>
    <p:sldLayoutId id="2147483881" r:id="rId204"/>
    <p:sldLayoutId id="2147483882" r:id="rId205"/>
    <p:sldLayoutId id="2147483883" r:id="rId206"/>
    <p:sldLayoutId id="2147483884" r:id="rId207"/>
    <p:sldLayoutId id="2147483885" r:id="rId208"/>
    <p:sldLayoutId id="2147483886" r:id="rId209"/>
    <p:sldLayoutId id="2147483887" r:id="rId210"/>
    <p:sldLayoutId id="2147483888" r:id="rId211"/>
    <p:sldLayoutId id="2147483889" r:id="rId212"/>
    <p:sldLayoutId id="2147483890" r:id="rId213"/>
    <p:sldLayoutId id="2147483891" r:id="rId214"/>
    <p:sldLayoutId id="2147483892" r:id="rId215"/>
    <p:sldLayoutId id="2147483893" r:id="rId216"/>
    <p:sldLayoutId id="2147483894" r:id="rId217"/>
    <p:sldLayoutId id="2147483895" r:id="rId218"/>
    <p:sldLayoutId id="2147483896" r:id="rId219"/>
    <p:sldLayoutId id="2147483897" r:id="rId220"/>
    <p:sldLayoutId id="2147483898" r:id="rId221"/>
    <p:sldLayoutId id="2147483899" r:id="rId222"/>
    <p:sldLayoutId id="2147483900" r:id="rId223"/>
    <p:sldLayoutId id="2147483901" r:id="rId224"/>
    <p:sldLayoutId id="2147483902" r:id="rId225"/>
    <p:sldLayoutId id="2147483903" r:id="rId226"/>
    <p:sldLayoutId id="2147483904" r:id="rId227"/>
    <p:sldLayoutId id="2147483905" r:id="rId228"/>
    <p:sldLayoutId id="2147483906" r:id="rId229"/>
    <p:sldLayoutId id="2147483907" r:id="rId230"/>
    <p:sldLayoutId id="2147483908" r:id="rId231"/>
    <p:sldLayoutId id="2147483909" r:id="rId232"/>
    <p:sldLayoutId id="2147483910" r:id="rId233"/>
    <p:sldLayoutId id="2147483911" r:id="rId234"/>
    <p:sldLayoutId id="2147483912" r:id="rId235"/>
    <p:sldLayoutId id="2147483913" r:id="rId236"/>
    <p:sldLayoutId id="2147483914" r:id="rId237"/>
  </p:sldLayoutIdLst>
</p:sldMaster>
</file>

<file path=ppt/slideMasters/slideMaster26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  <p:sldLayoutId id="2147483926" r:id="rId12"/>
    <p:sldLayoutId id="2147483927" r:id="rId13"/>
    <p:sldLayoutId id="2147483928" r:id="rId14"/>
    <p:sldLayoutId id="2147483929" r:id="rId15"/>
    <p:sldLayoutId id="2147483930" r:id="rId16"/>
    <p:sldLayoutId id="2147483931" r:id="rId17"/>
    <p:sldLayoutId id="2147483932" r:id="rId18"/>
    <p:sldLayoutId id="2147483933" r:id="rId19"/>
    <p:sldLayoutId id="2147483934" r:id="rId20"/>
    <p:sldLayoutId id="2147483935" r:id="rId21"/>
    <p:sldLayoutId id="2147483936" r:id="rId22"/>
    <p:sldLayoutId id="2147483937" r:id="rId23"/>
    <p:sldLayoutId id="2147483938" r:id="rId24"/>
    <p:sldLayoutId id="2147483939" r:id="rId25"/>
    <p:sldLayoutId id="2147483940" r:id="rId26"/>
    <p:sldLayoutId id="2147483941" r:id="rId27"/>
    <p:sldLayoutId id="2147483942" r:id="rId28"/>
    <p:sldLayoutId id="2147483943" r:id="rId29"/>
    <p:sldLayoutId id="2147483944" r:id="rId30"/>
    <p:sldLayoutId id="2147483945" r:id="rId31"/>
    <p:sldLayoutId id="2147483946" r:id="rId32"/>
    <p:sldLayoutId id="2147483947" r:id="rId33"/>
    <p:sldLayoutId id="2147483948" r:id="rId34"/>
    <p:sldLayoutId id="2147483949" r:id="rId35"/>
    <p:sldLayoutId id="2147483950" r:id="rId36"/>
    <p:sldLayoutId id="2147483951" r:id="rId37"/>
    <p:sldLayoutId id="2147483952" r:id="rId38"/>
    <p:sldLayoutId id="2147483953" r:id="rId39"/>
    <p:sldLayoutId id="2147483954" r:id="rId40"/>
    <p:sldLayoutId id="2147483955" r:id="rId41"/>
    <p:sldLayoutId id="2147483956" r:id="rId42"/>
    <p:sldLayoutId id="2147483957" r:id="rId43"/>
    <p:sldLayoutId id="2147483958" r:id="rId44"/>
    <p:sldLayoutId id="2147483959" r:id="rId45"/>
    <p:sldLayoutId id="2147483960" r:id="rId46"/>
    <p:sldLayoutId id="2147483961" r:id="rId47"/>
    <p:sldLayoutId id="2147483962" r:id="rId48"/>
    <p:sldLayoutId id="2147483963" r:id="rId49"/>
    <p:sldLayoutId id="2147483964" r:id="rId50"/>
    <p:sldLayoutId id="2147483965" r:id="rId51"/>
    <p:sldLayoutId id="2147483966" r:id="rId52"/>
    <p:sldLayoutId id="2147483967" r:id="rId53"/>
    <p:sldLayoutId id="2147483968" r:id="rId54"/>
    <p:sldLayoutId id="2147483969" r:id="rId55"/>
    <p:sldLayoutId id="2147483970" r:id="rId56"/>
    <p:sldLayoutId id="2147483971" r:id="rId57"/>
    <p:sldLayoutId id="2147483972" r:id="rId58"/>
    <p:sldLayoutId id="2147483973" r:id="rId59"/>
    <p:sldLayoutId id="2147483974" r:id="rId60"/>
    <p:sldLayoutId id="2147483975" r:id="rId61"/>
    <p:sldLayoutId id="2147483976" r:id="rId62"/>
    <p:sldLayoutId id="2147483977" r:id="rId63"/>
    <p:sldLayoutId id="2147483978" r:id="rId64"/>
    <p:sldLayoutId id="2147483979" r:id="rId65"/>
    <p:sldLayoutId id="2147483980" r:id="rId66"/>
    <p:sldLayoutId id="2147483981" r:id="rId67"/>
    <p:sldLayoutId id="2147483982" r:id="rId68"/>
    <p:sldLayoutId id="2147483983" r:id="rId69"/>
    <p:sldLayoutId id="2147483984" r:id="rId70"/>
    <p:sldLayoutId id="2147483985" r:id="rId71"/>
    <p:sldLayoutId id="2147483986" r:id="rId72"/>
    <p:sldLayoutId id="2147483987" r:id="rId73"/>
    <p:sldLayoutId id="2147483988" r:id="rId74"/>
    <p:sldLayoutId id="2147483989" r:id="rId75"/>
    <p:sldLayoutId id="2147483990" r:id="rId76"/>
    <p:sldLayoutId id="2147483991" r:id="rId77"/>
    <p:sldLayoutId id="2147483992" r:id="rId78"/>
    <p:sldLayoutId id="2147483993" r:id="rId79"/>
    <p:sldLayoutId id="2147483994" r:id="rId80"/>
    <p:sldLayoutId id="2147483995" r:id="rId81"/>
    <p:sldLayoutId id="2147483996" r:id="rId82"/>
    <p:sldLayoutId id="2147483997" r:id="rId83"/>
    <p:sldLayoutId id="2147483998" r:id="rId84"/>
    <p:sldLayoutId id="2147483999" r:id="rId85"/>
    <p:sldLayoutId id="2147484000" r:id="rId86"/>
    <p:sldLayoutId id="2147484001" r:id="rId87"/>
    <p:sldLayoutId id="2147484002" r:id="rId88"/>
    <p:sldLayoutId id="2147484003" r:id="rId89"/>
    <p:sldLayoutId id="2147484004" r:id="rId90"/>
    <p:sldLayoutId id="2147484005" r:id="rId91"/>
    <p:sldLayoutId id="2147484006" r:id="rId92"/>
    <p:sldLayoutId id="2147484007" r:id="rId93"/>
    <p:sldLayoutId id="2147484008" r:id="rId94"/>
    <p:sldLayoutId id="2147484009" r:id="rId95"/>
    <p:sldLayoutId id="2147484010" r:id="rId96"/>
    <p:sldLayoutId id="2147484011" r:id="rId97"/>
    <p:sldLayoutId id="2147484012" r:id="rId98"/>
    <p:sldLayoutId id="2147484013" r:id="rId99"/>
    <p:sldLayoutId id="2147484014" r:id="rId100"/>
    <p:sldLayoutId id="2147484015" r:id="rId101"/>
    <p:sldLayoutId id="2147484016" r:id="rId102"/>
    <p:sldLayoutId id="2147484017" r:id="rId103"/>
    <p:sldLayoutId id="2147484018" r:id="rId104"/>
    <p:sldLayoutId id="2147484019" r:id="rId105"/>
    <p:sldLayoutId id="2147484020" r:id="rId106"/>
    <p:sldLayoutId id="2147484021" r:id="rId107"/>
    <p:sldLayoutId id="2147484022" r:id="rId108"/>
    <p:sldLayoutId id="2147484023" r:id="rId109"/>
    <p:sldLayoutId id="2147484024" r:id="rId110"/>
    <p:sldLayoutId id="2147484025" r:id="rId111"/>
    <p:sldLayoutId id="2147484026" r:id="rId112"/>
    <p:sldLayoutId id="2147484027" r:id="rId113"/>
    <p:sldLayoutId id="2147484028" r:id="rId114"/>
    <p:sldLayoutId id="2147484029" r:id="rId115"/>
    <p:sldLayoutId id="2147484030" r:id="rId116"/>
    <p:sldLayoutId id="2147484031" r:id="rId117"/>
    <p:sldLayoutId id="2147484032" r:id="rId118"/>
    <p:sldLayoutId id="2147484033" r:id="rId119"/>
    <p:sldLayoutId id="2147484034" r:id="rId120"/>
    <p:sldLayoutId id="2147484035" r:id="rId121"/>
    <p:sldLayoutId id="2147484036" r:id="rId122"/>
    <p:sldLayoutId id="2147484037" r:id="rId123"/>
    <p:sldLayoutId id="2147484038" r:id="rId124"/>
    <p:sldLayoutId id="2147484039" r:id="rId125"/>
    <p:sldLayoutId id="2147484040" r:id="rId126"/>
    <p:sldLayoutId id="2147484041" r:id="rId127"/>
    <p:sldLayoutId id="2147484042" r:id="rId128"/>
    <p:sldLayoutId id="2147484043" r:id="rId129"/>
    <p:sldLayoutId id="2147484044" r:id="rId130"/>
    <p:sldLayoutId id="2147484045" r:id="rId131"/>
    <p:sldLayoutId id="2147484046" r:id="rId132"/>
    <p:sldLayoutId id="2147484047" r:id="rId133"/>
    <p:sldLayoutId id="2147484048" r:id="rId134"/>
    <p:sldLayoutId id="2147484049" r:id="rId135"/>
    <p:sldLayoutId id="2147484050" r:id="rId136"/>
    <p:sldLayoutId id="2147484051" r:id="rId137"/>
    <p:sldLayoutId id="2147484052" r:id="rId138"/>
    <p:sldLayoutId id="2147484053" r:id="rId139"/>
    <p:sldLayoutId id="2147484054" r:id="rId140"/>
    <p:sldLayoutId id="2147484055" r:id="rId141"/>
    <p:sldLayoutId id="2147484056" r:id="rId142"/>
    <p:sldLayoutId id="2147484057" r:id="rId143"/>
    <p:sldLayoutId id="2147484058" r:id="rId144"/>
    <p:sldLayoutId id="2147484059" r:id="rId145"/>
    <p:sldLayoutId id="2147484060" r:id="rId146"/>
    <p:sldLayoutId id="2147484061" r:id="rId147"/>
    <p:sldLayoutId id="2147484062" r:id="rId148"/>
    <p:sldLayoutId id="2147484063" r:id="rId149"/>
    <p:sldLayoutId id="2147484064" r:id="rId150"/>
    <p:sldLayoutId id="2147484065" r:id="rId151"/>
    <p:sldLayoutId id="2147484066" r:id="rId152"/>
    <p:sldLayoutId id="2147484067" r:id="rId153"/>
    <p:sldLayoutId id="2147484068" r:id="rId154"/>
    <p:sldLayoutId id="2147484069" r:id="rId155"/>
    <p:sldLayoutId id="2147484070" r:id="rId156"/>
    <p:sldLayoutId id="2147484071" r:id="rId157"/>
    <p:sldLayoutId id="2147484072" r:id="rId158"/>
    <p:sldLayoutId id="2147484073" r:id="rId159"/>
    <p:sldLayoutId id="2147484074" r:id="rId160"/>
    <p:sldLayoutId id="2147484075" r:id="rId161"/>
    <p:sldLayoutId id="2147484076" r:id="rId162"/>
    <p:sldLayoutId id="2147484077" r:id="rId163"/>
    <p:sldLayoutId id="2147484078" r:id="rId164"/>
    <p:sldLayoutId id="2147484079" r:id="rId165"/>
    <p:sldLayoutId id="2147484080" r:id="rId166"/>
    <p:sldLayoutId id="2147484081" r:id="rId167"/>
    <p:sldLayoutId id="2147484082" r:id="rId168"/>
    <p:sldLayoutId id="2147484083" r:id="rId169"/>
    <p:sldLayoutId id="2147484084" r:id="rId170"/>
    <p:sldLayoutId id="2147484085" r:id="rId171"/>
    <p:sldLayoutId id="2147484086" r:id="rId172"/>
    <p:sldLayoutId id="2147484087" r:id="rId173"/>
    <p:sldLayoutId id="2147484088" r:id="rId174"/>
    <p:sldLayoutId id="2147484089" r:id="rId175"/>
    <p:sldLayoutId id="2147484090" r:id="rId176"/>
    <p:sldLayoutId id="2147484091" r:id="rId177"/>
    <p:sldLayoutId id="2147484092" r:id="rId178"/>
    <p:sldLayoutId id="2147484093" r:id="rId179"/>
    <p:sldLayoutId id="2147484094" r:id="rId180"/>
    <p:sldLayoutId id="2147484095" r:id="rId181"/>
    <p:sldLayoutId id="2147484096" r:id="rId182"/>
    <p:sldLayoutId id="2147484097" r:id="rId183"/>
    <p:sldLayoutId id="2147484098" r:id="rId184"/>
    <p:sldLayoutId id="2147484099" r:id="rId185"/>
    <p:sldLayoutId id="2147484100" r:id="rId186"/>
    <p:sldLayoutId id="2147484101" r:id="rId187"/>
    <p:sldLayoutId id="2147484102" r:id="rId188"/>
    <p:sldLayoutId id="2147484103" r:id="rId189"/>
    <p:sldLayoutId id="2147484104" r:id="rId190"/>
    <p:sldLayoutId id="2147484105" r:id="rId191"/>
    <p:sldLayoutId id="2147484106" r:id="rId192"/>
    <p:sldLayoutId id="2147484107" r:id="rId193"/>
    <p:sldLayoutId id="2147484108" r:id="rId194"/>
    <p:sldLayoutId id="2147484109" r:id="rId195"/>
    <p:sldLayoutId id="2147484110" r:id="rId196"/>
    <p:sldLayoutId id="2147484111" r:id="rId197"/>
    <p:sldLayoutId id="2147484112" r:id="rId198"/>
    <p:sldLayoutId id="2147484113" r:id="rId199"/>
    <p:sldLayoutId id="2147484114" r:id="rId200"/>
    <p:sldLayoutId id="2147484115" r:id="rId201"/>
    <p:sldLayoutId id="2147484116" r:id="rId202"/>
    <p:sldLayoutId id="2147484117" r:id="rId203"/>
    <p:sldLayoutId id="2147484118" r:id="rId204"/>
    <p:sldLayoutId id="2147484119" r:id="rId205"/>
    <p:sldLayoutId id="2147484120" r:id="rId206"/>
    <p:sldLayoutId id="2147484121" r:id="rId207"/>
    <p:sldLayoutId id="2147484122" r:id="rId208"/>
    <p:sldLayoutId id="2147484123" r:id="rId209"/>
    <p:sldLayoutId id="2147484124" r:id="rId210"/>
    <p:sldLayoutId id="2147484125" r:id="rId211"/>
    <p:sldLayoutId id="2147484126" r:id="rId212"/>
    <p:sldLayoutId id="2147484127" r:id="rId213"/>
    <p:sldLayoutId id="2147484128" r:id="rId214"/>
    <p:sldLayoutId id="2147484129" r:id="rId215"/>
    <p:sldLayoutId id="2147484130" r:id="rId216"/>
    <p:sldLayoutId id="2147484131" r:id="rId217"/>
    <p:sldLayoutId id="2147484132" r:id="rId218"/>
    <p:sldLayoutId id="2147484133" r:id="rId219"/>
    <p:sldLayoutId id="2147484134" r:id="rId220"/>
    <p:sldLayoutId id="2147484135" r:id="rId221"/>
    <p:sldLayoutId id="2147484136" r:id="rId222"/>
    <p:sldLayoutId id="2147484137" r:id="rId223"/>
    <p:sldLayoutId id="2147484138" r:id="rId224"/>
    <p:sldLayoutId id="2147484139" r:id="rId225"/>
    <p:sldLayoutId id="2147484140" r:id="rId226"/>
    <p:sldLayoutId id="2147484141" r:id="rId227"/>
    <p:sldLayoutId id="2147484142" r:id="rId228"/>
    <p:sldLayoutId id="2147484143" r:id="rId229"/>
    <p:sldLayoutId id="2147484144" r:id="rId230"/>
    <p:sldLayoutId id="2147484145" r:id="rId231"/>
    <p:sldLayoutId id="2147484146" r:id="rId232"/>
    <p:sldLayoutId id="2147484147" r:id="rId233"/>
    <p:sldLayoutId id="2147484148" r:id="rId234"/>
    <p:sldLayoutId id="2147484149" r:id="rId23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3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4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4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3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3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3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4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png"/><Relationship Id="rId3" Type="http://schemas.openxmlformats.org/officeDocument/2006/relationships/slideLayout" Target="../slideLayouts/slideLayout3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3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3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3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3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3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3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25" name="Group 2"/>
          <p:cNvGrpSpPr/>
          <p:nvPr/>
        </p:nvGrpSpPr>
        <p:grpSpPr>
          <a:xfrm>
            <a:off x="-9360" y="0"/>
            <a:ext cx="9153000" cy="5159520"/>
            <a:chOff x="-9360" y="0"/>
            <a:chExt cx="9153000" cy="5159520"/>
          </a:xfrm>
        </p:grpSpPr>
        <p:sp>
          <p:nvSpPr>
            <p:cNvPr id="3426" name="Freeform 3"/>
            <p:cNvSpPr/>
            <p:nvPr/>
          </p:nvSpPr>
          <p:spPr>
            <a:xfrm>
              <a:off x="-4680" y="4680"/>
              <a:ext cx="9143640" cy="5150160"/>
            </a:xfrm>
            <a:custGeom>
              <a:avLst/>
              <a:gdLst>
                <a:gd name="textAreaLeft" fmla="*/ 0 w 9143640"/>
                <a:gd name="textAreaRight" fmla="*/ 9144000 w 9143640"/>
                <a:gd name="textAreaTop" fmla="*/ 0 h 5150160"/>
                <a:gd name="textAreaBottom" fmla="*/ 5150520 h 5150160"/>
              </a:gdLst>
              <a:ahLst/>
              <a:cxnLst/>
              <a:rect l="textAreaLeft" t="textAreaTop" r="textAreaRight" b="textAreaBottom"/>
              <a:pathLst>
                <a:path w="24384000" h="13734414">
                  <a:moveTo>
                    <a:pt x="0" y="0"/>
                  </a:moveTo>
                  <a:lnTo>
                    <a:pt x="24384000" y="0"/>
                  </a:lnTo>
                  <a:lnTo>
                    <a:pt x="24384000" y="13734414"/>
                  </a:lnTo>
                  <a:lnTo>
                    <a:pt x="0" y="13734414"/>
                  </a:lnTo>
                  <a:close/>
                </a:path>
              </a:pathLst>
            </a:custGeom>
            <a:solidFill>
              <a:srgbClr val="08080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27" name="Freeform 4"/>
            <p:cNvSpPr/>
            <p:nvPr/>
          </p:nvSpPr>
          <p:spPr>
            <a:xfrm>
              <a:off x="-9360" y="0"/>
              <a:ext cx="9153000" cy="5159520"/>
            </a:xfrm>
            <a:custGeom>
              <a:avLst/>
              <a:gdLst>
                <a:gd name="textAreaLeft" fmla="*/ 0 w 9153000"/>
                <a:gd name="textAreaRight" fmla="*/ 9153360 w 9153000"/>
                <a:gd name="textAreaTop" fmla="*/ 0 h 5159520"/>
                <a:gd name="textAreaBottom" fmla="*/ 5159880 h 5159520"/>
              </a:gdLst>
              <a:ahLst/>
              <a:cxnLst/>
              <a:rect l="textAreaLeft" t="textAreaTop" r="textAreaRight" b="textAreaBottom"/>
              <a:pathLst>
                <a:path w="24409400" h="13759814">
                  <a:moveTo>
                    <a:pt x="12700" y="0"/>
                  </a:moveTo>
                  <a:lnTo>
                    <a:pt x="24396700" y="0"/>
                  </a:lnTo>
                  <a:cubicBezTo>
                    <a:pt x="24403686" y="0"/>
                    <a:pt x="24409400" y="5715"/>
                    <a:pt x="24409400" y="12700"/>
                  </a:cubicBezTo>
                  <a:lnTo>
                    <a:pt x="24409400" y="13747114"/>
                  </a:lnTo>
                  <a:cubicBezTo>
                    <a:pt x="24409400" y="13754100"/>
                    <a:pt x="24403686" y="13759814"/>
                    <a:pt x="24396700" y="13759814"/>
                  </a:cubicBezTo>
                  <a:lnTo>
                    <a:pt x="12700" y="13759814"/>
                  </a:lnTo>
                  <a:cubicBezTo>
                    <a:pt x="5715" y="13759814"/>
                    <a:pt x="0" y="13754100"/>
                    <a:pt x="0" y="13747114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47114"/>
                  </a:lnTo>
                  <a:lnTo>
                    <a:pt x="12700" y="13747114"/>
                  </a:lnTo>
                  <a:lnTo>
                    <a:pt x="12700" y="13734414"/>
                  </a:lnTo>
                  <a:lnTo>
                    <a:pt x="24396700" y="13734414"/>
                  </a:lnTo>
                  <a:lnTo>
                    <a:pt x="24396700" y="13747114"/>
                  </a:lnTo>
                  <a:lnTo>
                    <a:pt x="24384000" y="13747114"/>
                  </a:lnTo>
                  <a:lnTo>
                    <a:pt x="24384000" y="12700"/>
                  </a:lnTo>
                  <a:lnTo>
                    <a:pt x="24396700" y="12700"/>
                  </a:lnTo>
                  <a:lnTo>
                    <a:pt x="24396700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a7a7a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28" name="TextBox 6"/>
          <p:cNvSpPr/>
          <p:nvPr/>
        </p:nvSpPr>
        <p:spPr>
          <a:xfrm>
            <a:off x="4003200" y="1685880"/>
            <a:ext cx="4654080" cy="16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036"/>
              </a:lnSpc>
            </a:pPr>
            <a:r>
              <a:rPr b="0" lang="ru-RU" sz="2200" strike="noStrike" u="none">
                <a:solidFill>
                  <a:srgbClr val="ffffff"/>
                </a:solidFill>
                <a:effectLst/>
                <a:uFillTx/>
                <a:latin typeface="Montserrat Medium"/>
                <a:ea typeface="Arial"/>
              </a:rPr>
              <a:t>Соларев Руслан Антонович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933"/>
              </a:lnSpc>
            </a:pPr>
            <a:r>
              <a:rPr b="0" lang="ru-RU" sz="1400" strike="noStrike" u="none">
                <a:solidFill>
                  <a:srgbClr val="00ffff"/>
                </a:solidFill>
                <a:effectLst/>
                <a:uFillTx/>
                <a:latin typeface="Montserrat Medium"/>
                <a:ea typeface="Arial"/>
              </a:rPr>
              <a:t>Студент колледжа информационных и    креативных технологий (</a:t>
            </a:r>
            <a:r>
              <a:rPr b="0" lang="en-US" sz="1400" strike="noStrike" u="none">
                <a:solidFill>
                  <a:srgbClr val="00ffff"/>
                </a:solidFill>
                <a:effectLst/>
                <a:uFillTx/>
                <a:latin typeface="Montserrat Medium"/>
                <a:ea typeface="Arial"/>
              </a:rPr>
              <a:t>IThub </a:t>
            </a:r>
            <a:r>
              <a:rPr b="0" lang="ru-RU" sz="1400" strike="noStrike" u="none">
                <a:solidFill>
                  <a:srgbClr val="00ffff"/>
                </a:solidFill>
                <a:effectLst/>
                <a:uFillTx/>
                <a:latin typeface="Montserrat Medium"/>
                <a:ea typeface="Arial"/>
              </a:rPr>
              <a:t>Владивосток)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933"/>
              </a:lnSpc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933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Б</a:t>
            </a: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изнес-роль: Дата-инженер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6160" algn="just">
              <a:lnSpc>
                <a:spcPts val="2639"/>
              </a:lnSpc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9" name="Freeform 9"/>
          <p:cNvSpPr/>
          <p:nvPr/>
        </p:nvSpPr>
        <p:spPr>
          <a:xfrm>
            <a:off x="2713320" y="361800"/>
            <a:ext cx="139680" cy="4177440"/>
          </a:xfrm>
          <a:custGeom>
            <a:avLst/>
            <a:gdLst>
              <a:gd name="textAreaLeft" fmla="*/ 0 w 139680"/>
              <a:gd name="textAreaRight" fmla="*/ 140040 w 139680"/>
              <a:gd name="textAreaTop" fmla="*/ 0 h 4177440"/>
              <a:gd name="textAreaBottom" fmla="*/ 4177800 h 4177440"/>
            </a:gdLst>
            <a:ahLst/>
            <a:cxnLst/>
            <a:rect l="textAreaLeft" t="textAreaTop" r="textAreaRight" b="textAreaBottom"/>
            <a:pathLst>
              <a:path w="176383" h="5256911">
                <a:moveTo>
                  <a:pt x="0" y="0"/>
                </a:moveTo>
                <a:lnTo>
                  <a:pt x="176383" y="0"/>
                </a:lnTo>
                <a:lnTo>
                  <a:pt x="176383" y="5256911"/>
                </a:lnTo>
                <a:lnTo>
                  <a:pt x="0" y="5256911"/>
                </a:lnTo>
                <a:close/>
              </a:path>
            </a:pathLst>
          </a:cu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7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30" name="Рисунок 6" descr=""/>
          <p:cNvPicPr/>
          <p:nvPr/>
        </p:nvPicPr>
        <p:blipFill>
          <a:blip r:embed="rId1"/>
          <a:stretch/>
        </p:blipFill>
        <p:spPr>
          <a:xfrm>
            <a:off x="-266760" y="-197280"/>
            <a:ext cx="4017600" cy="535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1" name="Google Shape;4686;g130e7787a26_1_2965" descr="Google Shape;1540;g106d06707e5_0_350"/>
          <p:cNvPicPr/>
          <p:nvPr/>
        </p:nvPicPr>
        <p:blipFill>
          <a:blip r:embed="rId1"/>
          <a:stretch/>
        </p:blipFill>
        <p:spPr>
          <a:xfrm>
            <a:off x="2730600" y="505080"/>
            <a:ext cx="5650560" cy="38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2" name="Google Shape;4687;g130e7787a26_1_2965"/>
          <p:cNvSpPr/>
          <p:nvPr/>
        </p:nvSpPr>
        <p:spPr>
          <a:xfrm>
            <a:off x="3918240" y="158760"/>
            <a:ext cx="2741760" cy="70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200" strike="noStrike" u="none">
                <a:solidFill>
                  <a:srgbClr val="00ffff"/>
                </a:solidFill>
                <a:effectLst/>
                <a:uFillTx/>
                <a:latin typeface="Montserrat"/>
                <a:ea typeface="Montserrat"/>
              </a:rPr>
              <a:t>Модуль A</a:t>
            </a:r>
            <a:br>
              <a:rPr sz="1200"/>
            </a:br>
            <a:r>
              <a:rPr b="0" lang="ru" sz="1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Парсинг и предобработка данных</a:t>
            </a:r>
            <a:br>
              <a:rPr sz="1000"/>
            </a:b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3" name="Google Shape;4689;g130e7787a26_1_2965"/>
          <p:cNvSpPr/>
          <p:nvPr/>
        </p:nvSpPr>
        <p:spPr>
          <a:xfrm>
            <a:off x="6365160" y="936720"/>
            <a:ext cx="2405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</a:pPr>
            <a:r>
              <a:rPr b="0" lang="ru" sz="1800" strike="noStrike" u="none">
                <a:solidFill>
                  <a:srgbClr val="00ffff"/>
                </a:solidFill>
                <a:effectLst/>
                <a:uFillTx/>
                <a:latin typeface="Montserrat"/>
                <a:ea typeface="Montserrat"/>
              </a:rPr>
              <a:t>Модуль В</a:t>
            </a:r>
            <a:br>
              <a:rPr sz="1800"/>
            </a:br>
            <a:r>
              <a:rPr b="0" lang="ru" sz="1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Построение, обучение и оптимизация модели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4" name="Google Shape;4690;g130e7787a26_1_2965"/>
          <p:cNvSpPr/>
          <p:nvPr/>
        </p:nvSpPr>
        <p:spPr>
          <a:xfrm>
            <a:off x="1114560" y="1790640"/>
            <a:ext cx="2853720" cy="7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r">
              <a:lnSpc>
                <a:spcPct val="115000"/>
              </a:lnSpc>
            </a:pPr>
            <a:r>
              <a:rPr b="0" lang="ru" sz="1800" strike="noStrike" u="none">
                <a:solidFill>
                  <a:srgbClr val="00ffff"/>
                </a:solidFill>
                <a:effectLst/>
                <a:uFillTx/>
                <a:latin typeface="Montserrat"/>
                <a:ea typeface="Montserrat"/>
              </a:rPr>
              <a:t>Модуль Г</a:t>
            </a:r>
            <a:br>
              <a:rPr sz="1800"/>
            </a:br>
            <a:r>
              <a:rPr b="0" lang="ru" sz="1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Разработка программного продукта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5" name="Google Shape;4691;g130e7787a26_1_2965"/>
          <p:cNvSpPr/>
          <p:nvPr/>
        </p:nvSpPr>
        <p:spPr>
          <a:xfrm>
            <a:off x="5040000" y="2576880"/>
            <a:ext cx="260928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ru" sz="1200" strike="noStrike" u="none">
                <a:solidFill>
                  <a:srgbClr val="00ffff"/>
                </a:solidFill>
                <a:effectLst/>
                <a:uFillTx/>
                <a:latin typeface="Montserrat"/>
                <a:ea typeface="Montserrat"/>
              </a:rPr>
              <a:t>Модуль Д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ru-RU" sz="10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Разработка средств интеграции и поддержки готового решения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6" name="Google Shape;4692;g130e7787a26_1_2965"/>
          <p:cNvSpPr/>
          <p:nvPr/>
        </p:nvSpPr>
        <p:spPr>
          <a:xfrm>
            <a:off x="313560" y="4044960"/>
            <a:ext cx="7157880" cy="5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Модули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7" name="Google Shape;4693;g130e7787a26_1_2965"/>
          <p:cNvSpPr/>
          <p:nvPr/>
        </p:nvSpPr>
        <p:spPr>
          <a:xfrm rot="16200000">
            <a:off x="81360" y="418644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38" name="Google Shape;4687;g130e7787a26_1_2965"/>
          <p:cNvSpPr/>
          <p:nvPr/>
        </p:nvSpPr>
        <p:spPr>
          <a:xfrm>
            <a:off x="501840" y="1023120"/>
            <a:ext cx="248832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</a:pPr>
            <a:r>
              <a:rPr b="0" lang="ru" sz="1800" strike="noStrike" u="none">
                <a:solidFill>
                  <a:srgbClr val="00ffff"/>
                </a:solidFill>
                <a:effectLst/>
                <a:uFillTx/>
                <a:latin typeface="Montserrat"/>
                <a:ea typeface="Montserrat"/>
              </a:rPr>
              <a:t>Модуль Б</a:t>
            </a:r>
            <a:br>
              <a:rPr sz="1800"/>
            </a:br>
            <a:r>
              <a:rPr b="0" lang="ru" sz="1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Разведочный анализ данных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9" name="Прямоугольник 9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700"/>
                                        <p:tgtEl>
                                          <p:spTgt spid="3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" dur="1000"/>
                                        <p:tgtEl>
                                          <p:spTgt spid="3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id="1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" dur="600"/>
                                        <p:tgtEl>
                                          <p:spTgt spid="3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300"/>
                            </p:stCondLst>
                            <p:childTnLst>
                              <p:par>
                                <p:cTn id="1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3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id="2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" dur="600"/>
                                        <p:tgtEl>
                                          <p:spTgt spid="3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400"/>
                            </p:stCondLst>
                            <p:childTnLst>
                              <p:par>
                                <p:cTn id="2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" dur="500"/>
                                        <p:tgtEl>
                                          <p:spTgt spid="3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900"/>
                            </p:stCondLst>
                            <p:childTnLst>
                              <p:par>
                                <p:cTn id="2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" dur="600"/>
                                        <p:tgtEl>
                                          <p:spTgt spid="3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1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42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43" name="Google Shape;4692;g130e7787a26_1_2965"/>
          <p:cNvSpPr/>
          <p:nvPr/>
        </p:nvSpPr>
        <p:spPr>
          <a:xfrm>
            <a:off x="408240" y="212760"/>
            <a:ext cx="7157880" cy="5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Модуль 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4" name="" descr=""/>
          <p:cNvPicPr/>
          <p:nvPr/>
        </p:nvPicPr>
        <p:blipFill>
          <a:blip r:embed="rId1"/>
          <a:srcRect l="29544" t="24883" r="24993" b="9684"/>
          <a:stretch/>
        </p:blipFill>
        <p:spPr>
          <a:xfrm>
            <a:off x="4500360" y="774720"/>
            <a:ext cx="3599640" cy="336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5" name=""/>
          <p:cNvSpPr txBox="1"/>
          <p:nvPr/>
        </p:nvSpPr>
        <p:spPr>
          <a:xfrm>
            <a:off x="605160" y="1620000"/>
            <a:ext cx="3354840" cy="200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пункте 1.1 были обработаны GPX файлы с маршрутами 3 треков. Из файлов удалось получить основные геоданные точек + температуру воздуха и частоту шагов.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2" dur="indefinite" restart="never" nodeType="tmRoot">
          <p:childTnLst>
            <p:seq>
              <p:cTn id="33" dur="indefinite" nodeType="mainSeq"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" dur="1000"/>
                                        <p:tgtEl>
                                          <p:spTgt spid="3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" dur="700"/>
                                        <p:tgtEl>
                                          <p:spTgt spid="3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6" name="Google Shape;4709;g130e7787a26_1_2984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7" name="Google Shape;4710;g130e7787a26_1_2984"/>
          <p:cNvSpPr/>
          <p:nvPr/>
        </p:nvSpPr>
        <p:spPr>
          <a:xfrm rot="5400000">
            <a:off x="8124120" y="879120"/>
            <a:ext cx="10044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48" name="Google Shape;4711;g130e7787a26_1_2984"/>
          <p:cNvSpPr/>
          <p:nvPr/>
        </p:nvSpPr>
        <p:spPr>
          <a:xfrm flipH="1">
            <a:off x="8537040" y="334080"/>
            <a:ext cx="14220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49" name="Google Shape;4715;g130e7787a26_1_2984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50" name="Прямоугольник 7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51" name="" descr=""/>
          <p:cNvPicPr/>
          <p:nvPr/>
        </p:nvPicPr>
        <p:blipFill>
          <a:blip r:embed="rId1"/>
          <a:srcRect l="38638" t="12505" r="11356" b="3503"/>
          <a:stretch/>
        </p:blipFill>
        <p:spPr>
          <a:xfrm>
            <a:off x="900000" y="318240"/>
            <a:ext cx="3959640" cy="431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2" name=""/>
          <p:cNvSpPr txBox="1"/>
          <p:nvPr/>
        </p:nvSpPr>
        <p:spPr>
          <a:xfrm>
            <a:off x="5220000" y="1774440"/>
            <a:ext cx="3354840" cy="200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C помощью библиотеки osmnx удалось визуализировать топографические карты по точкам, а также получить различные виды объектов (водоёмы, здания, леса) в радиусе 500 метров для каждой точки.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2" dur="indefinite" restart="never" nodeType="tmRoot">
          <p:childTnLst>
            <p:seq>
              <p:cTn id="43" dur="indefinite" nodeType="mainSeq"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" dur="1000"/>
                                        <p:tgtEl>
                                          <p:spTgt spid="3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" dur="1000"/>
                                        <p:tgtEl>
                                          <p:spTgt spid="3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3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4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55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56" name="" descr=""/>
          <p:cNvPicPr/>
          <p:nvPr/>
        </p:nvPicPr>
        <p:blipFill>
          <a:blip r:embed="rId1"/>
          <a:srcRect l="29653" t="19374" r="38522" b="0"/>
          <a:stretch/>
        </p:blipFill>
        <p:spPr>
          <a:xfrm>
            <a:off x="540000" y="353520"/>
            <a:ext cx="2519640" cy="414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57" name="" descr=""/>
          <p:cNvPicPr/>
          <p:nvPr/>
        </p:nvPicPr>
        <p:blipFill>
          <a:blip r:embed="rId2"/>
          <a:srcRect l="31809" t="40499" r="18185" b="7001"/>
          <a:stretch/>
        </p:blipFill>
        <p:spPr>
          <a:xfrm>
            <a:off x="3420000" y="360000"/>
            <a:ext cx="3959640" cy="269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8" name=""/>
          <p:cNvSpPr txBox="1"/>
          <p:nvPr/>
        </p:nvSpPr>
        <p:spPr>
          <a:xfrm>
            <a:off x="3420000" y="3336840"/>
            <a:ext cx="4860000" cy="1703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пункте 1.3 было необходимо обеспечить всесезонность данных. Данные о средней температуре на разных треках были получены с помощью ручной разметки (на основании погодных сайтов). После чего происходила генерация дат и добавление средней температуры + шум.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3" dur="indefinite" restart="never" nodeType="tmRoot">
          <p:childTnLst>
            <p:seq>
              <p:cTn id="54" dur="indefinite" nodeType="mainSeq"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" dur="1000"/>
                                        <p:tgtEl>
                                          <p:spTgt spid="3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9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0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61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62" name="" descr=""/>
          <p:cNvPicPr/>
          <p:nvPr/>
        </p:nvPicPr>
        <p:blipFill>
          <a:blip r:embed="rId1"/>
          <a:srcRect l="13624" t="12505" r="11366" b="7001"/>
          <a:stretch/>
        </p:blipFill>
        <p:spPr>
          <a:xfrm>
            <a:off x="367560" y="360000"/>
            <a:ext cx="4312440" cy="300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63" name="" descr=""/>
          <p:cNvPicPr/>
          <p:nvPr/>
        </p:nvPicPr>
        <p:blipFill>
          <a:blip r:embed="rId2"/>
          <a:srcRect l="13628" t="36996" r="11366" b="10504"/>
          <a:stretch/>
        </p:blipFill>
        <p:spPr>
          <a:xfrm>
            <a:off x="4991400" y="360000"/>
            <a:ext cx="3288600" cy="149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4" name=""/>
          <p:cNvSpPr txBox="1"/>
          <p:nvPr/>
        </p:nvSpPr>
        <p:spPr>
          <a:xfrm>
            <a:off x="187920" y="3812040"/>
            <a:ext cx="822096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Пункт 1.4 представлял из себя описание структуры данных. Для определения нормальности данных использовался тест Д’Агостино-Пирсона, для ассиметрии — тест на перекос данных.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Также использовался визуальный анализ с помощью гистрограммы.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0" dur="indefinite" restart="never" nodeType="tmRoot">
          <p:childTnLst>
            <p:seq>
              <p:cTn id="61" dur="indefinite" nodeType="mainSeq"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" dur="1000"/>
                                        <p:tgtEl>
                                          <p:spTgt spid="3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5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6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67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68" name="Google Shape;4692;g130e7787a26_1_2965"/>
          <p:cNvSpPr/>
          <p:nvPr/>
        </p:nvSpPr>
        <p:spPr>
          <a:xfrm>
            <a:off x="408240" y="212760"/>
            <a:ext cx="7157880" cy="5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Модуль Б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69" name="" descr=""/>
          <p:cNvPicPr/>
          <p:nvPr/>
        </p:nvPicPr>
        <p:blipFill>
          <a:blip r:embed="rId1"/>
          <a:srcRect l="2272" t="20993" r="6812" b="16008"/>
          <a:stretch/>
        </p:blipFill>
        <p:spPr>
          <a:xfrm>
            <a:off x="3240000" y="900000"/>
            <a:ext cx="5760000" cy="32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0" name=""/>
          <p:cNvSpPr txBox="1"/>
          <p:nvPr/>
        </p:nvSpPr>
        <p:spPr>
          <a:xfrm>
            <a:off x="180000" y="1414440"/>
            <a:ext cx="3060000" cy="200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пункте 2.1 и 2.2 реализован интерактивный дашборд с использованием streamlit и plotly. Все данные получались из запросов в базу данных. Присутствовали фильтры: дата, номер трека, чаc и сезон.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7" dur="indefinite" restart="never" nodeType="tmRoot">
          <p:childTnLst>
            <p:seq>
              <p:cTn id="68" dur="indefinite" nodeType="mainSeq"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" dur="1000"/>
                                        <p:tgtEl>
                                          <p:spTgt spid="3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" dur="700"/>
                                        <p:tgtEl>
                                          <p:spTgt spid="3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1" name="Google Shape;4709;g130e7787a26_1_2984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2" name="Google Shape;4710;g130e7787a26_1_2984"/>
          <p:cNvSpPr/>
          <p:nvPr/>
        </p:nvSpPr>
        <p:spPr>
          <a:xfrm rot="5400000">
            <a:off x="8124120" y="879120"/>
            <a:ext cx="10044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73" name="Google Shape;4711;g130e7787a26_1_2984"/>
          <p:cNvSpPr/>
          <p:nvPr/>
        </p:nvSpPr>
        <p:spPr>
          <a:xfrm flipH="1">
            <a:off x="8537040" y="334080"/>
            <a:ext cx="14220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74" name="Google Shape;4715;g130e7787a26_1_2984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75" name="Прямоугольник 7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76" name="" descr=""/>
          <p:cNvPicPr/>
          <p:nvPr/>
        </p:nvPicPr>
        <p:blipFill>
          <a:blip r:embed="rId1"/>
          <a:srcRect l="29534" t="41986" r="0" b="33508"/>
          <a:stretch/>
        </p:blipFill>
        <p:spPr>
          <a:xfrm>
            <a:off x="180000" y="1260360"/>
            <a:ext cx="5040000" cy="125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77" name="" descr=""/>
          <p:cNvPicPr/>
          <p:nvPr/>
        </p:nvPicPr>
        <p:blipFill>
          <a:blip r:embed="rId2"/>
          <a:srcRect l="28661" t="39776" r="23604" b="35718"/>
          <a:stretch/>
        </p:blipFill>
        <p:spPr>
          <a:xfrm>
            <a:off x="180360" y="3060360"/>
            <a:ext cx="3779640" cy="12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8" name=""/>
          <p:cNvSpPr txBox="1"/>
          <p:nvPr/>
        </p:nvSpPr>
        <p:spPr>
          <a:xfrm>
            <a:off x="5580000" y="2134440"/>
            <a:ext cx="3354840" cy="224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Пункт 2.3 — разбиение данных на группы по возможности затопления/пожара и сложности эвакуации на участках трека. Применялось 2 подхода: ручная разметка на основе правил и kmeans. Лучшая разметка выбиралась с помощью оценки силуэта и распределения точек на графике.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7" dur="indefinite" restart="never" nodeType="tmRoot">
          <p:childTnLst>
            <p:seq>
              <p:cTn id="78" dur="indefinite" nodeType="mainSeq">
                <p:childTnLst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" dur="1000"/>
                                        <p:tgtEl>
                                          <p:spTgt spid="3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" dur="1000"/>
                                        <p:tgtEl>
                                          <p:spTgt spid="3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9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0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81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82" name="" descr=""/>
          <p:cNvPicPr/>
          <p:nvPr/>
        </p:nvPicPr>
        <p:blipFill>
          <a:blip r:embed="rId1"/>
          <a:srcRect l="31253" t="28839" r="2831" b="25662"/>
          <a:stretch/>
        </p:blipFill>
        <p:spPr>
          <a:xfrm>
            <a:off x="180360" y="900000"/>
            <a:ext cx="5219640" cy="23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3" name="Google Shape;4692;g130e7787a26_1_ 1"/>
          <p:cNvSpPr/>
          <p:nvPr/>
        </p:nvSpPr>
        <p:spPr>
          <a:xfrm>
            <a:off x="408240" y="212400"/>
            <a:ext cx="7157880" cy="55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Модуль В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4" name="" descr=""/>
          <p:cNvPicPr/>
          <p:nvPr/>
        </p:nvPicPr>
        <p:blipFill>
          <a:blip r:embed="rId2"/>
          <a:srcRect l="29534" t="38488" r="52278" b="44007"/>
          <a:stretch/>
        </p:blipFill>
        <p:spPr>
          <a:xfrm>
            <a:off x="180360" y="3600360"/>
            <a:ext cx="1439640" cy="89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5" name=""/>
          <p:cNvSpPr txBox="1"/>
          <p:nvPr/>
        </p:nvSpPr>
        <p:spPr>
          <a:xfrm>
            <a:off x="5580000" y="900000"/>
            <a:ext cx="3354840" cy="24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пункте 3.1 был переход от задачи кластеризации к задаче классификации. Были разработаны 2 модели классификации: 1 — предсказание затопления и пожарной опасности, 2 — предсказание сложности эвакуации. Дисбаланс классов устранялся с помощью модели SMOTE. Обучение проходило через StratifiedKFold.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6" name=""/>
          <p:cNvSpPr txBox="1"/>
          <p:nvPr/>
        </p:nvSpPr>
        <p:spPr>
          <a:xfrm>
            <a:off x="1800000" y="3737880"/>
            <a:ext cx="647208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Лучшая модель Water_Fire — Random Forest Classifier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Лучшая модель Evacuation — Logistic Regression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8" dur="indefinite" restart="never" nodeType="tmRoot">
          <p:childTnLst>
            <p:seq>
              <p:cTn id="89" dur="indefinite" nodeType="mainSeq">
                <p:childTnLst>
                  <p:par>
                    <p:cTn id="90" fill="hold">
                      <p:stCondLst>
                        <p:cond delay="0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" dur="1000"/>
                                        <p:tgtEl>
                                          <p:spTgt spid="3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7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8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89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90" name="" descr=""/>
          <p:cNvPicPr/>
          <p:nvPr/>
        </p:nvPicPr>
        <p:blipFill>
          <a:blip r:embed="rId1"/>
          <a:srcRect l="2272" t="20993" r="6812" b="16008"/>
          <a:stretch/>
        </p:blipFill>
        <p:spPr>
          <a:xfrm>
            <a:off x="1440000" y="360000"/>
            <a:ext cx="5760000" cy="32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1" name=""/>
          <p:cNvSpPr txBox="1"/>
          <p:nvPr/>
        </p:nvSpPr>
        <p:spPr>
          <a:xfrm>
            <a:off x="540000" y="3812040"/>
            <a:ext cx="8220960" cy="1287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рамках пункта 3.2 требовалось разработать систему непрерывного автоматического дообучения моделей. В качестве решения было предоставлено streamlit приложение, запрашивающая у пользователя интервал повторения обучения. Модели с каждой итерацией обучались на +5% от общего объёма данных, после чего сохранялись в директорию. Получаемые метрики записывались в базу данных.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5" dur="indefinite" restart="never" nodeType="tmRoot">
          <p:childTnLst>
            <p:seq>
              <p:cTn id="96" dur="indefinite" nodeType="mainSeq"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" dur="1000"/>
                                        <p:tgtEl>
                                          <p:spTgt spid="3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2" name="Google Shape;4709;g130e7787a26_1_2984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3" name="Google Shape;4710;g130e7787a26_1_2984"/>
          <p:cNvSpPr/>
          <p:nvPr/>
        </p:nvSpPr>
        <p:spPr>
          <a:xfrm rot="5400000">
            <a:off x="8124120" y="879120"/>
            <a:ext cx="10044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94" name="Google Shape;4711;g130e7787a26_1_2984"/>
          <p:cNvSpPr/>
          <p:nvPr/>
        </p:nvSpPr>
        <p:spPr>
          <a:xfrm flipH="1">
            <a:off x="8537040" y="334080"/>
            <a:ext cx="14220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95" name="Google Shape;4715;g130e7787a26_1_2984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96" name="Прямоугольник 7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497" name="" descr=""/>
          <p:cNvPicPr/>
          <p:nvPr/>
        </p:nvPicPr>
        <p:blipFill>
          <a:blip r:embed="rId1"/>
          <a:srcRect l="20661" t="44287" r="15694" b="6711"/>
          <a:stretch/>
        </p:blipFill>
        <p:spPr>
          <a:xfrm>
            <a:off x="180000" y="720360"/>
            <a:ext cx="5039640" cy="251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8" name=""/>
          <p:cNvSpPr txBox="1"/>
          <p:nvPr/>
        </p:nvSpPr>
        <p:spPr>
          <a:xfrm>
            <a:off x="540000" y="3600000"/>
            <a:ext cx="8220960" cy="1287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Пункт 3.3 — прогнозирование полученных раннее классов на 10 лет вперёд. Большинство атрибутов, используемых моделями — статичные (не изменяются во времени). Ключевой динамически изменяющийся атрибут — температура воздуха. Предсказание было средним по месяцам, использовалась модель SARIMAX. После этого температура добавлялась к статичным атрибутам и данные подавались моделям для предсказания. 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2" dur="indefinite" restart="never" nodeType="tmRoot">
          <p:childTnLst>
            <p:seq>
              <p:cTn id="103" dur="indefinite" nodeType="mainSeq">
                <p:childTnLst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" dur="1000"/>
                                        <p:tgtEl>
                                          <p:spTgt spid="3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00"/>
                            </p:stCondLst>
                            <p:childTnLst>
                              <p:par>
                                <p:cTn id="11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" dur="1000"/>
                                        <p:tgtEl>
                                          <p:spTgt spid="3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9" name="Google Shape;4700;g130e7787a26_1_2976"/>
          <p:cNvSpPr/>
          <p:nvPr/>
        </p:nvSpPr>
        <p:spPr>
          <a:xfrm>
            <a:off x="9365400" y="4574520"/>
            <a:ext cx="97488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0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01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02" name="Google Shape;4692;g130e7787a26_1_2965"/>
          <p:cNvSpPr/>
          <p:nvPr/>
        </p:nvSpPr>
        <p:spPr>
          <a:xfrm>
            <a:off x="408240" y="212760"/>
            <a:ext cx="7157880" cy="55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Модуль Г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3" name="" descr=""/>
          <p:cNvPicPr/>
          <p:nvPr/>
        </p:nvPicPr>
        <p:blipFill>
          <a:blip r:embed="rId1"/>
          <a:srcRect l="4891" t="41492" r="58740" b="23508"/>
          <a:stretch/>
        </p:blipFill>
        <p:spPr>
          <a:xfrm>
            <a:off x="216360" y="1260000"/>
            <a:ext cx="3743640" cy="23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4" name=""/>
          <p:cNvSpPr txBox="1"/>
          <p:nvPr/>
        </p:nvSpPr>
        <p:spPr>
          <a:xfrm>
            <a:off x="4680000" y="1080000"/>
            <a:ext cx="3960000" cy="32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пункте 4.1 было разработано API для взаимодействия с моделями. Для реализации использовался фреймворк Flask, было разработано 2 эндпоинта: api/predict_water_fire и api/predict_evac. В качестве параметров эндпоинты принимали номер трека, начальную и конечную даты. Возвращались предсказания для всех точек маршрута (для начальной даты) и данные о динамики изменения вероятностей предсказаний (диапазон начальная дата — конечная дата).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3" dur="indefinite" restart="never" nodeType="tmRoot">
          <p:childTnLst>
            <p:seq>
              <p:cTn id="114" dur="indefinite" nodeType="mainSeq">
                <p:childTnLst>
                  <p:par>
                    <p:cTn id="115" fill="hold">
                      <p:stCondLst>
                        <p:cond delay="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9" dur="1000"/>
                                        <p:tgtEl>
                                          <p:spTgt spid="3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2" dur="700"/>
                                        <p:tgtEl>
                                          <p:spTgt spid="3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Google Shape;4709;g130e7787a26_1_2984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6" name="Google Shape;4710;g130e7787a26_1_2984"/>
          <p:cNvSpPr/>
          <p:nvPr/>
        </p:nvSpPr>
        <p:spPr>
          <a:xfrm rot="5400000">
            <a:off x="8124120" y="879120"/>
            <a:ext cx="10044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07" name="Google Shape;4711;g130e7787a26_1_2984"/>
          <p:cNvSpPr/>
          <p:nvPr/>
        </p:nvSpPr>
        <p:spPr>
          <a:xfrm flipH="1">
            <a:off x="8537040" y="334080"/>
            <a:ext cx="142200" cy="8694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08" name="Google Shape;4715;g130e7787a26_1_2984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09" name="Прямоугольник 7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510" name="" descr=""/>
          <p:cNvPicPr/>
          <p:nvPr/>
        </p:nvPicPr>
        <p:blipFill>
          <a:blip r:embed="rId1"/>
          <a:srcRect l="2272" t="20993" r="23862" b="16008"/>
          <a:stretch/>
        </p:blipFill>
        <p:spPr>
          <a:xfrm>
            <a:off x="180000" y="1440000"/>
            <a:ext cx="4679640" cy="32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1" name=""/>
          <p:cNvSpPr txBox="1"/>
          <p:nvPr/>
        </p:nvSpPr>
        <p:spPr>
          <a:xfrm>
            <a:off x="5184000" y="1440000"/>
            <a:ext cx="3960000" cy="3441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рамках пункта 4.2 было реализовано веб приложение на streamlit, взаимодействующая с эндпоинтом /api/predict_water_fire. Пользователю предлагалось ввести номер трека, начальную и конечную дату, после чего нажать на кнопку «Предсказать». В качестве результата пользователь получал таблицу с координатами точек и предсказаниями (были выделены в отдельные группы по вероятностям), а также столбчатые диаграммы для демонстрации динамики изменения вероятностей по последующим месяцам.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3" dur="indefinite" restart="never" nodeType="tmRoot">
          <p:childTnLst>
            <p:seq>
              <p:cTn id="124" dur="indefinite" nodeType="mainSeq">
                <p:childTnLst>
                  <p:par>
                    <p:cTn id="125" fill="hold">
                      <p:stCondLst>
                        <p:cond delay="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9" dur="1000"/>
                                        <p:tgtEl>
                                          <p:spTgt spid="3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000"/>
                            </p:stCondLst>
                            <p:childTnLst>
                              <p:par>
                                <p:cTn id="13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3" dur="1000"/>
                                        <p:tgtEl>
                                          <p:spTgt spid="3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" name="Google Shape;4700;g130e7787a26_1_2976"/>
          <p:cNvSpPr/>
          <p:nvPr/>
        </p:nvSpPr>
        <p:spPr>
          <a:xfrm>
            <a:off x="9365400" y="4574520"/>
            <a:ext cx="974880" cy="1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3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14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pic>
        <p:nvPicPr>
          <p:cNvPr id="3515" name="" descr=""/>
          <p:cNvPicPr/>
          <p:nvPr/>
        </p:nvPicPr>
        <p:blipFill>
          <a:blip r:embed="rId1"/>
          <a:srcRect l="26009" t="34007" r="28532" b="23992"/>
          <a:stretch/>
        </p:blipFill>
        <p:spPr>
          <a:xfrm>
            <a:off x="720000" y="540000"/>
            <a:ext cx="3599640" cy="215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16" name="" descr=""/>
          <p:cNvPicPr/>
          <p:nvPr/>
        </p:nvPicPr>
        <p:blipFill>
          <a:blip r:embed="rId2"/>
          <a:srcRect l="26009" t="34007" r="28532" b="23992"/>
          <a:stretch/>
        </p:blipFill>
        <p:spPr>
          <a:xfrm>
            <a:off x="4680360" y="540360"/>
            <a:ext cx="3599640" cy="21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7" name=""/>
          <p:cNvSpPr txBox="1"/>
          <p:nvPr/>
        </p:nvSpPr>
        <p:spPr>
          <a:xfrm>
            <a:off x="720000" y="3420000"/>
            <a:ext cx="822096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пункте 4.3  была реализована документация по API, а также руководство пользователя. Документы представлены в формате PDF и отражают основные аспекты взаимодействия с API и веб-приложением на streamlit.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4" dur="indefinite" restart="never" nodeType="tmRoot">
          <p:childTnLst>
            <p:seq>
              <p:cTn id="135" dur="indefinite" nodeType="mainSeq">
                <p:childTnLst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0" dur="1000"/>
                                        <p:tgtEl>
                                          <p:spTgt spid="3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8" name="Google Shape;4700;g130e7787a26_1_2976"/>
          <p:cNvSpPr/>
          <p:nvPr/>
        </p:nvSpPr>
        <p:spPr>
          <a:xfrm>
            <a:off x="9365400" y="4574520"/>
            <a:ext cx="97488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9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20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21" name="Google Shape;4692;g130e7787a26_1_2965"/>
          <p:cNvSpPr/>
          <p:nvPr/>
        </p:nvSpPr>
        <p:spPr>
          <a:xfrm>
            <a:off x="408240" y="212760"/>
            <a:ext cx="7157880" cy="55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200" strike="noStrike" u="non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Модуль Д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2" name="" descr=""/>
          <p:cNvPicPr/>
          <p:nvPr/>
        </p:nvPicPr>
        <p:blipFill>
          <a:blip r:embed="rId1"/>
          <a:srcRect l="26009" t="34007" r="28532" b="23992"/>
          <a:stretch/>
        </p:blipFill>
        <p:spPr>
          <a:xfrm>
            <a:off x="360000" y="1080000"/>
            <a:ext cx="3599640" cy="36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3" name=""/>
          <p:cNvSpPr txBox="1"/>
          <p:nvPr/>
        </p:nvSpPr>
        <p:spPr>
          <a:xfrm>
            <a:off x="4500000" y="1620000"/>
            <a:ext cx="3960000" cy="21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Montserrat"/>
                <a:ea typeface="Arial"/>
              </a:rPr>
              <a:t>В заключающем модуле была реализована общая документация, охватывающая отчёты по работе во всех модулях, аргументация способов решения и описание основных частей кода. Кроме этого, была подготовлена презентация для демонстрации основных этапов разработки экспертам.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1" dur="indefinite" restart="never" nodeType="tmRoot">
          <p:childTnLst>
            <p:seq>
              <p:cTn id="142" dur="indefinite" nodeType="mainSeq">
                <p:childTnLst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7" dur="1000"/>
                                        <p:tgtEl>
                                          <p:spTgt spid="3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0" dur="700"/>
                                        <p:tgtEl>
                                          <p:spTgt spid="3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4" name="Google Shape;4700;g130e7787a26_1_2976"/>
          <p:cNvSpPr/>
          <p:nvPr/>
        </p:nvSpPr>
        <p:spPr>
          <a:xfrm>
            <a:off x="9365400" y="4574520"/>
            <a:ext cx="97488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rIns="342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8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15 слайд из 46</a:t>
            </a:r>
            <a:endParaRPr b="0" lang="ru-RU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5" name="Google Shape;4701;g130e7787a26_1_2976"/>
          <p:cNvSpPr/>
          <p:nvPr/>
        </p:nvSpPr>
        <p:spPr>
          <a:xfrm rot="16200000">
            <a:off x="81360" y="412560"/>
            <a:ext cx="115920" cy="279000"/>
          </a:xfrm>
          <a:prstGeom prst="rect">
            <a:avLst/>
          </a:prstGeom>
          <a:solidFill>
            <a:srgbClr val="00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ctr">
            <a:noAutofit/>
          </a:bodyPr>
          <a:p>
            <a:endParaRPr b="0" lang="ru-RU" sz="1400" strike="noStrike" u="none">
              <a:solidFill>
                <a:srgbClr val="5e5e5e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26" name="Прямоугольник 6"/>
          <p:cNvSpPr/>
          <p:nvPr/>
        </p:nvSpPr>
        <p:spPr>
          <a:xfrm>
            <a:off x="187920" y="4637880"/>
            <a:ext cx="1728360" cy="4093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400" strike="noStrike" u="non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527" name=""/>
          <p:cNvSpPr txBox="1"/>
          <p:nvPr/>
        </p:nvSpPr>
        <p:spPr>
          <a:xfrm>
            <a:off x="2700000" y="2160000"/>
            <a:ext cx="3906000" cy="70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" sz="2400" strike="noStrike" u="none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СПАСИБО ЗА ВНИМАНИЕ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1" dur="indefinite" restart="never" nodeType="tmRoot">
          <p:childTnLst>
            <p:seq>
              <p:cTn id="152" dur="indefinite" nodeType="mainSeq"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7" dur="1000"/>
                                        <p:tgtEl>
                                          <p:spTgt spid="3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00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13DD746B25E70E4399B610B053AED1A2" ma:contentTypeVersion="13" ma:contentTypeDescription="Создание документа." ma:contentTypeScope="" ma:versionID="df9033f58a25ec25cc7e367620105225">
  <xsd:schema xmlns:xsd="http://www.w3.org/2001/XMLSchema" xmlns:xs="http://www.w3.org/2001/XMLSchema" xmlns:p="http://schemas.microsoft.com/office/2006/metadata/properties" xmlns:ns2="cf02ac41-be05-41af-99ab-4796d0317c6e" xmlns:ns3="5ddff423-1f4d-416a-ad06-031e2d985754" targetNamespace="http://schemas.microsoft.com/office/2006/metadata/properties" ma:root="true" ma:fieldsID="e135b3ecbfa782d5a4b835f10915c344" ns2:_="" ns3:_="">
    <xsd:import namespace="cf02ac41-be05-41af-99ab-4796d0317c6e"/>
    <xsd:import namespace="5ddff423-1f4d-416a-ad06-031e2d98575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02ac41-be05-41af-99ab-4796d0317c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a3834ee8-c130-4e28-8d85-ec2936af3d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dff423-1f4d-416a-ad06-031e2d985754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da1c0576-ad57-4f7a-a7a1-a53e68578d8e}" ma:internalName="TaxCatchAll" ma:showField="CatchAllData" ma:web="5ddff423-1f4d-416a-ad06-031e2d98575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f02ac41-be05-41af-99ab-4796d0317c6e">
      <Terms xmlns="http://schemas.microsoft.com/office/infopath/2007/PartnerControls"/>
    </lcf76f155ced4ddcb4097134ff3c332f>
    <TaxCatchAll xmlns="5ddff423-1f4d-416a-ad06-031e2d985754" xsi:nil="true"/>
  </documentManagement>
</p:properties>
</file>

<file path=customXml/itemProps1.xml><?xml version="1.0" encoding="utf-8"?>
<ds:datastoreItem xmlns:ds="http://schemas.openxmlformats.org/officeDocument/2006/customXml" ds:itemID="{25046940-C9A5-4ACD-BAEC-590A636518C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4D8EC72-E327-440D-A83E-024D972A4E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f02ac41-be05-41af-99ab-4796d0317c6e"/>
    <ds:schemaRef ds:uri="5ddff423-1f4d-416a-ad06-031e2d98575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A111FD9-BD95-4740-BF76-A4F8003FD8FC}">
  <ds:schemaRefs>
    <ds:schemaRef ds:uri="http://purl.org/dc/elements/1.1/"/>
    <ds:schemaRef ds:uri="http://schemas.microsoft.com/office/2006/metadata/properties"/>
    <ds:schemaRef ds:uri="cf02ac41-be05-41af-99ab-4796d0317c6e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5ddff423-1f4d-416a-ad06-031e2d985754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LibreOffice/25.2.2.2$MacOSX_AARCH64 LibreOffice_project/7370d4be9e3cf6031a51beef54ff3bda878e3fac</Application>
  <AppVersion>15.0000</AppVersion>
  <Words>131</Words>
  <Paragraphs>37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Ефим Ланцман</dc:creator>
  <dc:description/>
  <dc:language>ru-RU</dc:language>
  <cp:lastModifiedBy/>
  <dcterms:modified xsi:type="dcterms:W3CDTF">2025-04-18T06:04:14Z</dcterms:modified>
  <cp:revision>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0x01010013DD746B25E70E4399B610B053AED1A2</vt:lpwstr>
  </property>
  <property fmtid="{D5CDD505-2E9C-101B-9397-08002B2CF9AE}" pid="3" name="Notes">
    <vt:i4>20</vt:i4>
  </property>
  <property fmtid="{D5CDD505-2E9C-101B-9397-08002B2CF9AE}" pid="4" name="PresentationFormat">
    <vt:lpwstr>Экран (16:9)</vt:lpwstr>
  </property>
  <property fmtid="{D5CDD505-2E9C-101B-9397-08002B2CF9AE}" pid="5" name="Slides">
    <vt:i4>20</vt:i4>
  </property>
</Properties>
</file>